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2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3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4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5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6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3" r:id="rId3"/>
    <p:sldId id="258" r:id="rId4"/>
    <p:sldId id="301" r:id="rId5"/>
    <p:sldId id="303" r:id="rId6"/>
    <p:sldId id="262" r:id="rId7"/>
    <p:sldId id="276" r:id="rId8"/>
    <p:sldId id="292" r:id="rId9"/>
    <p:sldId id="302" r:id="rId10"/>
    <p:sldId id="261" r:id="rId11"/>
    <p:sldId id="277" r:id="rId12"/>
    <p:sldId id="287" r:id="rId13"/>
    <p:sldId id="278" r:id="rId14"/>
    <p:sldId id="295" r:id="rId15"/>
    <p:sldId id="294" r:id="rId16"/>
    <p:sldId id="297" r:id="rId17"/>
    <p:sldId id="280" r:id="rId18"/>
    <p:sldId id="281" r:id="rId19"/>
    <p:sldId id="282" r:id="rId20"/>
    <p:sldId id="290" r:id="rId21"/>
    <p:sldId id="283" r:id="rId22"/>
    <p:sldId id="299" r:id="rId23"/>
    <p:sldId id="284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80107" autoAdjust="0"/>
  </p:normalViewPr>
  <p:slideViewPr>
    <p:cSldViewPr snapToGrid="0">
      <p:cViewPr>
        <p:scale>
          <a:sx n="81" d="100"/>
          <a:sy n="81" d="100"/>
        </p:scale>
        <p:origin x="5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07B075-5732-41F7-B093-3115BE20D35E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E1FE144-10ED-4C9C-9A0B-42A1FCEC8914}">
      <dgm:prSet/>
      <dgm:spPr/>
      <dgm:t>
        <a:bodyPr/>
        <a:lstStyle/>
        <a:p>
          <a:pPr>
            <a:defRPr b="1"/>
          </a:pPr>
          <a:r>
            <a:rPr lang="en-US" b="1" dirty="0"/>
            <a:t>What Is Unsupervised Learning?</a:t>
          </a:r>
          <a:endParaRPr lang="en-US" dirty="0"/>
        </a:p>
      </dgm:t>
    </dgm:pt>
    <dgm:pt modelId="{2E38B14E-9771-4215-B393-E21A9D8DE17A}" type="parTrans" cxnId="{475FF3AB-C208-4966-A627-0FEDBF2292C3}">
      <dgm:prSet/>
      <dgm:spPr/>
      <dgm:t>
        <a:bodyPr/>
        <a:lstStyle/>
        <a:p>
          <a:endParaRPr lang="en-US"/>
        </a:p>
      </dgm:t>
    </dgm:pt>
    <dgm:pt modelId="{9204FAE2-F951-4D4C-BAD5-2A50AF7C9C77}" type="sibTrans" cxnId="{475FF3AB-C208-4966-A627-0FEDBF2292C3}">
      <dgm:prSet/>
      <dgm:spPr/>
      <dgm:t>
        <a:bodyPr/>
        <a:lstStyle/>
        <a:p>
          <a:endParaRPr lang="en-US"/>
        </a:p>
      </dgm:t>
    </dgm:pt>
    <dgm:pt modelId="{4D1C05E9-F7B4-4263-8779-E625FDE463E5}">
      <dgm:prSet/>
      <dgm:spPr/>
      <dgm:t>
        <a:bodyPr/>
        <a:lstStyle/>
        <a:p>
          <a:r>
            <a:rPr lang="en-US" dirty="0"/>
            <a:t>Learns patterns without known target labels</a:t>
          </a:r>
        </a:p>
      </dgm:t>
    </dgm:pt>
    <dgm:pt modelId="{6C7145F8-A28E-4B7F-BA6B-7714632044B7}" type="parTrans" cxnId="{8D7A7C54-F042-42D6-9AE7-81A3F93A8C39}">
      <dgm:prSet/>
      <dgm:spPr/>
      <dgm:t>
        <a:bodyPr/>
        <a:lstStyle/>
        <a:p>
          <a:endParaRPr lang="en-US"/>
        </a:p>
      </dgm:t>
    </dgm:pt>
    <dgm:pt modelId="{D064DB17-AD4B-411B-B6FB-F5962612315A}" type="sibTrans" cxnId="{8D7A7C54-F042-42D6-9AE7-81A3F93A8C39}">
      <dgm:prSet/>
      <dgm:spPr/>
      <dgm:t>
        <a:bodyPr/>
        <a:lstStyle/>
        <a:p>
          <a:endParaRPr lang="en-US"/>
        </a:p>
      </dgm:t>
    </dgm:pt>
    <dgm:pt modelId="{FBBEE1E7-AE97-4E21-99C5-EBF8A4E21081}">
      <dgm:prSet/>
      <dgm:spPr/>
      <dgm:t>
        <a:bodyPr/>
        <a:lstStyle/>
        <a:p>
          <a:r>
            <a:rPr lang="en-US"/>
            <a:t>Relies on similarity, distance, and structure</a:t>
          </a:r>
        </a:p>
      </dgm:t>
    </dgm:pt>
    <dgm:pt modelId="{DA728A7C-B139-4789-8242-349813E31005}" type="parTrans" cxnId="{BE90B95F-C101-48BB-A595-170A4EEC1169}">
      <dgm:prSet/>
      <dgm:spPr/>
      <dgm:t>
        <a:bodyPr/>
        <a:lstStyle/>
        <a:p>
          <a:endParaRPr lang="en-US"/>
        </a:p>
      </dgm:t>
    </dgm:pt>
    <dgm:pt modelId="{3ACD38CC-5B4F-4AC4-842B-43927B438AC3}" type="sibTrans" cxnId="{BE90B95F-C101-48BB-A595-170A4EEC1169}">
      <dgm:prSet/>
      <dgm:spPr/>
      <dgm:t>
        <a:bodyPr/>
        <a:lstStyle/>
        <a:p>
          <a:endParaRPr lang="en-US"/>
        </a:p>
      </dgm:t>
    </dgm:pt>
    <dgm:pt modelId="{62B38067-50B1-4F1F-975F-7FD4E806DB78}">
      <dgm:prSet/>
      <dgm:spPr/>
      <dgm:t>
        <a:bodyPr/>
        <a:lstStyle/>
        <a:p>
          <a:r>
            <a:rPr lang="en-US"/>
            <a:t>Identifies hidden relationships in data</a:t>
          </a:r>
        </a:p>
      </dgm:t>
    </dgm:pt>
    <dgm:pt modelId="{8C8DC525-725B-44CA-88DD-2013515866D0}" type="parTrans" cxnId="{70D15512-D252-4F84-AB1F-7F50E923AC14}">
      <dgm:prSet/>
      <dgm:spPr/>
      <dgm:t>
        <a:bodyPr/>
        <a:lstStyle/>
        <a:p>
          <a:endParaRPr lang="en-US"/>
        </a:p>
      </dgm:t>
    </dgm:pt>
    <dgm:pt modelId="{8319597E-C926-42B7-A427-0D9FA0722711}" type="sibTrans" cxnId="{70D15512-D252-4F84-AB1F-7F50E923AC14}">
      <dgm:prSet/>
      <dgm:spPr/>
      <dgm:t>
        <a:bodyPr/>
        <a:lstStyle/>
        <a:p>
          <a:endParaRPr lang="en-US"/>
        </a:p>
      </dgm:t>
    </dgm:pt>
    <dgm:pt modelId="{D924B0F3-B4EC-4CD7-838B-DF4B5BD2156A}">
      <dgm:prSet/>
      <dgm:spPr/>
      <dgm:t>
        <a:bodyPr/>
        <a:lstStyle/>
        <a:p>
          <a:pPr>
            <a:defRPr b="1"/>
          </a:pPr>
          <a:r>
            <a:rPr lang="en-US" b="1" dirty="0"/>
            <a:t>Goal:</a:t>
          </a:r>
          <a:endParaRPr lang="en-US" dirty="0"/>
        </a:p>
      </dgm:t>
    </dgm:pt>
    <dgm:pt modelId="{A3A83FB7-3B1B-4BDB-941B-F11ECA5546DC}" type="parTrans" cxnId="{4303D9B0-0BDB-4440-8A5A-4BDB33953AEF}">
      <dgm:prSet/>
      <dgm:spPr/>
      <dgm:t>
        <a:bodyPr/>
        <a:lstStyle/>
        <a:p>
          <a:endParaRPr lang="en-US"/>
        </a:p>
      </dgm:t>
    </dgm:pt>
    <dgm:pt modelId="{37362062-8B45-425E-8DC7-F1C84F49BBCB}" type="sibTrans" cxnId="{4303D9B0-0BDB-4440-8A5A-4BDB33953AEF}">
      <dgm:prSet/>
      <dgm:spPr/>
      <dgm:t>
        <a:bodyPr/>
        <a:lstStyle/>
        <a:p>
          <a:endParaRPr lang="en-US"/>
        </a:p>
      </dgm:t>
    </dgm:pt>
    <dgm:pt modelId="{B67B19BB-84CC-4EBC-9103-EE96C42E0467}">
      <dgm:prSet/>
      <dgm:spPr/>
      <dgm:t>
        <a:bodyPr/>
        <a:lstStyle/>
        <a:p>
          <a:pPr>
            <a:defRPr b="1"/>
          </a:pPr>
          <a:r>
            <a:rPr lang="en-US" b="1" dirty="0"/>
            <a:t>Objective</a:t>
          </a:r>
          <a:endParaRPr lang="en-US" dirty="0"/>
        </a:p>
      </dgm:t>
    </dgm:pt>
    <dgm:pt modelId="{F11FF9D4-F657-4A8D-935C-8D72B06442AB}" type="parTrans" cxnId="{5DC4F46B-5945-4F5E-B2BA-4F5D77D25DF0}">
      <dgm:prSet/>
      <dgm:spPr/>
      <dgm:t>
        <a:bodyPr/>
        <a:lstStyle/>
        <a:p>
          <a:endParaRPr lang="en-US"/>
        </a:p>
      </dgm:t>
    </dgm:pt>
    <dgm:pt modelId="{87102923-EC83-40E4-9CC2-71308EDB0001}" type="sibTrans" cxnId="{5DC4F46B-5945-4F5E-B2BA-4F5D77D25DF0}">
      <dgm:prSet/>
      <dgm:spPr/>
      <dgm:t>
        <a:bodyPr/>
        <a:lstStyle/>
        <a:p>
          <a:endParaRPr lang="en-US"/>
        </a:p>
      </dgm:t>
    </dgm:pt>
    <dgm:pt modelId="{AF9849E0-AD5E-4229-9B9C-DB9EBBAAA450}">
      <dgm:prSet/>
      <dgm:spPr/>
      <dgm:t>
        <a:bodyPr/>
        <a:lstStyle/>
        <a:p>
          <a:r>
            <a:rPr lang="en-US" dirty="0"/>
            <a:t>Natural wine populations</a:t>
          </a:r>
        </a:p>
      </dgm:t>
    </dgm:pt>
    <dgm:pt modelId="{4BA8E692-79C4-4EB9-AA4D-956D09D895E1}" type="parTrans" cxnId="{9375229E-1CBF-405C-A0B0-26BD4280B1D5}">
      <dgm:prSet/>
      <dgm:spPr/>
      <dgm:t>
        <a:bodyPr/>
        <a:lstStyle/>
        <a:p>
          <a:endParaRPr lang="en-US"/>
        </a:p>
      </dgm:t>
    </dgm:pt>
    <dgm:pt modelId="{B53C177B-C7AE-498B-B15A-027A82C05C71}" type="sibTrans" cxnId="{9375229E-1CBF-405C-A0B0-26BD4280B1D5}">
      <dgm:prSet/>
      <dgm:spPr/>
      <dgm:t>
        <a:bodyPr/>
        <a:lstStyle/>
        <a:p>
          <a:endParaRPr lang="en-US"/>
        </a:p>
      </dgm:t>
    </dgm:pt>
    <dgm:pt modelId="{CAE846BB-A155-4639-AF6B-7BF45107440C}">
      <dgm:prSet/>
      <dgm:spPr/>
      <dgm:t>
        <a:bodyPr/>
        <a:lstStyle/>
        <a:p>
          <a:r>
            <a:rPr lang="en-US" dirty="0"/>
            <a:t>Hidden subgroup structure</a:t>
          </a:r>
        </a:p>
      </dgm:t>
    </dgm:pt>
    <dgm:pt modelId="{0EA241A8-FC4D-460F-970F-B4460D76CAA2}" type="parTrans" cxnId="{CC9FACD6-5F07-41D4-8ADF-2FFE6129AB63}">
      <dgm:prSet/>
      <dgm:spPr/>
      <dgm:t>
        <a:bodyPr/>
        <a:lstStyle/>
        <a:p>
          <a:endParaRPr lang="en-US"/>
        </a:p>
      </dgm:t>
    </dgm:pt>
    <dgm:pt modelId="{D04D1048-185D-4732-911B-10D9575C1963}" type="sibTrans" cxnId="{CC9FACD6-5F07-41D4-8ADF-2FFE6129AB63}">
      <dgm:prSet/>
      <dgm:spPr/>
      <dgm:t>
        <a:bodyPr/>
        <a:lstStyle/>
        <a:p>
          <a:endParaRPr lang="en-US"/>
        </a:p>
      </dgm:t>
    </dgm:pt>
    <dgm:pt modelId="{09B0747D-A665-4A86-8871-25E08CBABF94}">
      <dgm:prSet/>
      <dgm:spPr/>
      <dgm:t>
        <a:bodyPr/>
        <a:lstStyle/>
        <a:p>
          <a:r>
            <a:rPr lang="en-US" dirty="0"/>
            <a:t>Low-dimensional representations</a:t>
          </a:r>
        </a:p>
      </dgm:t>
    </dgm:pt>
    <dgm:pt modelId="{17C726A8-6311-47E5-8C09-33301628CAA0}" type="parTrans" cxnId="{CAD86A64-BC53-4BE7-A613-3072590A5EA1}">
      <dgm:prSet/>
      <dgm:spPr/>
      <dgm:t>
        <a:bodyPr/>
        <a:lstStyle/>
        <a:p>
          <a:endParaRPr lang="en-US"/>
        </a:p>
      </dgm:t>
    </dgm:pt>
    <dgm:pt modelId="{0229753E-5DCA-40F0-AF90-73764C22AC37}" type="sibTrans" cxnId="{CAD86A64-BC53-4BE7-A613-3072590A5EA1}">
      <dgm:prSet/>
      <dgm:spPr/>
      <dgm:t>
        <a:bodyPr/>
        <a:lstStyle/>
        <a:p>
          <a:endParaRPr lang="en-US"/>
        </a:p>
      </dgm:t>
    </dgm:pt>
    <dgm:pt modelId="{12CF2FBC-777E-4128-8369-F2F3A8A11AA4}">
      <dgm:prSet/>
      <dgm:spPr/>
      <dgm:t>
        <a:bodyPr/>
        <a:lstStyle/>
        <a:p>
          <a:r>
            <a:rPr lang="en-US" dirty="0"/>
            <a:t>Rare and unusual wine observations</a:t>
          </a:r>
        </a:p>
      </dgm:t>
    </dgm:pt>
    <dgm:pt modelId="{0A3F0C10-6BE9-4E65-BABD-D1378EE36835}" type="parTrans" cxnId="{E64485ED-0AF1-421F-A448-2571C7015475}">
      <dgm:prSet/>
      <dgm:spPr/>
      <dgm:t>
        <a:bodyPr/>
        <a:lstStyle/>
        <a:p>
          <a:endParaRPr lang="en-US"/>
        </a:p>
      </dgm:t>
    </dgm:pt>
    <dgm:pt modelId="{CD5356E7-4E0C-46A9-8CDF-651EBFD69AD7}" type="sibTrans" cxnId="{E64485ED-0AF1-421F-A448-2571C7015475}">
      <dgm:prSet/>
      <dgm:spPr/>
      <dgm:t>
        <a:bodyPr/>
        <a:lstStyle/>
        <a:p>
          <a:endParaRPr lang="en-US"/>
        </a:p>
      </dgm:t>
    </dgm:pt>
    <dgm:pt modelId="{33D7C1C2-FE85-4E1B-B71E-948020B5ABF6}">
      <dgm:prSet/>
      <dgm:spPr/>
      <dgm:t>
        <a:bodyPr/>
        <a:lstStyle/>
        <a:p>
          <a:pPr>
            <a:defRPr b="1"/>
          </a:pPr>
          <a:r>
            <a:rPr lang="en-US" b="1" dirty="0"/>
            <a:t>Business Relevance</a:t>
          </a:r>
          <a:endParaRPr lang="en-US" dirty="0"/>
        </a:p>
      </dgm:t>
    </dgm:pt>
    <dgm:pt modelId="{F8FEB075-F285-48B8-BF63-C0AF13178540}" type="parTrans" cxnId="{C16FE955-3C63-4962-AFAC-A656548F7BD3}">
      <dgm:prSet/>
      <dgm:spPr/>
      <dgm:t>
        <a:bodyPr/>
        <a:lstStyle/>
        <a:p>
          <a:endParaRPr lang="en-US"/>
        </a:p>
      </dgm:t>
    </dgm:pt>
    <dgm:pt modelId="{0200A902-9483-4887-B6D3-491A592BB2B0}" type="sibTrans" cxnId="{C16FE955-3C63-4962-AFAC-A656548F7BD3}">
      <dgm:prSet/>
      <dgm:spPr/>
      <dgm:t>
        <a:bodyPr/>
        <a:lstStyle/>
        <a:p>
          <a:endParaRPr lang="en-US"/>
        </a:p>
      </dgm:t>
    </dgm:pt>
    <dgm:pt modelId="{99A28A4F-D90B-44D7-A772-0F5D71DD3CC4}">
      <dgm:prSet/>
      <dgm:spPr/>
      <dgm:t>
        <a:bodyPr/>
        <a:lstStyle/>
        <a:p>
          <a:r>
            <a:rPr lang="en-US" dirty="0"/>
            <a:t>Quality analysis</a:t>
          </a:r>
        </a:p>
      </dgm:t>
    </dgm:pt>
    <dgm:pt modelId="{7522B2C5-DD5A-4206-A86D-AA9EF80DD880}" type="parTrans" cxnId="{19523A3B-0C57-498D-8097-A8AEE934FE8B}">
      <dgm:prSet/>
      <dgm:spPr/>
      <dgm:t>
        <a:bodyPr/>
        <a:lstStyle/>
        <a:p>
          <a:endParaRPr lang="en-US"/>
        </a:p>
      </dgm:t>
    </dgm:pt>
    <dgm:pt modelId="{A599F5B7-DBFA-4245-A00C-F8D47EAE2F14}" type="sibTrans" cxnId="{19523A3B-0C57-498D-8097-A8AEE934FE8B}">
      <dgm:prSet/>
      <dgm:spPr/>
      <dgm:t>
        <a:bodyPr/>
        <a:lstStyle/>
        <a:p>
          <a:endParaRPr lang="en-US"/>
        </a:p>
      </dgm:t>
    </dgm:pt>
    <dgm:pt modelId="{6A8E01F5-75F3-4353-AC6E-5A376723FE23}">
      <dgm:prSet/>
      <dgm:spPr/>
      <dgm:t>
        <a:bodyPr/>
        <a:lstStyle/>
        <a:p>
          <a:r>
            <a:rPr lang="en-US" dirty="0"/>
            <a:t>Product segmentation</a:t>
          </a:r>
        </a:p>
      </dgm:t>
    </dgm:pt>
    <dgm:pt modelId="{04497779-DEDB-447F-A45C-CCAC3C7FC855}" type="parTrans" cxnId="{6EAE0C23-A6AB-475F-8345-22DC2986164E}">
      <dgm:prSet/>
      <dgm:spPr/>
      <dgm:t>
        <a:bodyPr/>
        <a:lstStyle/>
        <a:p>
          <a:endParaRPr lang="en-US"/>
        </a:p>
      </dgm:t>
    </dgm:pt>
    <dgm:pt modelId="{CC32C218-F2A7-402C-9335-BFA60A8CE6AB}" type="sibTrans" cxnId="{6EAE0C23-A6AB-475F-8345-22DC2986164E}">
      <dgm:prSet/>
      <dgm:spPr/>
      <dgm:t>
        <a:bodyPr/>
        <a:lstStyle/>
        <a:p>
          <a:endParaRPr lang="en-US"/>
        </a:p>
      </dgm:t>
    </dgm:pt>
    <dgm:pt modelId="{3376085E-227F-4E41-890A-5EC4277E62BE}">
      <dgm:prSet/>
      <dgm:spPr/>
      <dgm:t>
        <a:bodyPr/>
        <a:lstStyle/>
        <a:p>
          <a:r>
            <a:rPr lang="en-US" dirty="0"/>
            <a:t>Process monitoring</a:t>
          </a:r>
        </a:p>
      </dgm:t>
    </dgm:pt>
    <dgm:pt modelId="{73DB2656-28BF-45F7-BE02-81498F46E1F3}" type="parTrans" cxnId="{7FC90143-2D44-40FD-B058-9ACAEB278BB7}">
      <dgm:prSet/>
      <dgm:spPr/>
      <dgm:t>
        <a:bodyPr/>
        <a:lstStyle/>
        <a:p>
          <a:endParaRPr lang="en-US"/>
        </a:p>
      </dgm:t>
    </dgm:pt>
    <dgm:pt modelId="{EEA444FA-4041-4704-9545-F9B1B2350E69}" type="sibTrans" cxnId="{7FC90143-2D44-40FD-B058-9ACAEB278BB7}">
      <dgm:prSet/>
      <dgm:spPr/>
      <dgm:t>
        <a:bodyPr/>
        <a:lstStyle/>
        <a:p>
          <a:endParaRPr lang="en-US"/>
        </a:p>
      </dgm:t>
    </dgm:pt>
    <dgm:pt modelId="{51333294-6DFF-4ECB-9FF6-14EE4F0AD4FA}">
      <dgm:prSet/>
      <dgm:spPr/>
      <dgm:t>
        <a:bodyPr/>
        <a:lstStyle/>
        <a:p>
          <a:r>
            <a:rPr lang="en-US" dirty="0"/>
            <a:t>Rare profile detection</a:t>
          </a:r>
        </a:p>
      </dgm:t>
    </dgm:pt>
    <dgm:pt modelId="{FA864AA9-3454-4BE4-9B73-C4682A709492}" type="parTrans" cxnId="{D3EBDDFC-922A-407C-9DE1-C797B4FD02B1}">
      <dgm:prSet/>
      <dgm:spPr/>
      <dgm:t>
        <a:bodyPr/>
        <a:lstStyle/>
        <a:p>
          <a:endParaRPr lang="en-US"/>
        </a:p>
      </dgm:t>
    </dgm:pt>
    <dgm:pt modelId="{D90BC342-7A6C-4C5F-89A8-7637E4716D99}" type="sibTrans" cxnId="{D3EBDDFC-922A-407C-9DE1-C797B4FD02B1}">
      <dgm:prSet/>
      <dgm:spPr/>
      <dgm:t>
        <a:bodyPr/>
        <a:lstStyle/>
        <a:p>
          <a:endParaRPr lang="en-US"/>
        </a:p>
      </dgm:t>
    </dgm:pt>
    <dgm:pt modelId="{198477C5-6D57-4D5C-832D-6278D1D7C312}">
      <dgm:prSet/>
      <dgm:spPr/>
      <dgm:t>
        <a:bodyPr/>
        <a:lstStyle/>
        <a:p>
          <a:pPr>
            <a:defRPr b="1"/>
          </a:pPr>
          <a:r>
            <a:rPr lang="en-US" b="1"/>
            <a:t>Why it matters</a:t>
          </a:r>
          <a:endParaRPr lang="en-US"/>
        </a:p>
      </dgm:t>
    </dgm:pt>
    <dgm:pt modelId="{29A9732A-0DF7-4246-8ECA-3B3AD47EF4D0}" type="parTrans" cxnId="{06D9825F-3A19-4C1E-BEE6-E1940386B9A6}">
      <dgm:prSet/>
      <dgm:spPr/>
      <dgm:t>
        <a:bodyPr/>
        <a:lstStyle/>
        <a:p>
          <a:endParaRPr lang="en-US"/>
        </a:p>
      </dgm:t>
    </dgm:pt>
    <dgm:pt modelId="{34F0A380-0180-416E-A92A-5621898152F3}" type="sibTrans" cxnId="{06D9825F-3A19-4C1E-BEE6-E1940386B9A6}">
      <dgm:prSet/>
      <dgm:spPr/>
      <dgm:t>
        <a:bodyPr/>
        <a:lstStyle/>
        <a:p>
          <a:endParaRPr lang="en-US"/>
        </a:p>
      </dgm:t>
    </dgm:pt>
    <dgm:pt modelId="{82C1E112-420C-4054-A0D2-E098FFD81DF5}">
      <dgm:prSet/>
      <dgm:spPr/>
      <dgm:t>
        <a:bodyPr/>
        <a:lstStyle/>
        <a:p>
          <a:r>
            <a:rPr lang="en-US"/>
            <a:t>Understanding hidden wine structure can support quality analysis, anomaly detection, and future predictive modeling.</a:t>
          </a:r>
        </a:p>
      </dgm:t>
    </dgm:pt>
    <dgm:pt modelId="{99D49E5A-00E0-451B-8ECA-CDC7BE34E0A1}" type="parTrans" cxnId="{E8796932-780C-4341-B71D-6E368A142CA5}">
      <dgm:prSet/>
      <dgm:spPr/>
      <dgm:t>
        <a:bodyPr/>
        <a:lstStyle/>
        <a:p>
          <a:endParaRPr lang="en-US"/>
        </a:p>
      </dgm:t>
    </dgm:pt>
    <dgm:pt modelId="{90CA874E-9C0F-4873-837E-86D1D1A2A288}" type="sibTrans" cxnId="{E8796932-780C-4341-B71D-6E368A142CA5}">
      <dgm:prSet/>
      <dgm:spPr/>
      <dgm:t>
        <a:bodyPr/>
        <a:lstStyle/>
        <a:p>
          <a:endParaRPr lang="en-US"/>
        </a:p>
      </dgm:t>
    </dgm:pt>
    <dgm:pt modelId="{E1885842-6B76-456E-B76E-81DFE57CD1AB}">
      <dgm:prSet/>
      <dgm:spPr/>
      <dgm:t>
        <a:bodyPr/>
        <a:lstStyle/>
        <a:p>
          <a:pPr>
            <a:defRPr b="1"/>
          </a:pPr>
          <a:r>
            <a:rPr lang="en-US" b="0" dirty="0"/>
            <a:t>Identify natural structure within wine chemistry data without using target labels.</a:t>
          </a:r>
        </a:p>
      </dgm:t>
    </dgm:pt>
    <dgm:pt modelId="{F9ECB366-63B3-4396-9830-2F1F25057067}" type="parTrans" cxnId="{C8B87AB3-2A90-4FDF-83B6-26C6D51D8E72}">
      <dgm:prSet/>
      <dgm:spPr/>
      <dgm:t>
        <a:bodyPr/>
        <a:lstStyle/>
        <a:p>
          <a:endParaRPr lang="en-US"/>
        </a:p>
      </dgm:t>
    </dgm:pt>
    <dgm:pt modelId="{4D7D689C-9E1E-4ED0-A41E-A28588AA19CF}" type="sibTrans" cxnId="{C8B87AB3-2A90-4FDF-83B6-26C6D51D8E72}">
      <dgm:prSet/>
      <dgm:spPr/>
      <dgm:t>
        <a:bodyPr/>
        <a:lstStyle/>
        <a:p>
          <a:endParaRPr lang="en-US"/>
        </a:p>
      </dgm:t>
    </dgm:pt>
    <dgm:pt modelId="{8B81CA99-B2D0-4668-86B4-DCE483C88EFD}">
      <dgm:prSet/>
      <dgm:spPr/>
      <dgm:t>
        <a:bodyPr/>
        <a:lstStyle/>
        <a:p>
          <a:pPr>
            <a:defRPr b="1"/>
          </a:pPr>
          <a:r>
            <a:rPr lang="en-US" b="0" dirty="0"/>
            <a:t>Identify the following:</a:t>
          </a:r>
        </a:p>
      </dgm:t>
    </dgm:pt>
    <dgm:pt modelId="{0ED88B4C-EF20-4046-82D4-71AAB38E0CB6}" type="parTrans" cxnId="{A2AAAF8C-A0E9-47E3-985C-705E077F55E6}">
      <dgm:prSet/>
      <dgm:spPr/>
      <dgm:t>
        <a:bodyPr/>
        <a:lstStyle/>
        <a:p>
          <a:endParaRPr lang="en-US"/>
        </a:p>
      </dgm:t>
    </dgm:pt>
    <dgm:pt modelId="{750818AD-0516-46EC-A788-4D50ED6C093E}" type="sibTrans" cxnId="{A2AAAF8C-A0E9-47E3-985C-705E077F55E6}">
      <dgm:prSet/>
      <dgm:spPr/>
      <dgm:t>
        <a:bodyPr/>
        <a:lstStyle/>
        <a:p>
          <a:endParaRPr lang="en-US"/>
        </a:p>
      </dgm:t>
    </dgm:pt>
    <dgm:pt modelId="{E8D6E98B-E7C8-454C-A60D-7F8111B5818A}">
      <dgm:prSet/>
      <dgm:spPr/>
      <dgm:t>
        <a:bodyPr/>
        <a:lstStyle/>
        <a:p>
          <a:pPr>
            <a:defRPr b="1"/>
          </a:pPr>
          <a:r>
            <a:rPr lang="en-US" b="0" dirty="0"/>
            <a:t>Understanding wine chemistry structure can support:</a:t>
          </a:r>
        </a:p>
      </dgm:t>
    </dgm:pt>
    <dgm:pt modelId="{B4F75592-E93B-4EA5-8AC5-0CD4E159CB03}" type="parTrans" cxnId="{5DA40C4D-F7CF-4061-B901-88EA66ACC501}">
      <dgm:prSet/>
      <dgm:spPr/>
      <dgm:t>
        <a:bodyPr/>
        <a:lstStyle/>
        <a:p>
          <a:endParaRPr lang="en-US"/>
        </a:p>
      </dgm:t>
    </dgm:pt>
    <dgm:pt modelId="{BFC62E5E-F2F8-4495-B871-AEF574BE0C33}" type="sibTrans" cxnId="{5DA40C4D-F7CF-4061-B901-88EA66ACC501}">
      <dgm:prSet/>
      <dgm:spPr/>
      <dgm:t>
        <a:bodyPr/>
        <a:lstStyle/>
        <a:p>
          <a:endParaRPr lang="en-US"/>
        </a:p>
      </dgm:t>
    </dgm:pt>
    <dgm:pt modelId="{E329603A-74C7-4534-A5CC-0D8B1400B87D}" type="pres">
      <dgm:prSet presAssocID="{3E07B075-5732-41F7-B093-3115BE20D35E}" presName="Name0" presStyleCnt="0">
        <dgm:presLayoutVars>
          <dgm:dir/>
          <dgm:animLvl val="lvl"/>
          <dgm:resizeHandles val="exact"/>
        </dgm:presLayoutVars>
      </dgm:prSet>
      <dgm:spPr/>
    </dgm:pt>
    <dgm:pt modelId="{E8035053-3BA8-4F5A-8503-92299D32BA75}" type="pres">
      <dgm:prSet presAssocID="{0E1FE144-10ED-4C9C-9A0B-42A1FCEC8914}" presName="composite" presStyleCnt="0"/>
      <dgm:spPr/>
    </dgm:pt>
    <dgm:pt modelId="{BE222148-EA50-4BB1-AC24-650F22DEBC39}" type="pres">
      <dgm:prSet presAssocID="{0E1FE144-10ED-4C9C-9A0B-42A1FCEC8914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4AC6F8BB-24FF-41B6-8AD8-85B2EA641FD3}" type="pres">
      <dgm:prSet presAssocID="{0E1FE144-10ED-4C9C-9A0B-42A1FCEC8914}" presName="desTx" presStyleLbl="alignAccFollowNode1" presStyleIdx="0" presStyleCnt="5">
        <dgm:presLayoutVars>
          <dgm:bulletEnabled val="1"/>
        </dgm:presLayoutVars>
      </dgm:prSet>
      <dgm:spPr/>
    </dgm:pt>
    <dgm:pt modelId="{D16529B4-CA69-4570-B4ED-50FB77A0795F}" type="pres">
      <dgm:prSet presAssocID="{9204FAE2-F951-4D4C-BAD5-2A50AF7C9C77}" presName="space" presStyleCnt="0"/>
      <dgm:spPr/>
    </dgm:pt>
    <dgm:pt modelId="{F667A296-021A-4E11-BE0D-2E92E7C15355}" type="pres">
      <dgm:prSet presAssocID="{D924B0F3-B4EC-4CD7-838B-DF4B5BD2156A}" presName="composite" presStyleCnt="0"/>
      <dgm:spPr/>
    </dgm:pt>
    <dgm:pt modelId="{53691529-A77B-4A2D-B300-FE318247BACB}" type="pres">
      <dgm:prSet presAssocID="{D924B0F3-B4EC-4CD7-838B-DF4B5BD2156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17DE764-CD1F-4317-B576-71F3BE17A5DF}" type="pres">
      <dgm:prSet presAssocID="{D924B0F3-B4EC-4CD7-838B-DF4B5BD2156A}" presName="desTx" presStyleLbl="alignAccFollowNode1" presStyleIdx="1" presStyleCnt="5">
        <dgm:presLayoutVars>
          <dgm:bulletEnabled val="1"/>
        </dgm:presLayoutVars>
      </dgm:prSet>
      <dgm:spPr/>
    </dgm:pt>
    <dgm:pt modelId="{80A34FC9-82C8-461B-9ED1-1E508FF12AE7}" type="pres">
      <dgm:prSet presAssocID="{37362062-8B45-425E-8DC7-F1C84F49BBCB}" presName="space" presStyleCnt="0"/>
      <dgm:spPr/>
    </dgm:pt>
    <dgm:pt modelId="{250DF139-6FC0-483A-A2BE-F844DAD4263A}" type="pres">
      <dgm:prSet presAssocID="{B67B19BB-84CC-4EBC-9103-EE96C42E0467}" presName="composite" presStyleCnt="0"/>
      <dgm:spPr/>
    </dgm:pt>
    <dgm:pt modelId="{A68A6FBA-6194-45BD-84E8-DCDAA5F6320D}" type="pres">
      <dgm:prSet presAssocID="{B67B19BB-84CC-4EBC-9103-EE96C42E0467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AA185CE-E2D3-4E96-BB5A-F616C9DDE0C0}" type="pres">
      <dgm:prSet presAssocID="{B67B19BB-84CC-4EBC-9103-EE96C42E0467}" presName="desTx" presStyleLbl="alignAccFollowNode1" presStyleIdx="2" presStyleCnt="5">
        <dgm:presLayoutVars>
          <dgm:bulletEnabled val="1"/>
        </dgm:presLayoutVars>
      </dgm:prSet>
      <dgm:spPr/>
    </dgm:pt>
    <dgm:pt modelId="{EC9E48D8-CBE4-4BEC-91E8-7CE499BE41F1}" type="pres">
      <dgm:prSet presAssocID="{87102923-EC83-40E4-9CC2-71308EDB0001}" presName="space" presStyleCnt="0"/>
      <dgm:spPr/>
    </dgm:pt>
    <dgm:pt modelId="{48ADCC02-0EED-4DA2-A364-20A8AFC6804C}" type="pres">
      <dgm:prSet presAssocID="{33D7C1C2-FE85-4E1B-B71E-948020B5ABF6}" presName="composite" presStyleCnt="0"/>
      <dgm:spPr/>
    </dgm:pt>
    <dgm:pt modelId="{759D1002-D987-463A-82EB-907A4B16D08B}" type="pres">
      <dgm:prSet presAssocID="{33D7C1C2-FE85-4E1B-B71E-948020B5ABF6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A41DAA5-7BDA-432A-A6FD-7B26DECA331E}" type="pres">
      <dgm:prSet presAssocID="{33D7C1C2-FE85-4E1B-B71E-948020B5ABF6}" presName="desTx" presStyleLbl="alignAccFollowNode1" presStyleIdx="3" presStyleCnt="5">
        <dgm:presLayoutVars>
          <dgm:bulletEnabled val="1"/>
        </dgm:presLayoutVars>
      </dgm:prSet>
      <dgm:spPr/>
    </dgm:pt>
    <dgm:pt modelId="{AE31E6B4-E652-4F92-8E26-BCF276D1EFBE}" type="pres">
      <dgm:prSet presAssocID="{0200A902-9483-4887-B6D3-491A592BB2B0}" presName="space" presStyleCnt="0"/>
      <dgm:spPr/>
    </dgm:pt>
    <dgm:pt modelId="{0DE4609B-C677-47FF-A905-B6CFC13A5C5F}" type="pres">
      <dgm:prSet presAssocID="{198477C5-6D57-4D5C-832D-6278D1D7C312}" presName="composite" presStyleCnt="0"/>
      <dgm:spPr/>
    </dgm:pt>
    <dgm:pt modelId="{226F654B-8B3F-44ED-9FCE-9428C48DAA25}" type="pres">
      <dgm:prSet presAssocID="{198477C5-6D57-4D5C-832D-6278D1D7C312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569A74F0-ABCC-4EF0-937A-D98080BA1475}" type="pres">
      <dgm:prSet presAssocID="{198477C5-6D57-4D5C-832D-6278D1D7C312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0E1BB102-B9C1-433A-BB68-1BF93FDBD892}" type="presOf" srcId="{4D1C05E9-F7B4-4263-8779-E625FDE463E5}" destId="{4AC6F8BB-24FF-41B6-8AD8-85B2EA641FD3}" srcOrd="0" destOrd="0" presId="urn:microsoft.com/office/officeart/2005/8/layout/hList1"/>
    <dgm:cxn modelId="{70D15512-D252-4F84-AB1F-7F50E923AC14}" srcId="{0E1FE144-10ED-4C9C-9A0B-42A1FCEC8914}" destId="{62B38067-50B1-4F1F-975F-7FD4E806DB78}" srcOrd="2" destOrd="0" parTransId="{8C8DC525-725B-44CA-88DD-2013515866D0}" sibTransId="{8319597E-C926-42B7-A427-0D9FA0722711}"/>
    <dgm:cxn modelId="{03C36D17-F84C-4483-95BA-64DC5C96FDE7}" type="presOf" srcId="{B67B19BB-84CC-4EBC-9103-EE96C42E0467}" destId="{A68A6FBA-6194-45BD-84E8-DCDAA5F6320D}" srcOrd="0" destOrd="0" presId="urn:microsoft.com/office/officeart/2005/8/layout/hList1"/>
    <dgm:cxn modelId="{8FEB7B20-64D3-46B9-806C-099B9F7D31AC}" type="presOf" srcId="{D924B0F3-B4EC-4CD7-838B-DF4B5BD2156A}" destId="{53691529-A77B-4A2D-B300-FE318247BACB}" srcOrd="0" destOrd="0" presId="urn:microsoft.com/office/officeart/2005/8/layout/hList1"/>
    <dgm:cxn modelId="{6EAE0C23-A6AB-475F-8345-22DC2986164E}" srcId="{E8D6E98B-E7C8-454C-A60D-7F8111B5818A}" destId="{6A8E01F5-75F3-4353-AC6E-5A376723FE23}" srcOrd="1" destOrd="0" parTransId="{04497779-DEDB-447F-A45C-CCAC3C7FC855}" sibTransId="{CC32C218-F2A7-402C-9335-BFA60A8CE6AB}"/>
    <dgm:cxn modelId="{785A3A25-FEC1-4968-BC13-81F0FF7FA08E}" type="presOf" srcId="{33D7C1C2-FE85-4E1B-B71E-948020B5ABF6}" destId="{759D1002-D987-463A-82EB-907A4B16D08B}" srcOrd="0" destOrd="0" presId="urn:microsoft.com/office/officeart/2005/8/layout/hList1"/>
    <dgm:cxn modelId="{0BE8DB2A-5CCD-4E84-A07C-8B76E9ED3D23}" type="presOf" srcId="{51333294-6DFF-4ECB-9FF6-14EE4F0AD4FA}" destId="{4A41DAA5-7BDA-432A-A6FD-7B26DECA331E}" srcOrd="0" destOrd="4" presId="urn:microsoft.com/office/officeart/2005/8/layout/hList1"/>
    <dgm:cxn modelId="{1C27882C-44D8-45B3-A512-19CE07A11783}" type="presOf" srcId="{198477C5-6D57-4D5C-832D-6278D1D7C312}" destId="{226F654B-8B3F-44ED-9FCE-9428C48DAA25}" srcOrd="0" destOrd="0" presId="urn:microsoft.com/office/officeart/2005/8/layout/hList1"/>
    <dgm:cxn modelId="{5ED6EB31-6799-4532-AB33-6DB42DE5E6C6}" type="presOf" srcId="{99A28A4F-D90B-44D7-A772-0F5D71DD3CC4}" destId="{4A41DAA5-7BDA-432A-A6FD-7B26DECA331E}" srcOrd="0" destOrd="1" presId="urn:microsoft.com/office/officeart/2005/8/layout/hList1"/>
    <dgm:cxn modelId="{E8796932-780C-4341-B71D-6E368A142CA5}" srcId="{198477C5-6D57-4D5C-832D-6278D1D7C312}" destId="{82C1E112-420C-4054-A0D2-E098FFD81DF5}" srcOrd="0" destOrd="0" parTransId="{99D49E5A-00E0-451B-8ECA-CDC7BE34E0A1}" sibTransId="{90CA874E-9C0F-4873-837E-86D1D1A2A288}"/>
    <dgm:cxn modelId="{19523A3B-0C57-498D-8097-A8AEE934FE8B}" srcId="{E8D6E98B-E7C8-454C-A60D-7F8111B5818A}" destId="{99A28A4F-D90B-44D7-A772-0F5D71DD3CC4}" srcOrd="0" destOrd="0" parTransId="{7522B2C5-DD5A-4206-A86D-AA9EF80DD880}" sibTransId="{A599F5B7-DBFA-4245-A00C-F8D47EAE2F14}"/>
    <dgm:cxn modelId="{06D9825F-3A19-4C1E-BEE6-E1940386B9A6}" srcId="{3E07B075-5732-41F7-B093-3115BE20D35E}" destId="{198477C5-6D57-4D5C-832D-6278D1D7C312}" srcOrd="4" destOrd="0" parTransId="{29A9732A-0DF7-4246-8ECA-3B3AD47EF4D0}" sibTransId="{34F0A380-0180-416E-A92A-5621898152F3}"/>
    <dgm:cxn modelId="{BE90B95F-C101-48BB-A595-170A4EEC1169}" srcId="{0E1FE144-10ED-4C9C-9A0B-42A1FCEC8914}" destId="{FBBEE1E7-AE97-4E21-99C5-EBF8A4E21081}" srcOrd="1" destOrd="0" parTransId="{DA728A7C-B139-4789-8242-349813E31005}" sibTransId="{3ACD38CC-5B4F-4AC4-842B-43927B438AC3}"/>
    <dgm:cxn modelId="{7FC90143-2D44-40FD-B058-9ACAEB278BB7}" srcId="{E8D6E98B-E7C8-454C-A60D-7F8111B5818A}" destId="{3376085E-227F-4E41-890A-5EC4277E62BE}" srcOrd="2" destOrd="0" parTransId="{73DB2656-28BF-45F7-BE02-81498F46E1F3}" sibTransId="{EEA444FA-4041-4704-9545-F9B1B2350E69}"/>
    <dgm:cxn modelId="{CAD86A64-BC53-4BE7-A613-3072590A5EA1}" srcId="{8B81CA99-B2D0-4668-86B4-DCE483C88EFD}" destId="{09B0747D-A665-4A86-8871-25E08CBABF94}" srcOrd="2" destOrd="0" parTransId="{17C726A8-6311-47E5-8C09-33301628CAA0}" sibTransId="{0229753E-5DCA-40F0-AF90-73764C22AC37}"/>
    <dgm:cxn modelId="{8F04C169-98FC-46C2-B6EC-29CA1F5E737F}" type="presOf" srcId="{E8D6E98B-E7C8-454C-A60D-7F8111B5818A}" destId="{4A41DAA5-7BDA-432A-A6FD-7B26DECA331E}" srcOrd="0" destOrd="0" presId="urn:microsoft.com/office/officeart/2005/8/layout/hList1"/>
    <dgm:cxn modelId="{9B07666B-30A6-4F8F-8610-43433568EF01}" type="presOf" srcId="{E1885842-6B76-456E-B76E-81DFE57CD1AB}" destId="{417DE764-CD1F-4317-B576-71F3BE17A5DF}" srcOrd="0" destOrd="0" presId="urn:microsoft.com/office/officeart/2005/8/layout/hList1"/>
    <dgm:cxn modelId="{5DC4F46B-5945-4F5E-B2BA-4F5D77D25DF0}" srcId="{3E07B075-5732-41F7-B093-3115BE20D35E}" destId="{B67B19BB-84CC-4EBC-9103-EE96C42E0467}" srcOrd="2" destOrd="0" parTransId="{F11FF9D4-F657-4A8D-935C-8D72B06442AB}" sibTransId="{87102923-EC83-40E4-9CC2-71308EDB0001}"/>
    <dgm:cxn modelId="{5DA40C4D-F7CF-4061-B901-88EA66ACC501}" srcId="{33D7C1C2-FE85-4E1B-B71E-948020B5ABF6}" destId="{E8D6E98B-E7C8-454C-A60D-7F8111B5818A}" srcOrd="0" destOrd="0" parTransId="{B4F75592-E93B-4EA5-8AC5-0CD4E159CB03}" sibTransId="{BFC62E5E-F2F8-4495-B871-AEF574BE0C33}"/>
    <dgm:cxn modelId="{8D7A7C54-F042-42D6-9AE7-81A3F93A8C39}" srcId="{0E1FE144-10ED-4C9C-9A0B-42A1FCEC8914}" destId="{4D1C05E9-F7B4-4263-8779-E625FDE463E5}" srcOrd="0" destOrd="0" parTransId="{6C7145F8-A28E-4B7F-BA6B-7714632044B7}" sibTransId="{D064DB17-AD4B-411B-B6FB-F5962612315A}"/>
    <dgm:cxn modelId="{C16FE955-3C63-4962-AFAC-A656548F7BD3}" srcId="{3E07B075-5732-41F7-B093-3115BE20D35E}" destId="{33D7C1C2-FE85-4E1B-B71E-948020B5ABF6}" srcOrd="3" destOrd="0" parTransId="{F8FEB075-F285-48B8-BF63-C0AF13178540}" sibTransId="{0200A902-9483-4887-B6D3-491A592BB2B0}"/>
    <dgm:cxn modelId="{F016125A-0380-41AA-A012-1C7AB58B18B2}" type="presOf" srcId="{09B0747D-A665-4A86-8871-25E08CBABF94}" destId="{9AA185CE-E2D3-4E96-BB5A-F616C9DDE0C0}" srcOrd="0" destOrd="3" presId="urn:microsoft.com/office/officeart/2005/8/layout/hList1"/>
    <dgm:cxn modelId="{1BEB3F83-FAA3-4C57-8572-A3A300EDB3FB}" type="presOf" srcId="{62B38067-50B1-4F1F-975F-7FD4E806DB78}" destId="{4AC6F8BB-24FF-41B6-8AD8-85B2EA641FD3}" srcOrd="0" destOrd="2" presId="urn:microsoft.com/office/officeart/2005/8/layout/hList1"/>
    <dgm:cxn modelId="{76904788-7E36-4D02-8A06-68BCC6395E16}" type="presOf" srcId="{8B81CA99-B2D0-4668-86B4-DCE483C88EFD}" destId="{9AA185CE-E2D3-4E96-BB5A-F616C9DDE0C0}" srcOrd="0" destOrd="0" presId="urn:microsoft.com/office/officeart/2005/8/layout/hList1"/>
    <dgm:cxn modelId="{4D074A8C-63E0-47CA-9114-B7B7E5721EAB}" type="presOf" srcId="{6A8E01F5-75F3-4353-AC6E-5A376723FE23}" destId="{4A41DAA5-7BDA-432A-A6FD-7B26DECA331E}" srcOrd="0" destOrd="2" presId="urn:microsoft.com/office/officeart/2005/8/layout/hList1"/>
    <dgm:cxn modelId="{A2AAAF8C-A0E9-47E3-985C-705E077F55E6}" srcId="{B67B19BB-84CC-4EBC-9103-EE96C42E0467}" destId="{8B81CA99-B2D0-4668-86B4-DCE483C88EFD}" srcOrd="0" destOrd="0" parTransId="{0ED88B4C-EF20-4046-82D4-71AAB38E0CB6}" sibTransId="{750818AD-0516-46EC-A788-4D50ED6C093E}"/>
    <dgm:cxn modelId="{F092358F-E363-4266-A691-D465855E79C1}" type="presOf" srcId="{AF9849E0-AD5E-4229-9B9C-DB9EBBAAA450}" destId="{9AA185CE-E2D3-4E96-BB5A-F616C9DDE0C0}" srcOrd="0" destOrd="1" presId="urn:microsoft.com/office/officeart/2005/8/layout/hList1"/>
    <dgm:cxn modelId="{6B154690-8492-48E7-973D-D80858EA460A}" type="presOf" srcId="{CAE846BB-A155-4639-AF6B-7BF45107440C}" destId="{9AA185CE-E2D3-4E96-BB5A-F616C9DDE0C0}" srcOrd="0" destOrd="2" presId="urn:microsoft.com/office/officeart/2005/8/layout/hList1"/>
    <dgm:cxn modelId="{23AA9491-CBBB-43A9-B848-0F65787D0F0C}" type="presOf" srcId="{FBBEE1E7-AE97-4E21-99C5-EBF8A4E21081}" destId="{4AC6F8BB-24FF-41B6-8AD8-85B2EA641FD3}" srcOrd="0" destOrd="1" presId="urn:microsoft.com/office/officeart/2005/8/layout/hList1"/>
    <dgm:cxn modelId="{BD49E591-745E-4118-A6AD-BFC53243FBAA}" type="presOf" srcId="{3376085E-227F-4E41-890A-5EC4277E62BE}" destId="{4A41DAA5-7BDA-432A-A6FD-7B26DECA331E}" srcOrd="0" destOrd="3" presId="urn:microsoft.com/office/officeart/2005/8/layout/hList1"/>
    <dgm:cxn modelId="{9375229E-1CBF-405C-A0B0-26BD4280B1D5}" srcId="{8B81CA99-B2D0-4668-86B4-DCE483C88EFD}" destId="{AF9849E0-AD5E-4229-9B9C-DB9EBBAAA450}" srcOrd="0" destOrd="0" parTransId="{4BA8E692-79C4-4EB9-AA4D-956D09D895E1}" sibTransId="{B53C177B-C7AE-498B-B15A-027A82C05C71}"/>
    <dgm:cxn modelId="{B00A76A3-389D-4A46-B6C9-9CD81AD342F2}" type="presOf" srcId="{12CF2FBC-777E-4128-8369-F2F3A8A11AA4}" destId="{9AA185CE-E2D3-4E96-BB5A-F616C9DDE0C0}" srcOrd="0" destOrd="4" presId="urn:microsoft.com/office/officeart/2005/8/layout/hList1"/>
    <dgm:cxn modelId="{475FF3AB-C208-4966-A627-0FEDBF2292C3}" srcId="{3E07B075-5732-41F7-B093-3115BE20D35E}" destId="{0E1FE144-10ED-4C9C-9A0B-42A1FCEC8914}" srcOrd="0" destOrd="0" parTransId="{2E38B14E-9771-4215-B393-E21A9D8DE17A}" sibTransId="{9204FAE2-F951-4D4C-BAD5-2A50AF7C9C77}"/>
    <dgm:cxn modelId="{D76836AD-8DEA-495B-9D4D-2F5EC732238B}" type="presOf" srcId="{0E1FE144-10ED-4C9C-9A0B-42A1FCEC8914}" destId="{BE222148-EA50-4BB1-AC24-650F22DEBC39}" srcOrd="0" destOrd="0" presId="urn:microsoft.com/office/officeart/2005/8/layout/hList1"/>
    <dgm:cxn modelId="{4303D9B0-0BDB-4440-8A5A-4BDB33953AEF}" srcId="{3E07B075-5732-41F7-B093-3115BE20D35E}" destId="{D924B0F3-B4EC-4CD7-838B-DF4B5BD2156A}" srcOrd="1" destOrd="0" parTransId="{A3A83FB7-3B1B-4BDB-941B-F11ECA5546DC}" sibTransId="{37362062-8B45-425E-8DC7-F1C84F49BBCB}"/>
    <dgm:cxn modelId="{C8B87AB3-2A90-4FDF-83B6-26C6D51D8E72}" srcId="{D924B0F3-B4EC-4CD7-838B-DF4B5BD2156A}" destId="{E1885842-6B76-456E-B76E-81DFE57CD1AB}" srcOrd="0" destOrd="0" parTransId="{F9ECB366-63B3-4396-9830-2F1F25057067}" sibTransId="{4D7D689C-9E1E-4ED0-A41E-A28588AA19CF}"/>
    <dgm:cxn modelId="{949956C8-C1FC-4978-A0FC-EA6F836B005A}" type="presOf" srcId="{82C1E112-420C-4054-A0D2-E098FFD81DF5}" destId="{569A74F0-ABCC-4EF0-937A-D98080BA1475}" srcOrd="0" destOrd="0" presId="urn:microsoft.com/office/officeart/2005/8/layout/hList1"/>
    <dgm:cxn modelId="{CC9FACD6-5F07-41D4-8ADF-2FFE6129AB63}" srcId="{8B81CA99-B2D0-4668-86B4-DCE483C88EFD}" destId="{CAE846BB-A155-4639-AF6B-7BF45107440C}" srcOrd="1" destOrd="0" parTransId="{0EA241A8-FC4D-460F-970F-B4460D76CAA2}" sibTransId="{D04D1048-185D-4732-911B-10D9575C1963}"/>
    <dgm:cxn modelId="{E64485ED-0AF1-421F-A448-2571C7015475}" srcId="{8B81CA99-B2D0-4668-86B4-DCE483C88EFD}" destId="{12CF2FBC-777E-4128-8369-F2F3A8A11AA4}" srcOrd="3" destOrd="0" parTransId="{0A3F0C10-6BE9-4E65-BABD-D1378EE36835}" sibTransId="{CD5356E7-4E0C-46A9-8CDF-651EBFD69AD7}"/>
    <dgm:cxn modelId="{D3EBDDFC-922A-407C-9DE1-C797B4FD02B1}" srcId="{E8D6E98B-E7C8-454C-A60D-7F8111B5818A}" destId="{51333294-6DFF-4ECB-9FF6-14EE4F0AD4FA}" srcOrd="3" destOrd="0" parTransId="{FA864AA9-3454-4BE4-9B73-C4682A709492}" sibTransId="{D90BC342-7A6C-4C5F-89A8-7637E4716D99}"/>
    <dgm:cxn modelId="{AA00DFFF-77F2-4C8C-ACF9-3C031B0BDDFC}" type="presOf" srcId="{3E07B075-5732-41F7-B093-3115BE20D35E}" destId="{E329603A-74C7-4534-A5CC-0D8B1400B87D}" srcOrd="0" destOrd="0" presId="urn:microsoft.com/office/officeart/2005/8/layout/hList1"/>
    <dgm:cxn modelId="{A42BC585-0277-42C8-B8C1-F11577E85729}" type="presParOf" srcId="{E329603A-74C7-4534-A5CC-0D8B1400B87D}" destId="{E8035053-3BA8-4F5A-8503-92299D32BA75}" srcOrd="0" destOrd="0" presId="urn:microsoft.com/office/officeart/2005/8/layout/hList1"/>
    <dgm:cxn modelId="{B7E3CAD7-0886-4A17-AFDF-E4873C0AE6A7}" type="presParOf" srcId="{E8035053-3BA8-4F5A-8503-92299D32BA75}" destId="{BE222148-EA50-4BB1-AC24-650F22DEBC39}" srcOrd="0" destOrd="0" presId="urn:microsoft.com/office/officeart/2005/8/layout/hList1"/>
    <dgm:cxn modelId="{8B2CCD2F-1C3B-4B35-A683-CFC04DE0D297}" type="presParOf" srcId="{E8035053-3BA8-4F5A-8503-92299D32BA75}" destId="{4AC6F8BB-24FF-41B6-8AD8-85B2EA641FD3}" srcOrd="1" destOrd="0" presId="urn:microsoft.com/office/officeart/2005/8/layout/hList1"/>
    <dgm:cxn modelId="{465F031E-B44E-4C89-A599-E9FA6F95DB4A}" type="presParOf" srcId="{E329603A-74C7-4534-A5CC-0D8B1400B87D}" destId="{D16529B4-CA69-4570-B4ED-50FB77A0795F}" srcOrd="1" destOrd="0" presId="urn:microsoft.com/office/officeart/2005/8/layout/hList1"/>
    <dgm:cxn modelId="{97543AE1-ACF6-49ED-A49A-74694F0E9509}" type="presParOf" srcId="{E329603A-74C7-4534-A5CC-0D8B1400B87D}" destId="{F667A296-021A-4E11-BE0D-2E92E7C15355}" srcOrd="2" destOrd="0" presId="urn:microsoft.com/office/officeart/2005/8/layout/hList1"/>
    <dgm:cxn modelId="{AA6DB2FB-EC1B-414F-A576-898827EB1302}" type="presParOf" srcId="{F667A296-021A-4E11-BE0D-2E92E7C15355}" destId="{53691529-A77B-4A2D-B300-FE318247BACB}" srcOrd="0" destOrd="0" presId="urn:microsoft.com/office/officeart/2005/8/layout/hList1"/>
    <dgm:cxn modelId="{99066419-480C-4438-BB30-52A8433F1B6D}" type="presParOf" srcId="{F667A296-021A-4E11-BE0D-2E92E7C15355}" destId="{417DE764-CD1F-4317-B576-71F3BE17A5DF}" srcOrd="1" destOrd="0" presId="urn:microsoft.com/office/officeart/2005/8/layout/hList1"/>
    <dgm:cxn modelId="{FB749AA8-02BF-40E4-A48E-00FB86B3F363}" type="presParOf" srcId="{E329603A-74C7-4534-A5CC-0D8B1400B87D}" destId="{80A34FC9-82C8-461B-9ED1-1E508FF12AE7}" srcOrd="3" destOrd="0" presId="urn:microsoft.com/office/officeart/2005/8/layout/hList1"/>
    <dgm:cxn modelId="{66B91D55-F65F-4F48-8E4F-F40340FA0877}" type="presParOf" srcId="{E329603A-74C7-4534-A5CC-0D8B1400B87D}" destId="{250DF139-6FC0-483A-A2BE-F844DAD4263A}" srcOrd="4" destOrd="0" presId="urn:microsoft.com/office/officeart/2005/8/layout/hList1"/>
    <dgm:cxn modelId="{9D58B1E0-3CF0-4376-A746-1933D8A57CB4}" type="presParOf" srcId="{250DF139-6FC0-483A-A2BE-F844DAD4263A}" destId="{A68A6FBA-6194-45BD-84E8-DCDAA5F6320D}" srcOrd="0" destOrd="0" presId="urn:microsoft.com/office/officeart/2005/8/layout/hList1"/>
    <dgm:cxn modelId="{B095CEBE-973A-495E-9E90-F2732AEBBEBF}" type="presParOf" srcId="{250DF139-6FC0-483A-A2BE-F844DAD4263A}" destId="{9AA185CE-E2D3-4E96-BB5A-F616C9DDE0C0}" srcOrd="1" destOrd="0" presId="urn:microsoft.com/office/officeart/2005/8/layout/hList1"/>
    <dgm:cxn modelId="{FB3F6F9D-7F91-4A07-A269-C9CC360A920F}" type="presParOf" srcId="{E329603A-74C7-4534-A5CC-0D8B1400B87D}" destId="{EC9E48D8-CBE4-4BEC-91E8-7CE499BE41F1}" srcOrd="5" destOrd="0" presId="urn:microsoft.com/office/officeart/2005/8/layout/hList1"/>
    <dgm:cxn modelId="{A05E0240-9F0F-44A4-9520-6B341BC6C49C}" type="presParOf" srcId="{E329603A-74C7-4534-A5CC-0D8B1400B87D}" destId="{48ADCC02-0EED-4DA2-A364-20A8AFC6804C}" srcOrd="6" destOrd="0" presId="urn:microsoft.com/office/officeart/2005/8/layout/hList1"/>
    <dgm:cxn modelId="{AE120435-1723-4F7D-804A-1422AA4FCE4A}" type="presParOf" srcId="{48ADCC02-0EED-4DA2-A364-20A8AFC6804C}" destId="{759D1002-D987-463A-82EB-907A4B16D08B}" srcOrd="0" destOrd="0" presId="urn:microsoft.com/office/officeart/2005/8/layout/hList1"/>
    <dgm:cxn modelId="{20C97CF5-8797-4DC9-8B39-87C347912A4F}" type="presParOf" srcId="{48ADCC02-0EED-4DA2-A364-20A8AFC6804C}" destId="{4A41DAA5-7BDA-432A-A6FD-7B26DECA331E}" srcOrd="1" destOrd="0" presId="urn:microsoft.com/office/officeart/2005/8/layout/hList1"/>
    <dgm:cxn modelId="{3B377B56-3B7B-47AB-81FE-EACF829E2082}" type="presParOf" srcId="{E329603A-74C7-4534-A5CC-0D8B1400B87D}" destId="{AE31E6B4-E652-4F92-8E26-BCF276D1EFBE}" srcOrd="7" destOrd="0" presId="urn:microsoft.com/office/officeart/2005/8/layout/hList1"/>
    <dgm:cxn modelId="{BA82D8CA-DF8B-49FF-8FE1-059D1EF4AC1E}" type="presParOf" srcId="{E329603A-74C7-4534-A5CC-0D8B1400B87D}" destId="{0DE4609B-C677-47FF-A905-B6CFC13A5C5F}" srcOrd="8" destOrd="0" presId="urn:microsoft.com/office/officeart/2005/8/layout/hList1"/>
    <dgm:cxn modelId="{6E3EEEFC-A193-4A3C-9903-C22070E5C6BC}" type="presParOf" srcId="{0DE4609B-C677-47FF-A905-B6CFC13A5C5F}" destId="{226F654B-8B3F-44ED-9FCE-9428C48DAA25}" srcOrd="0" destOrd="0" presId="urn:microsoft.com/office/officeart/2005/8/layout/hList1"/>
    <dgm:cxn modelId="{83CC8737-74B6-4E35-9D01-590E35A22F1E}" type="presParOf" srcId="{0DE4609B-C677-47FF-A905-B6CFC13A5C5F}" destId="{569A74F0-ABCC-4EF0-937A-D98080BA147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F9EB86-B313-4EE0-8A06-BF2219402A5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A9CE06D-8299-4BD9-8EA1-A18502C95408}">
      <dgm:prSet phldrT="[Text]"/>
      <dgm:spPr/>
      <dgm:t>
        <a:bodyPr/>
        <a:lstStyle/>
        <a:p>
          <a:r>
            <a:rPr lang="en-US" b="1" dirty="0"/>
            <a:t>UCI Wine Quality Dataset</a:t>
          </a:r>
          <a:endParaRPr lang="en-US" dirty="0"/>
        </a:p>
      </dgm:t>
    </dgm:pt>
    <dgm:pt modelId="{6D158C7A-9602-4941-BAEA-031648491B8D}" type="parTrans" cxnId="{21A903AE-048B-4EFD-8126-A3DE40283ADF}">
      <dgm:prSet/>
      <dgm:spPr/>
      <dgm:t>
        <a:bodyPr/>
        <a:lstStyle/>
        <a:p>
          <a:endParaRPr lang="en-US"/>
        </a:p>
      </dgm:t>
    </dgm:pt>
    <dgm:pt modelId="{2AC59700-AC32-43B9-8032-6BA639CDC79E}" type="sibTrans" cxnId="{21A903AE-048B-4EFD-8126-A3DE40283ADF}">
      <dgm:prSet/>
      <dgm:spPr/>
      <dgm:t>
        <a:bodyPr/>
        <a:lstStyle/>
        <a:p>
          <a:endParaRPr lang="en-US"/>
        </a:p>
      </dgm:t>
    </dgm:pt>
    <dgm:pt modelId="{5245E6EB-08A3-44A2-86C9-D45E70C7B729}">
      <dgm:prSet/>
      <dgm:spPr/>
      <dgm:t>
        <a:bodyPr/>
        <a:lstStyle/>
        <a:p>
          <a:r>
            <a:rPr lang="en-US"/>
            <a:t>Physicochemical measurements collected from Portuguese Vinho Verde red and white wines.</a:t>
          </a:r>
          <a:endParaRPr lang="en-US" dirty="0"/>
        </a:p>
      </dgm:t>
    </dgm:pt>
    <dgm:pt modelId="{4E59E64A-3759-4AE2-A767-EA24C7A60B64}" type="parTrans" cxnId="{6C825153-CDE9-4AE0-A512-C4F4C8070D6A}">
      <dgm:prSet/>
      <dgm:spPr/>
      <dgm:t>
        <a:bodyPr/>
        <a:lstStyle/>
        <a:p>
          <a:endParaRPr lang="en-US"/>
        </a:p>
      </dgm:t>
    </dgm:pt>
    <dgm:pt modelId="{3B30F42D-4064-428A-8718-B017DE8BF047}" type="sibTrans" cxnId="{6C825153-CDE9-4AE0-A512-C4F4C8070D6A}">
      <dgm:prSet/>
      <dgm:spPr/>
      <dgm:t>
        <a:bodyPr/>
        <a:lstStyle/>
        <a:p>
          <a:endParaRPr lang="en-US"/>
        </a:p>
      </dgm:t>
    </dgm:pt>
    <dgm:pt modelId="{49DE840B-D438-4B5A-8C12-581213EBAB35}">
      <dgm:prSet/>
      <dgm:spPr/>
      <dgm:t>
        <a:bodyPr/>
        <a:lstStyle/>
        <a:p>
          <a:r>
            <a:rPr lang="en-US" b="1"/>
            <a:t>Dataset Size</a:t>
          </a:r>
          <a:endParaRPr lang="en-US" b="1" dirty="0"/>
        </a:p>
      </dgm:t>
    </dgm:pt>
    <dgm:pt modelId="{B123BF42-A650-44DF-BA3C-9DE620A2E39A}" type="parTrans" cxnId="{FAF2E73D-F092-4759-A18F-C3AC0A5C30C2}">
      <dgm:prSet/>
      <dgm:spPr/>
      <dgm:t>
        <a:bodyPr/>
        <a:lstStyle/>
        <a:p>
          <a:endParaRPr lang="en-US"/>
        </a:p>
      </dgm:t>
    </dgm:pt>
    <dgm:pt modelId="{7424DD80-0507-4FDC-B80D-6490CFEA77CC}" type="sibTrans" cxnId="{FAF2E73D-F092-4759-A18F-C3AC0A5C30C2}">
      <dgm:prSet/>
      <dgm:spPr/>
      <dgm:t>
        <a:bodyPr/>
        <a:lstStyle/>
        <a:p>
          <a:endParaRPr lang="en-US"/>
        </a:p>
      </dgm:t>
    </dgm:pt>
    <dgm:pt modelId="{C5882C1F-816A-42D1-93B0-E12ABF5D3CE4}">
      <dgm:prSet/>
      <dgm:spPr/>
      <dgm:t>
        <a:bodyPr/>
        <a:lstStyle/>
        <a:p>
          <a:r>
            <a:rPr lang="en-US" dirty="0"/>
            <a:t>5,320 observations</a:t>
          </a:r>
        </a:p>
      </dgm:t>
    </dgm:pt>
    <dgm:pt modelId="{16C67213-65A3-445E-8984-C31815FC432B}" type="parTrans" cxnId="{BC754C01-B7C6-4997-9104-1B682283D121}">
      <dgm:prSet/>
      <dgm:spPr/>
      <dgm:t>
        <a:bodyPr/>
        <a:lstStyle/>
        <a:p>
          <a:endParaRPr lang="en-US"/>
        </a:p>
      </dgm:t>
    </dgm:pt>
    <dgm:pt modelId="{561BFBD3-3682-4472-9136-876716A20186}" type="sibTrans" cxnId="{BC754C01-B7C6-4997-9104-1B682283D121}">
      <dgm:prSet/>
      <dgm:spPr/>
      <dgm:t>
        <a:bodyPr/>
        <a:lstStyle/>
        <a:p>
          <a:endParaRPr lang="en-US"/>
        </a:p>
      </dgm:t>
    </dgm:pt>
    <dgm:pt modelId="{963D1A22-70FF-408A-B017-23954930A0EA}">
      <dgm:prSet/>
      <dgm:spPr/>
      <dgm:t>
        <a:bodyPr/>
        <a:lstStyle/>
        <a:p>
          <a:r>
            <a:rPr lang="en-US" dirty="0"/>
            <a:t>11 chemistry features</a:t>
          </a:r>
        </a:p>
      </dgm:t>
    </dgm:pt>
    <dgm:pt modelId="{CAC08AE5-D9E5-4B06-BD7B-B5FC9553273D}" type="parTrans" cxnId="{ADF2D41B-5504-4195-8C07-58A8EAF96627}">
      <dgm:prSet/>
      <dgm:spPr/>
      <dgm:t>
        <a:bodyPr/>
        <a:lstStyle/>
        <a:p>
          <a:endParaRPr lang="en-US"/>
        </a:p>
      </dgm:t>
    </dgm:pt>
    <dgm:pt modelId="{B88EC7BA-67D4-4F77-B020-8CE0CAE9337D}" type="sibTrans" cxnId="{ADF2D41B-5504-4195-8C07-58A8EAF96627}">
      <dgm:prSet/>
      <dgm:spPr/>
      <dgm:t>
        <a:bodyPr/>
        <a:lstStyle/>
        <a:p>
          <a:endParaRPr lang="en-US"/>
        </a:p>
      </dgm:t>
    </dgm:pt>
    <dgm:pt modelId="{921870CF-39B6-4D2A-B1B8-63C450663F16}">
      <dgm:prSet/>
      <dgm:spPr/>
      <dgm:t>
        <a:bodyPr/>
        <a:lstStyle/>
        <a:p>
          <a:r>
            <a:rPr lang="en-US" dirty="0"/>
            <a:t>2 wine types</a:t>
          </a:r>
        </a:p>
      </dgm:t>
    </dgm:pt>
    <dgm:pt modelId="{7DC67048-7155-47CE-9A6F-C96B0C94428E}" type="parTrans" cxnId="{0B7536D0-2811-461D-81DB-07D6C18745EB}">
      <dgm:prSet/>
      <dgm:spPr/>
      <dgm:t>
        <a:bodyPr/>
        <a:lstStyle/>
        <a:p>
          <a:endParaRPr lang="en-US"/>
        </a:p>
      </dgm:t>
    </dgm:pt>
    <dgm:pt modelId="{2FE14FCD-0C5C-4546-9B63-B12A501E681E}" type="sibTrans" cxnId="{0B7536D0-2811-461D-81DB-07D6C18745EB}">
      <dgm:prSet/>
      <dgm:spPr/>
      <dgm:t>
        <a:bodyPr/>
        <a:lstStyle/>
        <a:p>
          <a:endParaRPr lang="en-US"/>
        </a:p>
      </dgm:t>
    </dgm:pt>
    <dgm:pt modelId="{E1E372A0-E19C-4873-9F89-C9911FA1C502}">
      <dgm:prSet/>
      <dgm:spPr/>
      <dgm:t>
        <a:bodyPr/>
        <a:lstStyle/>
        <a:p>
          <a:r>
            <a:rPr lang="en-US" dirty="0"/>
            <a:t>Quality scores ranging from 3 to 9</a:t>
          </a:r>
        </a:p>
      </dgm:t>
    </dgm:pt>
    <dgm:pt modelId="{C23FBFDC-A8B7-4AA6-823F-2BBF2B7BDC12}" type="parTrans" cxnId="{7BE5FA1B-DFDE-4C18-986E-1AA6DE95734D}">
      <dgm:prSet/>
      <dgm:spPr/>
      <dgm:t>
        <a:bodyPr/>
        <a:lstStyle/>
        <a:p>
          <a:endParaRPr lang="en-US"/>
        </a:p>
      </dgm:t>
    </dgm:pt>
    <dgm:pt modelId="{A3621FA1-2ACD-47C7-8B48-F310925F4A1B}" type="sibTrans" cxnId="{7BE5FA1B-DFDE-4C18-986E-1AA6DE95734D}">
      <dgm:prSet/>
      <dgm:spPr/>
      <dgm:t>
        <a:bodyPr/>
        <a:lstStyle/>
        <a:p>
          <a:endParaRPr lang="en-US"/>
        </a:p>
      </dgm:t>
    </dgm:pt>
    <dgm:pt modelId="{2862C376-6BF6-4086-9643-35505B09FFD5}">
      <dgm:prSet/>
      <dgm:spPr/>
      <dgm:t>
        <a:bodyPr/>
        <a:lstStyle/>
        <a:p>
          <a:r>
            <a:rPr lang="en-US" b="1" dirty="0"/>
            <a:t>Wine Types</a:t>
          </a:r>
        </a:p>
      </dgm:t>
    </dgm:pt>
    <dgm:pt modelId="{CF9CD688-FBF0-4670-99E0-FD0EB462053B}" type="parTrans" cxnId="{35074B91-86A3-4AA5-B4C6-95424AE773EE}">
      <dgm:prSet/>
      <dgm:spPr/>
      <dgm:t>
        <a:bodyPr/>
        <a:lstStyle/>
        <a:p>
          <a:endParaRPr lang="en-US"/>
        </a:p>
      </dgm:t>
    </dgm:pt>
    <dgm:pt modelId="{270F14AA-FDE5-4825-ADCF-0C0CA5AA0AA6}" type="sibTrans" cxnId="{35074B91-86A3-4AA5-B4C6-95424AE773EE}">
      <dgm:prSet/>
      <dgm:spPr/>
      <dgm:t>
        <a:bodyPr/>
        <a:lstStyle/>
        <a:p>
          <a:endParaRPr lang="en-US"/>
        </a:p>
      </dgm:t>
    </dgm:pt>
    <dgm:pt modelId="{020AEED4-9380-4712-8F64-6ED677C5B4A7}">
      <dgm:prSet/>
      <dgm:spPr/>
      <dgm:t>
        <a:bodyPr/>
        <a:lstStyle/>
        <a:p>
          <a:r>
            <a:rPr lang="en-US" dirty="0"/>
            <a:t>Red Wine</a:t>
          </a:r>
        </a:p>
      </dgm:t>
    </dgm:pt>
    <dgm:pt modelId="{0ED8CFB9-8617-4EAB-AF65-DBF65824B238}" type="parTrans" cxnId="{B06AC59D-2D41-440B-8CE9-1A83B1A3AC88}">
      <dgm:prSet/>
      <dgm:spPr/>
      <dgm:t>
        <a:bodyPr/>
        <a:lstStyle/>
        <a:p>
          <a:endParaRPr lang="en-US"/>
        </a:p>
      </dgm:t>
    </dgm:pt>
    <dgm:pt modelId="{EE8ED399-68E4-4229-82F7-75B97D4E13AB}" type="sibTrans" cxnId="{B06AC59D-2D41-440B-8CE9-1A83B1A3AC88}">
      <dgm:prSet/>
      <dgm:spPr/>
      <dgm:t>
        <a:bodyPr/>
        <a:lstStyle/>
        <a:p>
          <a:endParaRPr lang="en-US"/>
        </a:p>
      </dgm:t>
    </dgm:pt>
    <dgm:pt modelId="{216FC243-C691-4935-8A71-8F8EE84E251C}">
      <dgm:prSet/>
      <dgm:spPr/>
      <dgm:t>
        <a:bodyPr/>
        <a:lstStyle/>
        <a:p>
          <a:r>
            <a:rPr lang="en-US" dirty="0"/>
            <a:t>White Wine</a:t>
          </a:r>
        </a:p>
      </dgm:t>
    </dgm:pt>
    <dgm:pt modelId="{19E9D14D-0875-4F53-9734-69E9EC1D0D3B}" type="parTrans" cxnId="{1411ACE0-5E82-4190-811E-8892BE0D490A}">
      <dgm:prSet/>
      <dgm:spPr/>
      <dgm:t>
        <a:bodyPr/>
        <a:lstStyle/>
        <a:p>
          <a:endParaRPr lang="en-US"/>
        </a:p>
      </dgm:t>
    </dgm:pt>
    <dgm:pt modelId="{6F632D3D-68B3-49F8-817B-E35DE0284CD8}" type="sibTrans" cxnId="{1411ACE0-5E82-4190-811E-8892BE0D490A}">
      <dgm:prSet/>
      <dgm:spPr/>
      <dgm:t>
        <a:bodyPr/>
        <a:lstStyle/>
        <a:p>
          <a:endParaRPr lang="en-US"/>
        </a:p>
      </dgm:t>
    </dgm:pt>
    <dgm:pt modelId="{22629962-9127-4805-A86D-DDE227894F3A}" type="pres">
      <dgm:prSet presAssocID="{67F9EB86-B313-4EE0-8A06-BF2219402A58}" presName="linear" presStyleCnt="0">
        <dgm:presLayoutVars>
          <dgm:animLvl val="lvl"/>
          <dgm:resizeHandles val="exact"/>
        </dgm:presLayoutVars>
      </dgm:prSet>
      <dgm:spPr/>
    </dgm:pt>
    <dgm:pt modelId="{593CD000-1C93-4D5C-8312-51DC9684FEC5}" type="pres">
      <dgm:prSet presAssocID="{BA9CE06D-8299-4BD9-8EA1-A18502C954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B87372F-A01E-44F8-9839-670161C4B641}" type="pres">
      <dgm:prSet presAssocID="{BA9CE06D-8299-4BD9-8EA1-A18502C95408}" presName="childText" presStyleLbl="revTx" presStyleIdx="0" presStyleCnt="3">
        <dgm:presLayoutVars>
          <dgm:bulletEnabled val="1"/>
        </dgm:presLayoutVars>
      </dgm:prSet>
      <dgm:spPr/>
    </dgm:pt>
    <dgm:pt modelId="{72122333-BC46-4C84-8584-E29F16D10DE0}" type="pres">
      <dgm:prSet presAssocID="{49DE840B-D438-4B5A-8C12-581213EBAB3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A015B9-F5C9-4957-A9A7-73D8DD0A44AE}" type="pres">
      <dgm:prSet presAssocID="{49DE840B-D438-4B5A-8C12-581213EBAB35}" presName="childText" presStyleLbl="revTx" presStyleIdx="1" presStyleCnt="3">
        <dgm:presLayoutVars>
          <dgm:bulletEnabled val="1"/>
        </dgm:presLayoutVars>
      </dgm:prSet>
      <dgm:spPr/>
    </dgm:pt>
    <dgm:pt modelId="{5E4F48E3-C5F9-494E-B0EC-EBF8F41B705B}" type="pres">
      <dgm:prSet presAssocID="{2862C376-6BF6-4086-9643-35505B09FFD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E86EE8C-1BA6-4890-8BA6-7331A7DEC459}" type="pres">
      <dgm:prSet presAssocID="{2862C376-6BF6-4086-9643-35505B09FFD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642AF00-2A9E-4682-9BC2-38DCD86ECD57}" type="presOf" srcId="{963D1A22-70FF-408A-B017-23954930A0EA}" destId="{44A015B9-F5C9-4957-A9A7-73D8DD0A44AE}" srcOrd="0" destOrd="1" presId="urn:microsoft.com/office/officeart/2005/8/layout/vList2"/>
    <dgm:cxn modelId="{BC754C01-B7C6-4997-9104-1B682283D121}" srcId="{49DE840B-D438-4B5A-8C12-581213EBAB35}" destId="{C5882C1F-816A-42D1-93B0-E12ABF5D3CE4}" srcOrd="0" destOrd="0" parTransId="{16C67213-65A3-445E-8984-C31815FC432B}" sibTransId="{561BFBD3-3682-4472-9136-876716A20186}"/>
    <dgm:cxn modelId="{4FED0617-CA1A-4119-82AD-2AEDD3923DA1}" type="presOf" srcId="{216FC243-C691-4935-8A71-8F8EE84E251C}" destId="{7E86EE8C-1BA6-4890-8BA6-7331A7DEC459}" srcOrd="0" destOrd="1" presId="urn:microsoft.com/office/officeart/2005/8/layout/vList2"/>
    <dgm:cxn modelId="{ADF2D41B-5504-4195-8C07-58A8EAF96627}" srcId="{49DE840B-D438-4B5A-8C12-581213EBAB35}" destId="{963D1A22-70FF-408A-B017-23954930A0EA}" srcOrd="1" destOrd="0" parTransId="{CAC08AE5-D9E5-4B06-BD7B-B5FC9553273D}" sibTransId="{B88EC7BA-67D4-4F77-B020-8CE0CAE9337D}"/>
    <dgm:cxn modelId="{7BE5FA1B-DFDE-4C18-986E-1AA6DE95734D}" srcId="{49DE840B-D438-4B5A-8C12-581213EBAB35}" destId="{E1E372A0-E19C-4873-9F89-C9911FA1C502}" srcOrd="3" destOrd="0" parTransId="{C23FBFDC-A8B7-4AA6-823F-2BBF2B7BDC12}" sibTransId="{A3621FA1-2ACD-47C7-8B48-F310925F4A1B}"/>
    <dgm:cxn modelId="{D658681D-5A76-467D-9BDD-CC179469DA24}" type="presOf" srcId="{921870CF-39B6-4D2A-B1B8-63C450663F16}" destId="{44A015B9-F5C9-4957-A9A7-73D8DD0A44AE}" srcOrd="0" destOrd="2" presId="urn:microsoft.com/office/officeart/2005/8/layout/vList2"/>
    <dgm:cxn modelId="{5E56771E-382D-400C-A316-9CBADF091ED2}" type="presOf" srcId="{2862C376-6BF6-4086-9643-35505B09FFD5}" destId="{5E4F48E3-C5F9-494E-B0EC-EBF8F41B705B}" srcOrd="0" destOrd="0" presId="urn:microsoft.com/office/officeart/2005/8/layout/vList2"/>
    <dgm:cxn modelId="{7FE89F3C-A39F-4069-8A0E-C8B180845FF6}" type="presOf" srcId="{BA9CE06D-8299-4BD9-8EA1-A18502C95408}" destId="{593CD000-1C93-4D5C-8312-51DC9684FEC5}" srcOrd="0" destOrd="0" presId="urn:microsoft.com/office/officeart/2005/8/layout/vList2"/>
    <dgm:cxn modelId="{FAF2E73D-F092-4759-A18F-C3AC0A5C30C2}" srcId="{67F9EB86-B313-4EE0-8A06-BF2219402A58}" destId="{49DE840B-D438-4B5A-8C12-581213EBAB35}" srcOrd="1" destOrd="0" parTransId="{B123BF42-A650-44DF-BA3C-9DE620A2E39A}" sibTransId="{7424DD80-0507-4FDC-B80D-6490CFEA77CC}"/>
    <dgm:cxn modelId="{7CA99272-C4E9-47A0-A541-DBD41CE8FFAD}" type="presOf" srcId="{5245E6EB-08A3-44A2-86C9-D45E70C7B729}" destId="{3B87372F-A01E-44F8-9839-670161C4B641}" srcOrd="0" destOrd="0" presId="urn:microsoft.com/office/officeart/2005/8/layout/vList2"/>
    <dgm:cxn modelId="{6C825153-CDE9-4AE0-A512-C4F4C8070D6A}" srcId="{BA9CE06D-8299-4BD9-8EA1-A18502C95408}" destId="{5245E6EB-08A3-44A2-86C9-D45E70C7B729}" srcOrd="0" destOrd="0" parTransId="{4E59E64A-3759-4AE2-A767-EA24C7A60B64}" sibTransId="{3B30F42D-4064-428A-8718-B017DE8BF047}"/>
    <dgm:cxn modelId="{65C2CC77-AE8B-4242-A61D-55EEE9A7EB58}" type="presOf" srcId="{67F9EB86-B313-4EE0-8A06-BF2219402A58}" destId="{22629962-9127-4805-A86D-DDE227894F3A}" srcOrd="0" destOrd="0" presId="urn:microsoft.com/office/officeart/2005/8/layout/vList2"/>
    <dgm:cxn modelId="{CEE05059-C46E-4E21-85C0-1FB2330AEDE8}" type="presOf" srcId="{49DE840B-D438-4B5A-8C12-581213EBAB35}" destId="{72122333-BC46-4C84-8584-E29F16D10DE0}" srcOrd="0" destOrd="0" presId="urn:microsoft.com/office/officeart/2005/8/layout/vList2"/>
    <dgm:cxn modelId="{35074B91-86A3-4AA5-B4C6-95424AE773EE}" srcId="{67F9EB86-B313-4EE0-8A06-BF2219402A58}" destId="{2862C376-6BF6-4086-9643-35505B09FFD5}" srcOrd="2" destOrd="0" parTransId="{CF9CD688-FBF0-4670-99E0-FD0EB462053B}" sibTransId="{270F14AA-FDE5-4825-ADCF-0C0CA5AA0AA6}"/>
    <dgm:cxn modelId="{354C0A98-2174-4927-A723-9CD44220510E}" type="presOf" srcId="{020AEED4-9380-4712-8F64-6ED677C5B4A7}" destId="{7E86EE8C-1BA6-4890-8BA6-7331A7DEC459}" srcOrd="0" destOrd="0" presId="urn:microsoft.com/office/officeart/2005/8/layout/vList2"/>
    <dgm:cxn modelId="{B06AC59D-2D41-440B-8CE9-1A83B1A3AC88}" srcId="{2862C376-6BF6-4086-9643-35505B09FFD5}" destId="{020AEED4-9380-4712-8F64-6ED677C5B4A7}" srcOrd="0" destOrd="0" parTransId="{0ED8CFB9-8617-4EAB-AF65-DBF65824B238}" sibTransId="{EE8ED399-68E4-4229-82F7-75B97D4E13AB}"/>
    <dgm:cxn modelId="{21A903AE-048B-4EFD-8126-A3DE40283ADF}" srcId="{67F9EB86-B313-4EE0-8A06-BF2219402A58}" destId="{BA9CE06D-8299-4BD9-8EA1-A18502C95408}" srcOrd="0" destOrd="0" parTransId="{6D158C7A-9602-4941-BAEA-031648491B8D}" sibTransId="{2AC59700-AC32-43B9-8032-6BA639CDC79E}"/>
    <dgm:cxn modelId="{78A276C9-1917-4990-BADB-51C58FB8915C}" type="presOf" srcId="{C5882C1F-816A-42D1-93B0-E12ABF5D3CE4}" destId="{44A015B9-F5C9-4957-A9A7-73D8DD0A44AE}" srcOrd="0" destOrd="0" presId="urn:microsoft.com/office/officeart/2005/8/layout/vList2"/>
    <dgm:cxn modelId="{0B7536D0-2811-461D-81DB-07D6C18745EB}" srcId="{49DE840B-D438-4B5A-8C12-581213EBAB35}" destId="{921870CF-39B6-4D2A-B1B8-63C450663F16}" srcOrd="2" destOrd="0" parTransId="{7DC67048-7155-47CE-9A6F-C96B0C94428E}" sibTransId="{2FE14FCD-0C5C-4546-9B63-B12A501E681E}"/>
    <dgm:cxn modelId="{C4DD4DD0-4DC4-4BC7-89F1-07D576801627}" type="presOf" srcId="{E1E372A0-E19C-4873-9F89-C9911FA1C502}" destId="{44A015B9-F5C9-4957-A9A7-73D8DD0A44AE}" srcOrd="0" destOrd="3" presId="urn:microsoft.com/office/officeart/2005/8/layout/vList2"/>
    <dgm:cxn modelId="{1411ACE0-5E82-4190-811E-8892BE0D490A}" srcId="{2862C376-6BF6-4086-9643-35505B09FFD5}" destId="{216FC243-C691-4935-8A71-8F8EE84E251C}" srcOrd="1" destOrd="0" parTransId="{19E9D14D-0875-4F53-9734-69E9EC1D0D3B}" sibTransId="{6F632D3D-68B3-49F8-817B-E35DE0284CD8}"/>
    <dgm:cxn modelId="{B4686FBF-C75D-4026-A2C8-42EB33C0E97A}" type="presParOf" srcId="{22629962-9127-4805-A86D-DDE227894F3A}" destId="{593CD000-1C93-4D5C-8312-51DC9684FEC5}" srcOrd="0" destOrd="0" presId="urn:microsoft.com/office/officeart/2005/8/layout/vList2"/>
    <dgm:cxn modelId="{1154D6F1-1129-41EF-9771-3E9E3B5A7B99}" type="presParOf" srcId="{22629962-9127-4805-A86D-DDE227894F3A}" destId="{3B87372F-A01E-44F8-9839-670161C4B641}" srcOrd="1" destOrd="0" presId="urn:microsoft.com/office/officeart/2005/8/layout/vList2"/>
    <dgm:cxn modelId="{0F2033BD-41DF-4232-BD5F-9FB3EFDEA516}" type="presParOf" srcId="{22629962-9127-4805-A86D-DDE227894F3A}" destId="{72122333-BC46-4C84-8584-E29F16D10DE0}" srcOrd="2" destOrd="0" presId="urn:microsoft.com/office/officeart/2005/8/layout/vList2"/>
    <dgm:cxn modelId="{18670141-79FD-49EB-8785-8079F8A4C8AA}" type="presParOf" srcId="{22629962-9127-4805-A86D-DDE227894F3A}" destId="{44A015B9-F5C9-4957-A9A7-73D8DD0A44AE}" srcOrd="3" destOrd="0" presId="urn:microsoft.com/office/officeart/2005/8/layout/vList2"/>
    <dgm:cxn modelId="{36D72786-BFA6-4490-AC89-442AF2A1216B}" type="presParOf" srcId="{22629962-9127-4805-A86D-DDE227894F3A}" destId="{5E4F48E3-C5F9-494E-B0EC-EBF8F41B705B}" srcOrd="4" destOrd="0" presId="urn:microsoft.com/office/officeart/2005/8/layout/vList2"/>
    <dgm:cxn modelId="{7EBD61AC-ADFD-44C0-A28F-7A85B544CFBE}" type="presParOf" srcId="{22629962-9127-4805-A86D-DDE227894F3A}" destId="{7E86EE8C-1BA6-4890-8BA6-7331A7DEC45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7DC8BB-D839-45D5-8B7D-926B79EB61F9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845A027-11F4-408F-B9FB-505A56B940F1}">
      <dgm:prSet/>
      <dgm:spPr/>
      <dgm:t>
        <a:bodyPr/>
        <a:lstStyle/>
        <a:p>
          <a:r>
            <a:rPr lang="en-US" b="1"/>
            <a:t>Key Findings</a:t>
          </a:r>
          <a:endParaRPr lang="en-US"/>
        </a:p>
      </dgm:t>
    </dgm:pt>
    <dgm:pt modelId="{08D9138C-5895-41D4-A550-C505B2692892}" type="parTrans" cxnId="{751D0D79-AAD1-4CCA-A208-D2B0A3DCC140}">
      <dgm:prSet/>
      <dgm:spPr/>
      <dgm:t>
        <a:bodyPr/>
        <a:lstStyle/>
        <a:p>
          <a:endParaRPr lang="en-US"/>
        </a:p>
      </dgm:t>
    </dgm:pt>
    <dgm:pt modelId="{D1803DB6-8BA6-41D4-985E-00EC856D73DF}" type="sibTrans" cxnId="{751D0D79-AAD1-4CCA-A208-D2B0A3DCC140}">
      <dgm:prSet/>
      <dgm:spPr/>
      <dgm:t>
        <a:bodyPr/>
        <a:lstStyle/>
        <a:p>
          <a:endParaRPr lang="en-US"/>
        </a:p>
      </dgm:t>
    </dgm:pt>
    <dgm:pt modelId="{DA9356DF-3EB5-4555-8880-5FC728A4A7AF}">
      <dgm:prSet/>
      <dgm:spPr/>
      <dgm:t>
        <a:bodyPr/>
        <a:lstStyle/>
        <a:p>
          <a:r>
            <a:rPr lang="en-US" b="0" dirty="0"/>
            <a:t>Red and white wines exhibit very similar quality distributions.</a:t>
          </a:r>
        </a:p>
      </dgm:t>
    </dgm:pt>
    <dgm:pt modelId="{30A07A68-A837-4570-B6E1-01A35BB25937}" type="parTrans" cxnId="{435A5B59-F45C-459A-B702-3E9F5EB65370}">
      <dgm:prSet/>
      <dgm:spPr/>
      <dgm:t>
        <a:bodyPr/>
        <a:lstStyle/>
        <a:p>
          <a:endParaRPr lang="en-US"/>
        </a:p>
      </dgm:t>
    </dgm:pt>
    <dgm:pt modelId="{A6E454C5-10E2-441A-BD1D-5AC309A73D70}" type="sibTrans" cxnId="{435A5B59-F45C-459A-B702-3E9F5EB65370}">
      <dgm:prSet/>
      <dgm:spPr/>
      <dgm:t>
        <a:bodyPr/>
        <a:lstStyle/>
        <a:p>
          <a:endParaRPr lang="en-US"/>
        </a:p>
      </dgm:t>
    </dgm:pt>
    <dgm:pt modelId="{51C91460-06B3-43D7-989D-53B21353B461}">
      <dgm:prSet/>
      <dgm:spPr/>
      <dgm:t>
        <a:bodyPr/>
        <a:lstStyle/>
        <a:p>
          <a:r>
            <a:rPr lang="en-US" b="0" dirty="0"/>
            <a:t>Both wine types have a median quality score of approximately 6.</a:t>
          </a:r>
        </a:p>
      </dgm:t>
    </dgm:pt>
    <dgm:pt modelId="{8D086EB1-F901-4515-848F-607FBF63C536}" type="parTrans" cxnId="{62594BBC-4E52-46C8-B1E8-28D01C3076D0}">
      <dgm:prSet/>
      <dgm:spPr/>
      <dgm:t>
        <a:bodyPr/>
        <a:lstStyle/>
        <a:p>
          <a:endParaRPr lang="en-US"/>
        </a:p>
      </dgm:t>
    </dgm:pt>
    <dgm:pt modelId="{4FB4CA43-E5D2-42CC-BF7F-20F4CECA0E79}" type="sibTrans" cxnId="{62594BBC-4E52-46C8-B1E8-28D01C3076D0}">
      <dgm:prSet/>
      <dgm:spPr/>
      <dgm:t>
        <a:bodyPr/>
        <a:lstStyle/>
        <a:p>
          <a:endParaRPr lang="en-US"/>
        </a:p>
      </dgm:t>
    </dgm:pt>
    <dgm:pt modelId="{1C4DC9D5-9713-4DC3-82AA-5E14951ADF62}">
      <dgm:prSet/>
      <dgm:spPr/>
      <dgm:t>
        <a:bodyPr/>
        <a:lstStyle/>
        <a:p>
          <a:r>
            <a:rPr lang="en-US" b="0" dirty="0"/>
            <a:t>Most wines fall within the quality range of 5 to 6.</a:t>
          </a:r>
        </a:p>
      </dgm:t>
    </dgm:pt>
    <dgm:pt modelId="{2CBE6F14-F602-4120-910A-2AD388EDCCC3}" type="parTrans" cxnId="{0DCB6B77-585E-45A8-9DE6-351C7FD206BF}">
      <dgm:prSet/>
      <dgm:spPr/>
      <dgm:t>
        <a:bodyPr/>
        <a:lstStyle/>
        <a:p>
          <a:endParaRPr lang="en-US"/>
        </a:p>
      </dgm:t>
    </dgm:pt>
    <dgm:pt modelId="{AAA994F6-254A-4E57-886A-3B1B7D355E7F}" type="sibTrans" cxnId="{0DCB6B77-585E-45A8-9DE6-351C7FD206BF}">
      <dgm:prSet/>
      <dgm:spPr/>
      <dgm:t>
        <a:bodyPr/>
        <a:lstStyle/>
        <a:p>
          <a:endParaRPr lang="en-US"/>
        </a:p>
      </dgm:t>
    </dgm:pt>
    <dgm:pt modelId="{26DA3916-B968-42A1-AB9B-D4CB1E0B3683}">
      <dgm:prSet/>
      <dgm:spPr/>
      <dgm:t>
        <a:bodyPr/>
        <a:lstStyle/>
        <a:p>
          <a:r>
            <a:rPr lang="en-US" b="0" dirty="0"/>
            <a:t>White wines contain substantially more observations than red wines.</a:t>
          </a:r>
        </a:p>
      </dgm:t>
    </dgm:pt>
    <dgm:pt modelId="{52BD42B8-FEF2-4B8C-A32D-6B5986674DC8}" type="parTrans" cxnId="{FEBFC542-3C97-4520-88E7-DFC4B2018E13}">
      <dgm:prSet/>
      <dgm:spPr/>
      <dgm:t>
        <a:bodyPr/>
        <a:lstStyle/>
        <a:p>
          <a:endParaRPr lang="en-US"/>
        </a:p>
      </dgm:t>
    </dgm:pt>
    <dgm:pt modelId="{6BF4C67C-8B0B-4B94-AA8A-59335056DD01}" type="sibTrans" cxnId="{FEBFC542-3C97-4520-88E7-DFC4B2018E13}">
      <dgm:prSet/>
      <dgm:spPr/>
      <dgm:t>
        <a:bodyPr/>
        <a:lstStyle/>
        <a:p>
          <a:endParaRPr lang="en-US"/>
        </a:p>
      </dgm:t>
    </dgm:pt>
    <dgm:pt modelId="{06786731-C367-4664-B085-4A704E9C1DB9}">
      <dgm:prSet/>
      <dgm:spPr/>
      <dgm:t>
        <a:bodyPr/>
        <a:lstStyle/>
        <a:p>
          <a:r>
            <a:rPr lang="en-US" b="0" dirty="0"/>
            <a:t>High-quality and low-quality wines are relatively uncommon in both populations.</a:t>
          </a:r>
        </a:p>
      </dgm:t>
    </dgm:pt>
    <dgm:pt modelId="{6908F10A-01F6-4888-AF2B-24654FA0BC06}" type="parTrans" cxnId="{7CF88F00-E072-4D0B-B580-0A24F2AF06CE}">
      <dgm:prSet/>
      <dgm:spPr/>
      <dgm:t>
        <a:bodyPr/>
        <a:lstStyle/>
        <a:p>
          <a:endParaRPr lang="en-US"/>
        </a:p>
      </dgm:t>
    </dgm:pt>
    <dgm:pt modelId="{F793BDE8-6983-47F1-AA0C-D53365C85066}" type="sibTrans" cxnId="{7CF88F00-E072-4D0B-B580-0A24F2AF06CE}">
      <dgm:prSet/>
      <dgm:spPr/>
      <dgm:t>
        <a:bodyPr/>
        <a:lstStyle/>
        <a:p>
          <a:endParaRPr lang="en-US"/>
        </a:p>
      </dgm:t>
    </dgm:pt>
    <dgm:pt modelId="{804C8F89-A686-454C-9F33-1B4298598B18}">
      <dgm:prSet/>
      <dgm:spPr/>
      <dgm:t>
        <a:bodyPr/>
        <a:lstStyle/>
        <a:p>
          <a:r>
            <a:rPr lang="en-US" b="1"/>
            <a:t>Interpretation</a:t>
          </a:r>
          <a:endParaRPr lang="en-US"/>
        </a:p>
      </dgm:t>
    </dgm:pt>
    <dgm:pt modelId="{7EDD8AAE-0175-4059-8BF2-D2F63E166585}" type="parTrans" cxnId="{BB09DE8D-B37C-4DD6-BFB4-5C65289B4B56}">
      <dgm:prSet/>
      <dgm:spPr/>
      <dgm:t>
        <a:bodyPr/>
        <a:lstStyle/>
        <a:p>
          <a:endParaRPr lang="en-US"/>
        </a:p>
      </dgm:t>
    </dgm:pt>
    <dgm:pt modelId="{5775D735-61F8-4A8A-9223-9F1E9C26C10A}" type="sibTrans" cxnId="{BB09DE8D-B37C-4DD6-BFB4-5C65289B4B56}">
      <dgm:prSet/>
      <dgm:spPr/>
      <dgm:t>
        <a:bodyPr/>
        <a:lstStyle/>
        <a:p>
          <a:endParaRPr lang="en-US"/>
        </a:p>
      </dgm:t>
    </dgm:pt>
    <dgm:pt modelId="{67C819B7-3FFD-4CBE-91C3-28E802680F3A}">
      <dgm:prSet/>
      <dgm:spPr/>
      <dgm:t>
        <a:bodyPr/>
        <a:lstStyle/>
        <a:p>
          <a:r>
            <a:rPr lang="en-US" b="0" dirty="0"/>
            <a:t>The similarity in quality distributions suggests that wine type alone does not explain quality differences.</a:t>
          </a:r>
        </a:p>
      </dgm:t>
    </dgm:pt>
    <dgm:pt modelId="{F5EB880A-E2E2-4525-BB58-E2D2DE65CB56}" type="parTrans" cxnId="{19547293-8388-4331-ADBA-A21B6ED22C70}">
      <dgm:prSet/>
      <dgm:spPr/>
      <dgm:t>
        <a:bodyPr/>
        <a:lstStyle/>
        <a:p>
          <a:endParaRPr lang="en-US"/>
        </a:p>
      </dgm:t>
    </dgm:pt>
    <dgm:pt modelId="{966CBF4D-3BCE-4AAB-8C77-BF9A34B5626C}" type="sibTrans" cxnId="{19547293-8388-4331-ADBA-A21B6ED22C70}">
      <dgm:prSet/>
      <dgm:spPr/>
      <dgm:t>
        <a:bodyPr/>
        <a:lstStyle/>
        <a:p>
          <a:endParaRPr lang="en-US"/>
        </a:p>
      </dgm:t>
    </dgm:pt>
    <dgm:pt modelId="{812520C9-FB13-4451-8017-93EC19CC3F1E}">
      <dgm:prSet/>
      <dgm:spPr/>
      <dgm:t>
        <a:bodyPr/>
        <a:lstStyle/>
        <a:p>
          <a:r>
            <a:rPr lang="en-US" b="0" dirty="0"/>
            <a:t>Quality appears to vary continuously rather than forming distinct groups.</a:t>
          </a:r>
        </a:p>
      </dgm:t>
    </dgm:pt>
    <dgm:pt modelId="{E5132E48-267B-45EA-BB19-C7CA5BDE63C2}" type="parTrans" cxnId="{761C62A8-57D1-4836-AD7A-5C18B692CE77}">
      <dgm:prSet/>
      <dgm:spPr/>
      <dgm:t>
        <a:bodyPr/>
        <a:lstStyle/>
        <a:p>
          <a:endParaRPr lang="en-US"/>
        </a:p>
      </dgm:t>
    </dgm:pt>
    <dgm:pt modelId="{7B89B7F3-E5A6-4975-AC6A-A23E508185AA}" type="sibTrans" cxnId="{761C62A8-57D1-4836-AD7A-5C18B692CE77}">
      <dgm:prSet/>
      <dgm:spPr/>
      <dgm:t>
        <a:bodyPr/>
        <a:lstStyle/>
        <a:p>
          <a:endParaRPr lang="en-US"/>
        </a:p>
      </dgm:t>
    </dgm:pt>
    <dgm:pt modelId="{63C05CAB-B2B9-46FF-8404-8211867CDE73}">
      <dgm:prSet/>
      <dgm:spPr/>
      <dgm:t>
        <a:bodyPr/>
        <a:lstStyle/>
        <a:p>
          <a:r>
            <a:rPr lang="en-US" b="0" dirty="0"/>
            <a:t>This observation provides an early indication that quality may not emerge as a dominant structure during clustering or dimensionality-reduction analysis.</a:t>
          </a:r>
        </a:p>
      </dgm:t>
    </dgm:pt>
    <dgm:pt modelId="{B2C80A21-A877-48E3-97FD-BEF448DC4F3C}" type="parTrans" cxnId="{4DDD6FB9-68ED-4F38-9E99-59091A5F3F76}">
      <dgm:prSet/>
      <dgm:spPr/>
      <dgm:t>
        <a:bodyPr/>
        <a:lstStyle/>
        <a:p>
          <a:endParaRPr lang="en-US"/>
        </a:p>
      </dgm:t>
    </dgm:pt>
    <dgm:pt modelId="{6B24FB34-EDB7-48DD-A58C-086E3B920A75}" type="sibTrans" cxnId="{4DDD6FB9-68ED-4F38-9E99-59091A5F3F76}">
      <dgm:prSet/>
      <dgm:spPr/>
      <dgm:t>
        <a:bodyPr/>
        <a:lstStyle/>
        <a:p>
          <a:endParaRPr lang="en-US"/>
        </a:p>
      </dgm:t>
    </dgm:pt>
    <dgm:pt modelId="{4517AFB4-3CE3-454E-AB31-2B0A8A53816B}">
      <dgm:prSet/>
      <dgm:spPr/>
      <dgm:t>
        <a:bodyPr/>
        <a:lstStyle/>
        <a:p>
          <a:r>
            <a:rPr lang="en-US" b="1"/>
            <a:t>Takeaway</a:t>
          </a:r>
          <a:endParaRPr lang="en-US"/>
        </a:p>
      </dgm:t>
    </dgm:pt>
    <dgm:pt modelId="{4C52094E-E3C5-4B64-8943-E43E4C66FF5E}" type="parTrans" cxnId="{B07ADFE8-B693-4C84-8674-B6DB002EDDDA}">
      <dgm:prSet/>
      <dgm:spPr/>
      <dgm:t>
        <a:bodyPr/>
        <a:lstStyle/>
        <a:p>
          <a:endParaRPr lang="en-US"/>
        </a:p>
      </dgm:t>
    </dgm:pt>
    <dgm:pt modelId="{86647C40-2270-4414-BB44-E5B74FC6C922}" type="sibTrans" cxnId="{B07ADFE8-B693-4C84-8674-B6DB002EDDDA}">
      <dgm:prSet/>
      <dgm:spPr/>
      <dgm:t>
        <a:bodyPr/>
        <a:lstStyle/>
        <a:p>
          <a:endParaRPr lang="en-US"/>
        </a:p>
      </dgm:t>
    </dgm:pt>
    <dgm:pt modelId="{239D8D0F-794C-4D94-9CF6-0CE486CC4F6D}">
      <dgm:prSet/>
      <dgm:spPr/>
      <dgm:t>
        <a:bodyPr/>
        <a:lstStyle/>
        <a:p>
          <a:r>
            <a:rPr lang="en-US" b="0" dirty="0"/>
            <a:t>Although red and white wines differ chemically, they display remarkably similar quality distributions. This suggests that factors beyond wine type influence perceived wine quality.</a:t>
          </a:r>
        </a:p>
      </dgm:t>
    </dgm:pt>
    <dgm:pt modelId="{C10949C0-AA77-4754-A040-C471BA12CB53}" type="parTrans" cxnId="{E08FFDCC-05A7-4794-BFD5-481613E19B3C}">
      <dgm:prSet/>
      <dgm:spPr/>
      <dgm:t>
        <a:bodyPr/>
        <a:lstStyle/>
        <a:p>
          <a:endParaRPr lang="en-US"/>
        </a:p>
      </dgm:t>
    </dgm:pt>
    <dgm:pt modelId="{16CFD945-8028-46B5-ACAE-C303478090EB}" type="sibTrans" cxnId="{E08FFDCC-05A7-4794-BFD5-481613E19B3C}">
      <dgm:prSet/>
      <dgm:spPr/>
      <dgm:t>
        <a:bodyPr/>
        <a:lstStyle/>
        <a:p>
          <a:endParaRPr lang="en-US"/>
        </a:p>
      </dgm:t>
    </dgm:pt>
    <dgm:pt modelId="{AF84885F-EB26-4D7C-A5CC-CA0A90B0A839}" type="pres">
      <dgm:prSet presAssocID="{7B7DC8BB-D839-45D5-8B7D-926B79EB61F9}" presName="linear" presStyleCnt="0">
        <dgm:presLayoutVars>
          <dgm:animLvl val="lvl"/>
          <dgm:resizeHandles val="exact"/>
        </dgm:presLayoutVars>
      </dgm:prSet>
      <dgm:spPr/>
    </dgm:pt>
    <dgm:pt modelId="{7DFD106D-F347-4676-B58A-295D90D48470}" type="pres">
      <dgm:prSet presAssocID="{6845A027-11F4-408F-B9FB-505A56B940F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C65000-26F9-411D-96A4-B98376D18AD7}" type="pres">
      <dgm:prSet presAssocID="{6845A027-11F4-408F-B9FB-505A56B940F1}" presName="childText" presStyleLbl="revTx" presStyleIdx="0" presStyleCnt="3">
        <dgm:presLayoutVars>
          <dgm:bulletEnabled val="1"/>
        </dgm:presLayoutVars>
      </dgm:prSet>
      <dgm:spPr/>
    </dgm:pt>
    <dgm:pt modelId="{F91C0C7B-E4E6-4C32-8F65-7E64FAEC7F2E}" type="pres">
      <dgm:prSet presAssocID="{804C8F89-A686-454C-9F33-1B4298598B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4B0A2E-B9A8-4E6A-9EDD-EF2B04587EE1}" type="pres">
      <dgm:prSet presAssocID="{804C8F89-A686-454C-9F33-1B4298598B18}" presName="childText" presStyleLbl="revTx" presStyleIdx="1" presStyleCnt="3">
        <dgm:presLayoutVars>
          <dgm:bulletEnabled val="1"/>
        </dgm:presLayoutVars>
      </dgm:prSet>
      <dgm:spPr/>
    </dgm:pt>
    <dgm:pt modelId="{588DC44F-CAA9-4A2F-BFE1-2924B17FFA11}" type="pres">
      <dgm:prSet presAssocID="{4517AFB4-3CE3-454E-AB31-2B0A8A53816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724A425-CFE4-4F39-8482-ECF8538AAC79}" type="pres">
      <dgm:prSet presAssocID="{4517AFB4-3CE3-454E-AB31-2B0A8A53816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CF88F00-E072-4D0B-B580-0A24F2AF06CE}" srcId="{6845A027-11F4-408F-B9FB-505A56B940F1}" destId="{06786731-C367-4664-B085-4A704E9C1DB9}" srcOrd="4" destOrd="0" parTransId="{6908F10A-01F6-4888-AF2B-24654FA0BC06}" sibTransId="{F793BDE8-6983-47F1-AA0C-D53365C85066}"/>
    <dgm:cxn modelId="{38A5190E-0446-4D7D-BC01-26FDA161056C}" type="presOf" srcId="{DA9356DF-3EB5-4555-8880-5FC728A4A7AF}" destId="{B5C65000-26F9-411D-96A4-B98376D18AD7}" srcOrd="0" destOrd="0" presId="urn:microsoft.com/office/officeart/2005/8/layout/vList2"/>
    <dgm:cxn modelId="{73666B28-2411-408D-8350-CF2DF0D51D35}" type="presOf" srcId="{6845A027-11F4-408F-B9FB-505A56B940F1}" destId="{7DFD106D-F347-4676-B58A-295D90D48470}" srcOrd="0" destOrd="0" presId="urn:microsoft.com/office/officeart/2005/8/layout/vList2"/>
    <dgm:cxn modelId="{FEBFC542-3C97-4520-88E7-DFC4B2018E13}" srcId="{6845A027-11F4-408F-B9FB-505A56B940F1}" destId="{26DA3916-B968-42A1-AB9B-D4CB1E0B3683}" srcOrd="3" destOrd="0" parTransId="{52BD42B8-FEF2-4B8C-A32D-6B5986674DC8}" sibTransId="{6BF4C67C-8B0B-4B94-AA8A-59335056DD01}"/>
    <dgm:cxn modelId="{2087A364-0D72-4FA0-B090-E7C06EF0EF4E}" type="presOf" srcId="{7B7DC8BB-D839-45D5-8B7D-926B79EB61F9}" destId="{AF84885F-EB26-4D7C-A5CC-CA0A90B0A839}" srcOrd="0" destOrd="0" presId="urn:microsoft.com/office/officeart/2005/8/layout/vList2"/>
    <dgm:cxn modelId="{0DCB6B77-585E-45A8-9DE6-351C7FD206BF}" srcId="{6845A027-11F4-408F-B9FB-505A56B940F1}" destId="{1C4DC9D5-9713-4DC3-82AA-5E14951ADF62}" srcOrd="2" destOrd="0" parTransId="{2CBE6F14-F602-4120-910A-2AD388EDCCC3}" sibTransId="{AAA994F6-254A-4E57-886A-3B1B7D355E7F}"/>
    <dgm:cxn modelId="{B5C6A677-83C8-4A99-B523-94AA23025420}" type="presOf" srcId="{67C819B7-3FFD-4CBE-91C3-28E802680F3A}" destId="{434B0A2E-B9A8-4E6A-9EDD-EF2B04587EE1}" srcOrd="0" destOrd="0" presId="urn:microsoft.com/office/officeart/2005/8/layout/vList2"/>
    <dgm:cxn modelId="{751D0D79-AAD1-4CCA-A208-D2B0A3DCC140}" srcId="{7B7DC8BB-D839-45D5-8B7D-926B79EB61F9}" destId="{6845A027-11F4-408F-B9FB-505A56B940F1}" srcOrd="0" destOrd="0" parTransId="{08D9138C-5895-41D4-A550-C505B2692892}" sibTransId="{D1803DB6-8BA6-41D4-985E-00EC856D73DF}"/>
    <dgm:cxn modelId="{435A5B59-F45C-459A-B702-3E9F5EB65370}" srcId="{6845A027-11F4-408F-B9FB-505A56B940F1}" destId="{DA9356DF-3EB5-4555-8880-5FC728A4A7AF}" srcOrd="0" destOrd="0" parTransId="{30A07A68-A837-4570-B6E1-01A35BB25937}" sibTransId="{A6E454C5-10E2-441A-BD1D-5AC309A73D70}"/>
    <dgm:cxn modelId="{F6667586-5CEB-476E-B404-6D8F56170949}" type="presOf" srcId="{06786731-C367-4664-B085-4A704E9C1DB9}" destId="{B5C65000-26F9-411D-96A4-B98376D18AD7}" srcOrd="0" destOrd="4" presId="urn:microsoft.com/office/officeart/2005/8/layout/vList2"/>
    <dgm:cxn modelId="{0DC80A87-834A-4CAE-9DDC-07FFDFABC9FA}" type="presOf" srcId="{1C4DC9D5-9713-4DC3-82AA-5E14951ADF62}" destId="{B5C65000-26F9-411D-96A4-B98376D18AD7}" srcOrd="0" destOrd="2" presId="urn:microsoft.com/office/officeart/2005/8/layout/vList2"/>
    <dgm:cxn modelId="{274EF687-8353-4BBE-AD3F-B11D577E5915}" type="presOf" srcId="{51C91460-06B3-43D7-989D-53B21353B461}" destId="{B5C65000-26F9-411D-96A4-B98376D18AD7}" srcOrd="0" destOrd="1" presId="urn:microsoft.com/office/officeart/2005/8/layout/vList2"/>
    <dgm:cxn modelId="{BB09DE8D-B37C-4DD6-BFB4-5C65289B4B56}" srcId="{7B7DC8BB-D839-45D5-8B7D-926B79EB61F9}" destId="{804C8F89-A686-454C-9F33-1B4298598B18}" srcOrd="1" destOrd="0" parTransId="{7EDD8AAE-0175-4059-8BF2-D2F63E166585}" sibTransId="{5775D735-61F8-4A8A-9223-9F1E9C26C10A}"/>
    <dgm:cxn modelId="{19547293-8388-4331-ADBA-A21B6ED22C70}" srcId="{804C8F89-A686-454C-9F33-1B4298598B18}" destId="{67C819B7-3FFD-4CBE-91C3-28E802680F3A}" srcOrd="0" destOrd="0" parTransId="{F5EB880A-E2E2-4525-BB58-E2D2DE65CB56}" sibTransId="{966CBF4D-3BCE-4AAB-8C77-BF9A34B5626C}"/>
    <dgm:cxn modelId="{761C62A8-57D1-4836-AD7A-5C18B692CE77}" srcId="{804C8F89-A686-454C-9F33-1B4298598B18}" destId="{812520C9-FB13-4451-8017-93EC19CC3F1E}" srcOrd="1" destOrd="0" parTransId="{E5132E48-267B-45EA-BB19-C7CA5BDE63C2}" sibTransId="{7B89B7F3-E5A6-4975-AC6A-A23E508185AA}"/>
    <dgm:cxn modelId="{4DDD6FB9-68ED-4F38-9E99-59091A5F3F76}" srcId="{804C8F89-A686-454C-9F33-1B4298598B18}" destId="{63C05CAB-B2B9-46FF-8404-8211867CDE73}" srcOrd="2" destOrd="0" parTransId="{B2C80A21-A877-48E3-97FD-BEF448DC4F3C}" sibTransId="{6B24FB34-EDB7-48DD-A58C-086E3B920A75}"/>
    <dgm:cxn modelId="{62594BBC-4E52-46C8-B1E8-28D01C3076D0}" srcId="{6845A027-11F4-408F-B9FB-505A56B940F1}" destId="{51C91460-06B3-43D7-989D-53B21353B461}" srcOrd="1" destOrd="0" parTransId="{8D086EB1-F901-4515-848F-607FBF63C536}" sibTransId="{4FB4CA43-E5D2-42CC-BF7F-20F4CECA0E79}"/>
    <dgm:cxn modelId="{89E3ECCB-9C33-44CB-80C0-863CBC6388E3}" type="presOf" srcId="{63C05CAB-B2B9-46FF-8404-8211867CDE73}" destId="{434B0A2E-B9A8-4E6A-9EDD-EF2B04587EE1}" srcOrd="0" destOrd="2" presId="urn:microsoft.com/office/officeart/2005/8/layout/vList2"/>
    <dgm:cxn modelId="{E08FFDCC-05A7-4794-BFD5-481613E19B3C}" srcId="{4517AFB4-3CE3-454E-AB31-2B0A8A53816B}" destId="{239D8D0F-794C-4D94-9CF6-0CE486CC4F6D}" srcOrd="0" destOrd="0" parTransId="{C10949C0-AA77-4754-A040-C471BA12CB53}" sibTransId="{16CFD945-8028-46B5-ACAE-C303478090EB}"/>
    <dgm:cxn modelId="{F8D6C8D7-93E6-4367-941C-C4E51635372B}" type="presOf" srcId="{804C8F89-A686-454C-9F33-1B4298598B18}" destId="{F91C0C7B-E4E6-4C32-8F65-7E64FAEC7F2E}" srcOrd="0" destOrd="0" presId="urn:microsoft.com/office/officeart/2005/8/layout/vList2"/>
    <dgm:cxn modelId="{C47509E4-DC28-42FE-B490-21833DC2B38D}" type="presOf" srcId="{26DA3916-B968-42A1-AB9B-D4CB1E0B3683}" destId="{B5C65000-26F9-411D-96A4-B98376D18AD7}" srcOrd="0" destOrd="3" presId="urn:microsoft.com/office/officeart/2005/8/layout/vList2"/>
    <dgm:cxn modelId="{B07ADFE8-B693-4C84-8674-B6DB002EDDDA}" srcId="{7B7DC8BB-D839-45D5-8B7D-926B79EB61F9}" destId="{4517AFB4-3CE3-454E-AB31-2B0A8A53816B}" srcOrd="2" destOrd="0" parTransId="{4C52094E-E3C5-4B64-8943-E43E4C66FF5E}" sibTransId="{86647C40-2270-4414-BB44-E5B74FC6C922}"/>
    <dgm:cxn modelId="{FC42AEEF-02D1-4DC3-B714-7FF4A42DD89D}" type="presOf" srcId="{812520C9-FB13-4451-8017-93EC19CC3F1E}" destId="{434B0A2E-B9A8-4E6A-9EDD-EF2B04587EE1}" srcOrd="0" destOrd="1" presId="urn:microsoft.com/office/officeart/2005/8/layout/vList2"/>
    <dgm:cxn modelId="{D80416F7-8279-4E2B-B013-E5F9DBF85E6E}" type="presOf" srcId="{239D8D0F-794C-4D94-9CF6-0CE486CC4F6D}" destId="{D724A425-CFE4-4F39-8482-ECF8538AAC79}" srcOrd="0" destOrd="0" presId="urn:microsoft.com/office/officeart/2005/8/layout/vList2"/>
    <dgm:cxn modelId="{7F9A98FF-46F7-47D6-9E9A-FBC1CB1231C7}" type="presOf" srcId="{4517AFB4-3CE3-454E-AB31-2B0A8A53816B}" destId="{588DC44F-CAA9-4A2F-BFE1-2924B17FFA11}" srcOrd="0" destOrd="0" presId="urn:microsoft.com/office/officeart/2005/8/layout/vList2"/>
    <dgm:cxn modelId="{62A5AC52-1BFF-4B1B-A6BC-AD3EE54CCBD3}" type="presParOf" srcId="{AF84885F-EB26-4D7C-A5CC-CA0A90B0A839}" destId="{7DFD106D-F347-4676-B58A-295D90D48470}" srcOrd="0" destOrd="0" presId="urn:microsoft.com/office/officeart/2005/8/layout/vList2"/>
    <dgm:cxn modelId="{0BF43891-F312-4A85-96F2-2F370FFF7F03}" type="presParOf" srcId="{AF84885F-EB26-4D7C-A5CC-CA0A90B0A839}" destId="{B5C65000-26F9-411D-96A4-B98376D18AD7}" srcOrd="1" destOrd="0" presId="urn:microsoft.com/office/officeart/2005/8/layout/vList2"/>
    <dgm:cxn modelId="{CE5B68E9-D276-479C-85CD-A37F72129DE7}" type="presParOf" srcId="{AF84885F-EB26-4D7C-A5CC-CA0A90B0A839}" destId="{F91C0C7B-E4E6-4C32-8F65-7E64FAEC7F2E}" srcOrd="2" destOrd="0" presId="urn:microsoft.com/office/officeart/2005/8/layout/vList2"/>
    <dgm:cxn modelId="{D3574A15-39AE-404D-B4D8-78AE02042FF0}" type="presParOf" srcId="{AF84885F-EB26-4D7C-A5CC-CA0A90B0A839}" destId="{434B0A2E-B9A8-4E6A-9EDD-EF2B04587EE1}" srcOrd="3" destOrd="0" presId="urn:microsoft.com/office/officeart/2005/8/layout/vList2"/>
    <dgm:cxn modelId="{C7280B7B-DCF6-4C18-B8E9-92F6FAE821E0}" type="presParOf" srcId="{AF84885F-EB26-4D7C-A5CC-CA0A90B0A839}" destId="{588DC44F-CAA9-4A2F-BFE1-2924B17FFA11}" srcOrd="4" destOrd="0" presId="urn:microsoft.com/office/officeart/2005/8/layout/vList2"/>
    <dgm:cxn modelId="{22319B1B-227A-4556-A4B9-17D7A7B2C21F}" type="presParOf" srcId="{AF84885F-EB26-4D7C-A5CC-CA0A90B0A839}" destId="{D724A425-CFE4-4F39-8482-ECF8538AAC7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32900A-ED26-40B6-BD67-F5686012ECF8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F807725-5544-4CDE-9623-D759A84B77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Data Preparation</a:t>
          </a:r>
          <a:endParaRPr lang="en-US" dirty="0"/>
        </a:p>
      </dgm:t>
    </dgm:pt>
    <dgm:pt modelId="{6A21A3D2-C702-4EC0-8F6F-3C608876D922}" type="parTrans" cxnId="{4C164FCE-7B10-4F92-AE90-D0B983AC95F4}">
      <dgm:prSet/>
      <dgm:spPr/>
      <dgm:t>
        <a:bodyPr/>
        <a:lstStyle/>
        <a:p>
          <a:endParaRPr lang="en-US"/>
        </a:p>
      </dgm:t>
    </dgm:pt>
    <dgm:pt modelId="{87527FBD-DBCA-466D-AAAC-2115DE9338D0}" type="sibTrans" cxnId="{4C164FCE-7B10-4F92-AE90-D0B983AC95F4}">
      <dgm:prSet/>
      <dgm:spPr/>
      <dgm:t>
        <a:bodyPr/>
        <a:lstStyle/>
        <a:p>
          <a:endParaRPr lang="en-US"/>
        </a:p>
      </dgm:t>
    </dgm:pt>
    <dgm:pt modelId="{F3E4BDD3-E841-4282-BAD0-040BD2B7C1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original red and white wine datasets were combined into a single analysis dataset and prepared using a consistent preprocessing workflow.</a:t>
          </a:r>
        </a:p>
      </dgm:t>
    </dgm:pt>
    <dgm:pt modelId="{B6E780E1-AF89-472E-9265-B75D90E8BE5D}" type="parTrans" cxnId="{C8EE0C30-8F9D-4F6C-BAFE-B8104EBF4153}">
      <dgm:prSet/>
      <dgm:spPr/>
      <dgm:t>
        <a:bodyPr/>
        <a:lstStyle/>
        <a:p>
          <a:endParaRPr lang="en-US"/>
        </a:p>
      </dgm:t>
    </dgm:pt>
    <dgm:pt modelId="{9FC82329-D3E4-4EA9-9DDB-78E49F6A7FBB}" type="sibTrans" cxnId="{C8EE0C30-8F9D-4F6C-BAFE-B8104EBF4153}">
      <dgm:prSet/>
      <dgm:spPr/>
      <dgm:t>
        <a:bodyPr/>
        <a:lstStyle/>
        <a:p>
          <a:endParaRPr lang="en-US"/>
        </a:p>
      </dgm:t>
    </dgm:pt>
    <dgm:pt modelId="{A6DDB18A-38CE-4850-81E9-C646ADE35D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Preparation Steps</a:t>
          </a:r>
          <a:endParaRPr lang="en-US"/>
        </a:p>
      </dgm:t>
    </dgm:pt>
    <dgm:pt modelId="{96E35F3C-1359-43B2-B698-BAC6097D6EFA}" type="parTrans" cxnId="{A88E7B56-5A17-4E93-88CC-9243C7B44923}">
      <dgm:prSet/>
      <dgm:spPr/>
      <dgm:t>
        <a:bodyPr/>
        <a:lstStyle/>
        <a:p>
          <a:endParaRPr lang="en-US"/>
        </a:p>
      </dgm:t>
    </dgm:pt>
    <dgm:pt modelId="{AD349509-4C6E-4EB1-BD36-A2F63C796894}" type="sibTrans" cxnId="{A88E7B56-5A17-4E93-88CC-9243C7B44923}">
      <dgm:prSet/>
      <dgm:spPr/>
      <dgm:t>
        <a:bodyPr/>
        <a:lstStyle/>
        <a:p>
          <a:endParaRPr lang="en-US"/>
        </a:p>
      </dgm:t>
    </dgm:pt>
    <dgm:pt modelId="{49110BC9-4A84-46D7-A4BB-C38042C58C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Combined red and white wine datasets</a:t>
          </a:r>
        </a:p>
      </dgm:t>
    </dgm:pt>
    <dgm:pt modelId="{AB673962-4944-4985-B033-0D534E3BF180}" type="parTrans" cxnId="{3105F6C3-0936-40DE-86C6-C3D0EDFD5BFD}">
      <dgm:prSet/>
      <dgm:spPr/>
      <dgm:t>
        <a:bodyPr/>
        <a:lstStyle/>
        <a:p>
          <a:endParaRPr lang="en-US"/>
        </a:p>
      </dgm:t>
    </dgm:pt>
    <dgm:pt modelId="{26A9F65A-0421-44AF-A0D0-D3BD256D4913}" type="sibTrans" cxnId="{3105F6C3-0936-40DE-86C6-C3D0EDFD5BFD}">
      <dgm:prSet/>
      <dgm:spPr/>
      <dgm:t>
        <a:bodyPr/>
        <a:lstStyle/>
        <a:p>
          <a:endParaRPr lang="en-US"/>
        </a:p>
      </dgm:t>
    </dgm:pt>
    <dgm:pt modelId="{C0562044-26BC-49FA-BB96-2719533F3F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Added wine type indicator</a:t>
          </a:r>
        </a:p>
      </dgm:t>
    </dgm:pt>
    <dgm:pt modelId="{CB999DA8-BE32-43EF-8530-D3CAF50CAF64}" type="parTrans" cxnId="{1E6129A2-068E-4C29-B844-0C8F509D6361}">
      <dgm:prSet/>
      <dgm:spPr/>
      <dgm:t>
        <a:bodyPr/>
        <a:lstStyle/>
        <a:p>
          <a:endParaRPr lang="en-US"/>
        </a:p>
      </dgm:t>
    </dgm:pt>
    <dgm:pt modelId="{510D17CB-35A3-4190-94AA-1C38FEF27842}" type="sibTrans" cxnId="{1E6129A2-068E-4C29-B844-0C8F509D6361}">
      <dgm:prSet/>
      <dgm:spPr/>
      <dgm:t>
        <a:bodyPr/>
        <a:lstStyle/>
        <a:p>
          <a:endParaRPr lang="en-US"/>
        </a:p>
      </dgm:t>
    </dgm:pt>
    <dgm:pt modelId="{86B3D2FE-A935-4FEF-84CF-FE5DC1766F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Removed duplicate observations</a:t>
          </a:r>
        </a:p>
      </dgm:t>
    </dgm:pt>
    <dgm:pt modelId="{D39D2E8C-790F-477E-93E2-631E32BA8A4B}" type="parTrans" cxnId="{07D6A75C-A751-4570-B7E2-2FE7BD12D6AF}">
      <dgm:prSet/>
      <dgm:spPr/>
      <dgm:t>
        <a:bodyPr/>
        <a:lstStyle/>
        <a:p>
          <a:endParaRPr lang="en-US"/>
        </a:p>
      </dgm:t>
    </dgm:pt>
    <dgm:pt modelId="{77EDCBB2-952F-4FA6-B154-D9075D746A6C}" type="sibTrans" cxnId="{07D6A75C-A751-4570-B7E2-2FE7BD12D6AF}">
      <dgm:prSet/>
      <dgm:spPr/>
      <dgm:t>
        <a:bodyPr/>
        <a:lstStyle/>
        <a:p>
          <a:endParaRPr lang="en-US"/>
        </a:p>
      </dgm:t>
    </dgm:pt>
    <dgm:pt modelId="{10FC0CD6-9141-4FCE-867A-69DF954116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Standardized chemistry features</a:t>
          </a:r>
        </a:p>
      </dgm:t>
    </dgm:pt>
    <dgm:pt modelId="{A165161F-4781-4477-BBA0-BFCBBD7B5812}" type="parTrans" cxnId="{4808B408-E069-4194-A560-04033A2B41CF}">
      <dgm:prSet/>
      <dgm:spPr/>
      <dgm:t>
        <a:bodyPr/>
        <a:lstStyle/>
        <a:p>
          <a:endParaRPr lang="en-US"/>
        </a:p>
      </dgm:t>
    </dgm:pt>
    <dgm:pt modelId="{1B543FDF-CB0E-40CB-A5B3-DB2BED1FB84B}" type="sibTrans" cxnId="{4808B408-E069-4194-A560-04033A2B41CF}">
      <dgm:prSet/>
      <dgm:spPr/>
      <dgm:t>
        <a:bodyPr/>
        <a:lstStyle/>
        <a:p>
          <a:endParaRPr lang="en-US"/>
        </a:p>
      </dgm:t>
    </dgm:pt>
    <dgm:pt modelId="{A4D022FF-D08F-4B87-801E-1D7C6BB78F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Prepared feature matrix for unsupervised learning</a:t>
          </a:r>
        </a:p>
      </dgm:t>
    </dgm:pt>
    <dgm:pt modelId="{FB41A032-E97E-4AF8-B791-0724E4F34382}" type="parTrans" cxnId="{78755711-F4CF-4C72-ABC6-BB209DDD04ED}">
      <dgm:prSet/>
      <dgm:spPr/>
      <dgm:t>
        <a:bodyPr/>
        <a:lstStyle/>
        <a:p>
          <a:endParaRPr lang="en-US"/>
        </a:p>
      </dgm:t>
    </dgm:pt>
    <dgm:pt modelId="{A11076DE-9659-42D8-96E3-741BB2DDEDC6}" type="sibTrans" cxnId="{78755711-F4CF-4C72-ABC6-BB209DDD04ED}">
      <dgm:prSet/>
      <dgm:spPr/>
      <dgm:t>
        <a:bodyPr/>
        <a:lstStyle/>
        <a:p>
          <a:endParaRPr lang="en-US"/>
        </a:p>
      </dgm:t>
    </dgm:pt>
    <dgm:pt modelId="{753B2511-C1FB-469C-8064-E231CE5678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Why This Matters</a:t>
          </a:r>
          <a:endParaRPr lang="en-US"/>
        </a:p>
      </dgm:t>
    </dgm:pt>
    <dgm:pt modelId="{136A540B-DF92-4614-B842-C0FD47D16C57}" type="parTrans" cxnId="{90C1B1FD-2556-47B4-A63A-5F3EE8F01EA2}">
      <dgm:prSet/>
      <dgm:spPr/>
      <dgm:t>
        <a:bodyPr/>
        <a:lstStyle/>
        <a:p>
          <a:endParaRPr lang="en-US"/>
        </a:p>
      </dgm:t>
    </dgm:pt>
    <dgm:pt modelId="{8BDD548E-6195-4CC1-A8A6-95307AA30970}" type="sibTrans" cxnId="{90C1B1FD-2556-47B4-A63A-5F3EE8F01EA2}">
      <dgm:prSet/>
      <dgm:spPr/>
      <dgm:t>
        <a:bodyPr/>
        <a:lstStyle/>
        <a:p>
          <a:endParaRPr lang="en-US"/>
        </a:p>
      </dgm:t>
    </dgm:pt>
    <dgm:pt modelId="{3ABDE343-161E-4E02-A535-CF824C11CD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Proper preprocessing ensures that all wine chemistry variables contribute fairly to distance calculations, clustering behavior, dimensionality-reduction embeddings, and anomaly-detection results.</a:t>
          </a:r>
        </a:p>
      </dgm:t>
    </dgm:pt>
    <dgm:pt modelId="{EA8EEDA0-754C-4762-A6B3-998D92DF3C04}" type="parTrans" cxnId="{B9C984B1-4B01-48FF-ACDF-C62E3665980D}">
      <dgm:prSet/>
      <dgm:spPr/>
      <dgm:t>
        <a:bodyPr/>
        <a:lstStyle/>
        <a:p>
          <a:endParaRPr lang="en-US"/>
        </a:p>
      </dgm:t>
    </dgm:pt>
    <dgm:pt modelId="{ED1B5BF4-9556-4364-AB9B-EB47F3615CBC}" type="sibTrans" cxnId="{B9C984B1-4B01-48FF-ACDF-C62E3665980D}">
      <dgm:prSet/>
      <dgm:spPr/>
      <dgm:t>
        <a:bodyPr/>
        <a:lstStyle/>
        <a:p>
          <a:endParaRPr lang="en-US"/>
        </a:p>
      </dgm:t>
    </dgm:pt>
    <dgm:pt modelId="{ED695831-FBDB-4C29-B591-4D202889F348}" type="pres">
      <dgm:prSet presAssocID="{7E32900A-ED26-40B6-BD67-F5686012ECF8}" presName="root" presStyleCnt="0">
        <dgm:presLayoutVars>
          <dgm:dir/>
          <dgm:resizeHandles val="exact"/>
        </dgm:presLayoutVars>
      </dgm:prSet>
      <dgm:spPr/>
    </dgm:pt>
    <dgm:pt modelId="{223A8E9A-D36C-4ED5-AB25-553B3D5D6FBC}" type="pres">
      <dgm:prSet presAssocID="{7F807725-5544-4CDE-9623-D759A84B7721}" presName="compNode" presStyleCnt="0"/>
      <dgm:spPr/>
    </dgm:pt>
    <dgm:pt modelId="{EB22C802-6183-4580-AA6E-883BB9369A3B}" type="pres">
      <dgm:prSet presAssocID="{7F807725-5544-4CDE-9623-D759A84B772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555DC8-24BC-4E0B-BBDC-E5C24009C086}" type="pres">
      <dgm:prSet presAssocID="{7F807725-5544-4CDE-9623-D759A84B7721}" presName="iconSpace" presStyleCnt="0"/>
      <dgm:spPr/>
    </dgm:pt>
    <dgm:pt modelId="{A1031EC7-5A43-41D0-BDD5-52231CB07541}" type="pres">
      <dgm:prSet presAssocID="{7F807725-5544-4CDE-9623-D759A84B7721}" presName="parTx" presStyleLbl="revTx" presStyleIdx="0" presStyleCnt="6">
        <dgm:presLayoutVars>
          <dgm:chMax val="0"/>
          <dgm:chPref val="0"/>
        </dgm:presLayoutVars>
      </dgm:prSet>
      <dgm:spPr/>
    </dgm:pt>
    <dgm:pt modelId="{B05C0C44-37E6-4F0D-A201-48C33094E5D0}" type="pres">
      <dgm:prSet presAssocID="{7F807725-5544-4CDE-9623-D759A84B7721}" presName="txSpace" presStyleCnt="0"/>
      <dgm:spPr/>
    </dgm:pt>
    <dgm:pt modelId="{EFCC04F8-AC03-4CAE-8576-3D0280E98923}" type="pres">
      <dgm:prSet presAssocID="{7F807725-5544-4CDE-9623-D759A84B7721}" presName="desTx" presStyleLbl="revTx" presStyleIdx="1" presStyleCnt="6">
        <dgm:presLayoutVars/>
      </dgm:prSet>
      <dgm:spPr/>
    </dgm:pt>
    <dgm:pt modelId="{7DB19AF0-D1AD-43E2-B757-8171C1208764}" type="pres">
      <dgm:prSet presAssocID="{87527FBD-DBCA-466D-AAAC-2115DE9338D0}" presName="sibTrans" presStyleCnt="0"/>
      <dgm:spPr/>
    </dgm:pt>
    <dgm:pt modelId="{41DCA0E7-C977-4ECC-8885-4BC731BDDAB3}" type="pres">
      <dgm:prSet presAssocID="{A6DDB18A-38CE-4850-81E9-C646ADE35D4A}" presName="compNode" presStyleCnt="0"/>
      <dgm:spPr/>
    </dgm:pt>
    <dgm:pt modelId="{58724132-1FC6-4618-80BC-D188FDEB897D}" type="pres">
      <dgm:prSet presAssocID="{A6DDB18A-38CE-4850-81E9-C646ADE35D4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6B2E16-9729-4188-8AE7-A39CD87CFCE9}" type="pres">
      <dgm:prSet presAssocID="{A6DDB18A-38CE-4850-81E9-C646ADE35D4A}" presName="iconSpace" presStyleCnt="0"/>
      <dgm:spPr/>
    </dgm:pt>
    <dgm:pt modelId="{FB760429-90C0-4A42-A740-2501F5326824}" type="pres">
      <dgm:prSet presAssocID="{A6DDB18A-38CE-4850-81E9-C646ADE35D4A}" presName="parTx" presStyleLbl="revTx" presStyleIdx="2" presStyleCnt="6">
        <dgm:presLayoutVars>
          <dgm:chMax val="0"/>
          <dgm:chPref val="0"/>
        </dgm:presLayoutVars>
      </dgm:prSet>
      <dgm:spPr/>
    </dgm:pt>
    <dgm:pt modelId="{CAE0FBAA-F8E3-430F-A7BE-ED07C4304AA8}" type="pres">
      <dgm:prSet presAssocID="{A6DDB18A-38CE-4850-81E9-C646ADE35D4A}" presName="txSpace" presStyleCnt="0"/>
      <dgm:spPr/>
    </dgm:pt>
    <dgm:pt modelId="{0906C79E-DB5F-4C5A-8CCD-28743161B25A}" type="pres">
      <dgm:prSet presAssocID="{A6DDB18A-38CE-4850-81E9-C646ADE35D4A}" presName="desTx" presStyleLbl="revTx" presStyleIdx="3" presStyleCnt="6">
        <dgm:presLayoutVars/>
      </dgm:prSet>
      <dgm:spPr/>
    </dgm:pt>
    <dgm:pt modelId="{8C373D39-2E31-4795-90BE-F1DB0559791B}" type="pres">
      <dgm:prSet presAssocID="{AD349509-4C6E-4EB1-BD36-A2F63C796894}" presName="sibTrans" presStyleCnt="0"/>
      <dgm:spPr/>
    </dgm:pt>
    <dgm:pt modelId="{EAD2471A-3286-408C-A9D2-B8BDDDC04DB1}" type="pres">
      <dgm:prSet presAssocID="{753B2511-C1FB-469C-8064-E231CE56782E}" presName="compNode" presStyleCnt="0"/>
      <dgm:spPr/>
    </dgm:pt>
    <dgm:pt modelId="{A792C16E-F317-4384-A7CF-42AC5FC82EE0}" type="pres">
      <dgm:prSet presAssocID="{753B2511-C1FB-469C-8064-E231CE56782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0FC9A62-FF72-4350-A5B1-5EA3FA8918B6}" type="pres">
      <dgm:prSet presAssocID="{753B2511-C1FB-469C-8064-E231CE56782E}" presName="iconSpace" presStyleCnt="0"/>
      <dgm:spPr/>
    </dgm:pt>
    <dgm:pt modelId="{86AB315B-1BE9-43F3-8B3D-A2293C07FCAE}" type="pres">
      <dgm:prSet presAssocID="{753B2511-C1FB-469C-8064-E231CE56782E}" presName="parTx" presStyleLbl="revTx" presStyleIdx="4" presStyleCnt="6">
        <dgm:presLayoutVars>
          <dgm:chMax val="0"/>
          <dgm:chPref val="0"/>
        </dgm:presLayoutVars>
      </dgm:prSet>
      <dgm:spPr/>
    </dgm:pt>
    <dgm:pt modelId="{B8C482BC-741A-4476-A653-DAE69EAB3653}" type="pres">
      <dgm:prSet presAssocID="{753B2511-C1FB-469C-8064-E231CE56782E}" presName="txSpace" presStyleCnt="0"/>
      <dgm:spPr/>
    </dgm:pt>
    <dgm:pt modelId="{27622C04-5B3E-4649-8194-4DE02F2A7109}" type="pres">
      <dgm:prSet presAssocID="{753B2511-C1FB-469C-8064-E231CE56782E}" presName="desTx" presStyleLbl="revTx" presStyleIdx="5" presStyleCnt="6">
        <dgm:presLayoutVars/>
      </dgm:prSet>
      <dgm:spPr/>
    </dgm:pt>
  </dgm:ptLst>
  <dgm:cxnLst>
    <dgm:cxn modelId="{4808B408-E069-4194-A560-04033A2B41CF}" srcId="{A6DDB18A-38CE-4850-81E9-C646ADE35D4A}" destId="{10FC0CD6-9141-4FCE-867A-69DF95411612}" srcOrd="3" destOrd="0" parTransId="{A165161F-4781-4477-BBA0-BFCBBD7B5812}" sibTransId="{1B543FDF-CB0E-40CB-A5B3-DB2BED1FB84B}"/>
    <dgm:cxn modelId="{F2A1240D-EAC9-4585-82F8-F5C2DB39514C}" type="presOf" srcId="{7E32900A-ED26-40B6-BD67-F5686012ECF8}" destId="{ED695831-FBDB-4C29-B591-4D202889F348}" srcOrd="0" destOrd="0" presId="urn:microsoft.com/office/officeart/2018/5/layout/CenteredIconLabelDescriptionList"/>
    <dgm:cxn modelId="{78755711-F4CF-4C72-ABC6-BB209DDD04ED}" srcId="{A6DDB18A-38CE-4850-81E9-C646ADE35D4A}" destId="{A4D022FF-D08F-4B87-801E-1D7C6BB78F55}" srcOrd="4" destOrd="0" parTransId="{FB41A032-E97E-4AF8-B791-0724E4F34382}" sibTransId="{A11076DE-9659-42D8-96E3-741BB2DDEDC6}"/>
    <dgm:cxn modelId="{073C261C-07FE-4B59-84E7-A17DB81DA72E}" type="presOf" srcId="{3ABDE343-161E-4E02-A535-CF824C11CD84}" destId="{27622C04-5B3E-4649-8194-4DE02F2A7109}" srcOrd="0" destOrd="0" presId="urn:microsoft.com/office/officeart/2018/5/layout/CenteredIconLabelDescriptionList"/>
    <dgm:cxn modelId="{FD5D742B-402C-4B11-8AB7-A2ABFF83279C}" type="presOf" srcId="{86B3D2FE-A935-4FEF-84CF-FE5DC1766FB1}" destId="{0906C79E-DB5F-4C5A-8CCD-28743161B25A}" srcOrd="0" destOrd="2" presId="urn:microsoft.com/office/officeart/2018/5/layout/CenteredIconLabelDescriptionList"/>
    <dgm:cxn modelId="{C8EE0C30-8F9D-4F6C-BAFE-B8104EBF4153}" srcId="{7F807725-5544-4CDE-9623-D759A84B7721}" destId="{F3E4BDD3-E841-4282-BAD0-040BD2B7C1E8}" srcOrd="0" destOrd="0" parTransId="{B6E780E1-AF89-472E-9265-B75D90E8BE5D}" sibTransId="{9FC82329-D3E4-4EA9-9DDB-78E49F6A7FBB}"/>
    <dgm:cxn modelId="{7BC4BE38-3701-4704-9F37-D657D12E23E1}" type="presOf" srcId="{C0562044-26BC-49FA-BB96-2719533F3F50}" destId="{0906C79E-DB5F-4C5A-8CCD-28743161B25A}" srcOrd="0" destOrd="1" presId="urn:microsoft.com/office/officeart/2018/5/layout/CenteredIconLabelDescriptionList"/>
    <dgm:cxn modelId="{5D79D23F-456A-4012-8F87-C6D4B5093576}" type="presOf" srcId="{7F807725-5544-4CDE-9623-D759A84B7721}" destId="{A1031EC7-5A43-41D0-BDD5-52231CB07541}" srcOrd="0" destOrd="0" presId="urn:microsoft.com/office/officeart/2018/5/layout/CenteredIconLabelDescriptionList"/>
    <dgm:cxn modelId="{07D6A75C-A751-4570-B7E2-2FE7BD12D6AF}" srcId="{A6DDB18A-38CE-4850-81E9-C646ADE35D4A}" destId="{86B3D2FE-A935-4FEF-84CF-FE5DC1766FB1}" srcOrd="2" destOrd="0" parTransId="{D39D2E8C-790F-477E-93E2-631E32BA8A4B}" sibTransId="{77EDCBB2-952F-4FA6-B154-D9075D746A6C}"/>
    <dgm:cxn modelId="{BB8B8E6B-338A-4888-8600-85A59E6CF6A7}" type="presOf" srcId="{10FC0CD6-9141-4FCE-867A-69DF95411612}" destId="{0906C79E-DB5F-4C5A-8CCD-28743161B25A}" srcOrd="0" destOrd="3" presId="urn:microsoft.com/office/officeart/2018/5/layout/CenteredIconLabelDescriptionList"/>
    <dgm:cxn modelId="{A88E7B56-5A17-4E93-88CC-9243C7B44923}" srcId="{7E32900A-ED26-40B6-BD67-F5686012ECF8}" destId="{A6DDB18A-38CE-4850-81E9-C646ADE35D4A}" srcOrd="1" destOrd="0" parTransId="{96E35F3C-1359-43B2-B698-BAC6097D6EFA}" sibTransId="{AD349509-4C6E-4EB1-BD36-A2F63C796894}"/>
    <dgm:cxn modelId="{79C9C778-4CD0-4A06-BC1C-274D3C095169}" type="presOf" srcId="{F3E4BDD3-E841-4282-BAD0-040BD2B7C1E8}" destId="{EFCC04F8-AC03-4CAE-8576-3D0280E98923}" srcOrd="0" destOrd="0" presId="urn:microsoft.com/office/officeart/2018/5/layout/CenteredIconLabelDescriptionList"/>
    <dgm:cxn modelId="{1E6129A2-068E-4C29-B844-0C8F509D6361}" srcId="{A6DDB18A-38CE-4850-81E9-C646ADE35D4A}" destId="{C0562044-26BC-49FA-BB96-2719533F3F50}" srcOrd="1" destOrd="0" parTransId="{CB999DA8-BE32-43EF-8530-D3CAF50CAF64}" sibTransId="{510D17CB-35A3-4190-94AA-1C38FEF27842}"/>
    <dgm:cxn modelId="{B9C984B1-4B01-48FF-ACDF-C62E3665980D}" srcId="{753B2511-C1FB-469C-8064-E231CE56782E}" destId="{3ABDE343-161E-4E02-A535-CF824C11CD84}" srcOrd="0" destOrd="0" parTransId="{EA8EEDA0-754C-4762-A6B3-998D92DF3C04}" sibTransId="{ED1B5BF4-9556-4364-AB9B-EB47F3615CBC}"/>
    <dgm:cxn modelId="{3105F6C3-0936-40DE-86C6-C3D0EDFD5BFD}" srcId="{A6DDB18A-38CE-4850-81E9-C646ADE35D4A}" destId="{49110BC9-4A84-46D7-A4BB-C38042C58CFD}" srcOrd="0" destOrd="0" parTransId="{AB673962-4944-4985-B033-0D534E3BF180}" sibTransId="{26A9F65A-0421-44AF-A0D0-D3BD256D4913}"/>
    <dgm:cxn modelId="{4C164FCE-7B10-4F92-AE90-D0B983AC95F4}" srcId="{7E32900A-ED26-40B6-BD67-F5686012ECF8}" destId="{7F807725-5544-4CDE-9623-D759A84B7721}" srcOrd="0" destOrd="0" parTransId="{6A21A3D2-C702-4EC0-8F6F-3C608876D922}" sibTransId="{87527FBD-DBCA-466D-AAAC-2115DE9338D0}"/>
    <dgm:cxn modelId="{16635BED-7A83-4AA3-8D3E-8A7EA9F3F6E4}" type="presOf" srcId="{A4D022FF-D08F-4B87-801E-1D7C6BB78F55}" destId="{0906C79E-DB5F-4C5A-8CCD-28743161B25A}" srcOrd="0" destOrd="4" presId="urn:microsoft.com/office/officeart/2018/5/layout/CenteredIconLabelDescriptionList"/>
    <dgm:cxn modelId="{D4E6CBED-9085-4D76-8993-32C6522A7D29}" type="presOf" srcId="{A6DDB18A-38CE-4850-81E9-C646ADE35D4A}" destId="{FB760429-90C0-4A42-A740-2501F5326824}" srcOrd="0" destOrd="0" presId="urn:microsoft.com/office/officeart/2018/5/layout/CenteredIconLabelDescriptionList"/>
    <dgm:cxn modelId="{CC0B80F8-D17D-4996-B1A7-A829E7082F6D}" type="presOf" srcId="{753B2511-C1FB-469C-8064-E231CE56782E}" destId="{86AB315B-1BE9-43F3-8B3D-A2293C07FCAE}" srcOrd="0" destOrd="0" presId="urn:microsoft.com/office/officeart/2018/5/layout/CenteredIconLabelDescriptionList"/>
    <dgm:cxn modelId="{F4DE93FD-ECC7-480A-B952-0B70E1FB78B3}" type="presOf" srcId="{49110BC9-4A84-46D7-A4BB-C38042C58CFD}" destId="{0906C79E-DB5F-4C5A-8CCD-28743161B25A}" srcOrd="0" destOrd="0" presId="urn:microsoft.com/office/officeart/2018/5/layout/CenteredIconLabelDescriptionList"/>
    <dgm:cxn modelId="{90C1B1FD-2556-47B4-A63A-5F3EE8F01EA2}" srcId="{7E32900A-ED26-40B6-BD67-F5686012ECF8}" destId="{753B2511-C1FB-469C-8064-E231CE56782E}" srcOrd="2" destOrd="0" parTransId="{136A540B-DF92-4614-B842-C0FD47D16C57}" sibTransId="{8BDD548E-6195-4CC1-A8A6-95307AA30970}"/>
    <dgm:cxn modelId="{97D45739-213E-4F31-BB94-6B5DBFBAF5ED}" type="presParOf" srcId="{ED695831-FBDB-4C29-B591-4D202889F348}" destId="{223A8E9A-D36C-4ED5-AB25-553B3D5D6FBC}" srcOrd="0" destOrd="0" presId="urn:microsoft.com/office/officeart/2018/5/layout/CenteredIconLabelDescriptionList"/>
    <dgm:cxn modelId="{080D9803-A82D-42D1-B1A5-75ED87C8A804}" type="presParOf" srcId="{223A8E9A-D36C-4ED5-AB25-553B3D5D6FBC}" destId="{EB22C802-6183-4580-AA6E-883BB9369A3B}" srcOrd="0" destOrd="0" presId="urn:microsoft.com/office/officeart/2018/5/layout/CenteredIconLabelDescriptionList"/>
    <dgm:cxn modelId="{346B65F8-6B37-4EBF-AF0C-154E2AB48434}" type="presParOf" srcId="{223A8E9A-D36C-4ED5-AB25-553B3D5D6FBC}" destId="{2C555DC8-24BC-4E0B-BBDC-E5C24009C086}" srcOrd="1" destOrd="0" presId="urn:microsoft.com/office/officeart/2018/5/layout/CenteredIconLabelDescriptionList"/>
    <dgm:cxn modelId="{3321282F-18C7-4EC1-904E-BA828DC58F40}" type="presParOf" srcId="{223A8E9A-D36C-4ED5-AB25-553B3D5D6FBC}" destId="{A1031EC7-5A43-41D0-BDD5-52231CB07541}" srcOrd="2" destOrd="0" presId="urn:microsoft.com/office/officeart/2018/5/layout/CenteredIconLabelDescriptionList"/>
    <dgm:cxn modelId="{30B71212-84FE-4A32-8E0C-266492AB0FEB}" type="presParOf" srcId="{223A8E9A-D36C-4ED5-AB25-553B3D5D6FBC}" destId="{B05C0C44-37E6-4F0D-A201-48C33094E5D0}" srcOrd="3" destOrd="0" presId="urn:microsoft.com/office/officeart/2018/5/layout/CenteredIconLabelDescriptionList"/>
    <dgm:cxn modelId="{4A82A56A-BCA2-49AB-9616-F9DA567571F7}" type="presParOf" srcId="{223A8E9A-D36C-4ED5-AB25-553B3D5D6FBC}" destId="{EFCC04F8-AC03-4CAE-8576-3D0280E98923}" srcOrd="4" destOrd="0" presId="urn:microsoft.com/office/officeart/2018/5/layout/CenteredIconLabelDescriptionList"/>
    <dgm:cxn modelId="{AB06C935-807B-483D-8BCC-E3E94C200B31}" type="presParOf" srcId="{ED695831-FBDB-4C29-B591-4D202889F348}" destId="{7DB19AF0-D1AD-43E2-B757-8171C1208764}" srcOrd="1" destOrd="0" presId="urn:microsoft.com/office/officeart/2018/5/layout/CenteredIconLabelDescriptionList"/>
    <dgm:cxn modelId="{E908A853-A2AD-46CF-806A-5108C3D6EA8F}" type="presParOf" srcId="{ED695831-FBDB-4C29-B591-4D202889F348}" destId="{41DCA0E7-C977-4ECC-8885-4BC731BDDAB3}" srcOrd="2" destOrd="0" presId="urn:microsoft.com/office/officeart/2018/5/layout/CenteredIconLabelDescriptionList"/>
    <dgm:cxn modelId="{AA599460-79B0-4010-8DD3-F9FACF963513}" type="presParOf" srcId="{41DCA0E7-C977-4ECC-8885-4BC731BDDAB3}" destId="{58724132-1FC6-4618-80BC-D188FDEB897D}" srcOrd="0" destOrd="0" presId="urn:microsoft.com/office/officeart/2018/5/layout/CenteredIconLabelDescriptionList"/>
    <dgm:cxn modelId="{58E1B3DC-6379-4735-B08A-184F6D701BD0}" type="presParOf" srcId="{41DCA0E7-C977-4ECC-8885-4BC731BDDAB3}" destId="{886B2E16-9729-4188-8AE7-A39CD87CFCE9}" srcOrd="1" destOrd="0" presId="urn:microsoft.com/office/officeart/2018/5/layout/CenteredIconLabelDescriptionList"/>
    <dgm:cxn modelId="{65F05C90-003D-453A-ADCE-EE484B86BC45}" type="presParOf" srcId="{41DCA0E7-C977-4ECC-8885-4BC731BDDAB3}" destId="{FB760429-90C0-4A42-A740-2501F5326824}" srcOrd="2" destOrd="0" presId="urn:microsoft.com/office/officeart/2018/5/layout/CenteredIconLabelDescriptionList"/>
    <dgm:cxn modelId="{F6E3D8D0-B6E3-4029-870A-DDE9263C5039}" type="presParOf" srcId="{41DCA0E7-C977-4ECC-8885-4BC731BDDAB3}" destId="{CAE0FBAA-F8E3-430F-A7BE-ED07C4304AA8}" srcOrd="3" destOrd="0" presId="urn:microsoft.com/office/officeart/2018/5/layout/CenteredIconLabelDescriptionList"/>
    <dgm:cxn modelId="{A99C69BF-DF06-405C-A9F1-E48F7EEBA49D}" type="presParOf" srcId="{41DCA0E7-C977-4ECC-8885-4BC731BDDAB3}" destId="{0906C79E-DB5F-4C5A-8CCD-28743161B25A}" srcOrd="4" destOrd="0" presId="urn:microsoft.com/office/officeart/2018/5/layout/CenteredIconLabelDescriptionList"/>
    <dgm:cxn modelId="{5663D67E-73E1-40FC-8D34-9DDC19D9AD60}" type="presParOf" srcId="{ED695831-FBDB-4C29-B591-4D202889F348}" destId="{8C373D39-2E31-4795-90BE-F1DB0559791B}" srcOrd="3" destOrd="0" presId="urn:microsoft.com/office/officeart/2018/5/layout/CenteredIconLabelDescriptionList"/>
    <dgm:cxn modelId="{1CF606D8-CA0B-418C-96BF-79245079F45C}" type="presParOf" srcId="{ED695831-FBDB-4C29-B591-4D202889F348}" destId="{EAD2471A-3286-408C-A9D2-B8BDDDC04DB1}" srcOrd="4" destOrd="0" presId="urn:microsoft.com/office/officeart/2018/5/layout/CenteredIconLabelDescriptionList"/>
    <dgm:cxn modelId="{0558777E-09F0-4944-AF7E-F06E13E546E1}" type="presParOf" srcId="{EAD2471A-3286-408C-A9D2-B8BDDDC04DB1}" destId="{A792C16E-F317-4384-A7CF-42AC5FC82EE0}" srcOrd="0" destOrd="0" presId="urn:microsoft.com/office/officeart/2018/5/layout/CenteredIconLabelDescriptionList"/>
    <dgm:cxn modelId="{8256FA43-C0FA-45D7-B823-79E765A9F114}" type="presParOf" srcId="{EAD2471A-3286-408C-A9D2-B8BDDDC04DB1}" destId="{D0FC9A62-FF72-4350-A5B1-5EA3FA8918B6}" srcOrd="1" destOrd="0" presId="urn:microsoft.com/office/officeart/2018/5/layout/CenteredIconLabelDescriptionList"/>
    <dgm:cxn modelId="{1572E735-1ABB-4522-8C96-36B63A678A33}" type="presParOf" srcId="{EAD2471A-3286-408C-A9D2-B8BDDDC04DB1}" destId="{86AB315B-1BE9-43F3-8B3D-A2293C07FCAE}" srcOrd="2" destOrd="0" presId="urn:microsoft.com/office/officeart/2018/5/layout/CenteredIconLabelDescriptionList"/>
    <dgm:cxn modelId="{B803DBF2-634D-4C45-92DC-D50033D2BC31}" type="presParOf" srcId="{EAD2471A-3286-408C-A9D2-B8BDDDC04DB1}" destId="{B8C482BC-741A-4476-A653-DAE69EAB3653}" srcOrd="3" destOrd="0" presId="urn:microsoft.com/office/officeart/2018/5/layout/CenteredIconLabelDescriptionList"/>
    <dgm:cxn modelId="{47F53B4B-AA36-4B82-8C1E-1C84DB5617E7}" type="presParOf" srcId="{EAD2471A-3286-408C-A9D2-B8BDDDC04DB1}" destId="{27622C04-5B3E-4649-8194-4DE02F2A710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0DE55B-2F93-49D3-8C91-13121B6B2BA0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5FAA30-7682-42A3-B66B-879E50F77D7C}">
      <dgm:prSet/>
      <dgm:spPr/>
      <dgm:t>
        <a:bodyPr/>
        <a:lstStyle/>
        <a:p>
          <a:r>
            <a:rPr lang="en-US" b="1" dirty="0"/>
            <a:t>Why Clustering?</a:t>
          </a:r>
          <a:endParaRPr lang="en-US" dirty="0"/>
        </a:p>
      </dgm:t>
    </dgm:pt>
    <dgm:pt modelId="{55932C16-96DD-4411-9F68-3EE91F0000D8}" type="parTrans" cxnId="{7DFC01A0-F52B-45E6-ACAB-F92755DB90D6}">
      <dgm:prSet/>
      <dgm:spPr/>
      <dgm:t>
        <a:bodyPr/>
        <a:lstStyle/>
        <a:p>
          <a:endParaRPr lang="en-US"/>
        </a:p>
      </dgm:t>
    </dgm:pt>
    <dgm:pt modelId="{792C4C8D-A4AD-4E22-BEB4-183F15C57FC9}" type="sibTrans" cxnId="{7DFC01A0-F52B-45E6-ACAB-F92755DB90D6}">
      <dgm:prSet/>
      <dgm:spPr/>
      <dgm:t>
        <a:bodyPr/>
        <a:lstStyle/>
        <a:p>
          <a:endParaRPr lang="en-US"/>
        </a:p>
      </dgm:t>
    </dgm:pt>
    <dgm:pt modelId="{683E8636-DDF4-4183-B489-9E662332B556}">
      <dgm:prSet/>
      <dgm:spPr/>
      <dgm:t>
        <a:bodyPr/>
        <a:lstStyle/>
        <a:p>
          <a:r>
            <a:rPr lang="en-US"/>
            <a:t>Clustering groups observations with similar characteristics together without using pre-defined labels.</a:t>
          </a:r>
        </a:p>
      </dgm:t>
    </dgm:pt>
    <dgm:pt modelId="{9F6C6B05-8DE3-40D1-A92A-9D80257EBCA3}" type="parTrans" cxnId="{FE8D3417-955A-41B9-861C-AD306CD3E3F4}">
      <dgm:prSet/>
      <dgm:spPr/>
      <dgm:t>
        <a:bodyPr/>
        <a:lstStyle/>
        <a:p>
          <a:endParaRPr lang="en-US"/>
        </a:p>
      </dgm:t>
    </dgm:pt>
    <dgm:pt modelId="{D72FC833-733F-4BBE-B805-0401694872BB}" type="sibTrans" cxnId="{FE8D3417-955A-41B9-861C-AD306CD3E3F4}">
      <dgm:prSet/>
      <dgm:spPr/>
      <dgm:t>
        <a:bodyPr/>
        <a:lstStyle/>
        <a:p>
          <a:endParaRPr lang="en-US"/>
        </a:p>
      </dgm:t>
    </dgm:pt>
    <dgm:pt modelId="{52582616-BA77-4981-870F-64E51B3F051F}">
      <dgm:prSet/>
      <dgm:spPr/>
      <dgm:t>
        <a:bodyPr/>
        <a:lstStyle/>
        <a:p>
          <a:r>
            <a:rPr lang="en-US"/>
            <a:t>The goal is to determine whether natural wine populations exist based solely on chemistry measurements.</a:t>
          </a:r>
        </a:p>
      </dgm:t>
    </dgm:pt>
    <dgm:pt modelId="{91CD3E72-B68E-4C22-8C0E-699B689A2870}" type="parTrans" cxnId="{060608AA-DC95-49E6-A58A-CE4887CAB93F}">
      <dgm:prSet/>
      <dgm:spPr/>
      <dgm:t>
        <a:bodyPr/>
        <a:lstStyle/>
        <a:p>
          <a:endParaRPr lang="en-US"/>
        </a:p>
      </dgm:t>
    </dgm:pt>
    <dgm:pt modelId="{2213F8EB-CA12-4A95-B6C0-3FCDEAAEDFED}" type="sibTrans" cxnId="{060608AA-DC95-49E6-A58A-CE4887CAB93F}">
      <dgm:prSet/>
      <dgm:spPr/>
      <dgm:t>
        <a:bodyPr/>
        <a:lstStyle/>
        <a:p>
          <a:endParaRPr lang="en-US"/>
        </a:p>
      </dgm:t>
    </dgm:pt>
    <dgm:pt modelId="{0FA9B46E-775A-4F3E-A23E-0FF49E0CAC96}">
      <dgm:prSet/>
      <dgm:spPr/>
      <dgm:t>
        <a:bodyPr/>
        <a:lstStyle/>
        <a:p>
          <a:r>
            <a:rPr lang="en-US" b="1"/>
            <a:t>Why Compare Multiple Methods?</a:t>
          </a:r>
          <a:endParaRPr lang="en-US"/>
        </a:p>
      </dgm:t>
    </dgm:pt>
    <dgm:pt modelId="{CCD02A2A-6C07-4B01-836A-54CFC63DA210}" type="parTrans" cxnId="{D2085138-BB7C-4316-A213-15A9DA4C0F0F}">
      <dgm:prSet/>
      <dgm:spPr/>
      <dgm:t>
        <a:bodyPr/>
        <a:lstStyle/>
        <a:p>
          <a:endParaRPr lang="en-US"/>
        </a:p>
      </dgm:t>
    </dgm:pt>
    <dgm:pt modelId="{3015C09A-893C-42EC-94F5-46737E2A5F03}" type="sibTrans" cxnId="{D2085138-BB7C-4316-A213-15A9DA4C0F0F}">
      <dgm:prSet/>
      <dgm:spPr/>
      <dgm:t>
        <a:bodyPr/>
        <a:lstStyle/>
        <a:p>
          <a:endParaRPr lang="en-US"/>
        </a:p>
      </dgm:t>
    </dgm:pt>
    <dgm:pt modelId="{39A31431-5D21-4851-8D6A-F44F410FEE7A}">
      <dgm:prSet/>
      <dgm:spPr/>
      <dgm:t>
        <a:bodyPr/>
        <a:lstStyle/>
        <a:p>
          <a:r>
            <a:rPr lang="en-US"/>
            <a:t>Different clustering algorithms make different assumptions about the data.</a:t>
          </a:r>
        </a:p>
      </dgm:t>
    </dgm:pt>
    <dgm:pt modelId="{F2374A7B-60C9-4D21-A1A6-0D6B03271CB1}" type="parTrans" cxnId="{503FB6D7-F855-4DD1-A577-0E847BAED9C3}">
      <dgm:prSet/>
      <dgm:spPr/>
      <dgm:t>
        <a:bodyPr/>
        <a:lstStyle/>
        <a:p>
          <a:endParaRPr lang="en-US"/>
        </a:p>
      </dgm:t>
    </dgm:pt>
    <dgm:pt modelId="{BA1249BE-6EF6-4DE1-A7D9-335AE81C24FC}" type="sibTrans" cxnId="{503FB6D7-F855-4DD1-A577-0E847BAED9C3}">
      <dgm:prSet/>
      <dgm:spPr/>
      <dgm:t>
        <a:bodyPr/>
        <a:lstStyle/>
        <a:p>
          <a:endParaRPr lang="en-US"/>
        </a:p>
      </dgm:t>
    </dgm:pt>
    <dgm:pt modelId="{F9173776-268C-4F03-8782-690B565A53E5}">
      <dgm:prSet/>
      <dgm:spPr/>
      <dgm:t>
        <a:bodyPr/>
        <a:lstStyle/>
        <a:p>
          <a:r>
            <a:rPr lang="en-US"/>
            <a:t>By comparing multiple approaches, we can determine whether discovered wine populations represent genuine structure rather than artifacts of a single algorithm.</a:t>
          </a:r>
        </a:p>
      </dgm:t>
    </dgm:pt>
    <dgm:pt modelId="{DB00BEE4-F4DA-43AC-9BE5-73441E66CD09}" type="parTrans" cxnId="{4DC14442-76E0-4B00-9525-CF7256A6D3B0}">
      <dgm:prSet/>
      <dgm:spPr/>
      <dgm:t>
        <a:bodyPr/>
        <a:lstStyle/>
        <a:p>
          <a:endParaRPr lang="en-US"/>
        </a:p>
      </dgm:t>
    </dgm:pt>
    <dgm:pt modelId="{162D7E98-87E5-42FE-90BA-1702B7FAA964}" type="sibTrans" cxnId="{4DC14442-76E0-4B00-9525-CF7256A6D3B0}">
      <dgm:prSet/>
      <dgm:spPr/>
      <dgm:t>
        <a:bodyPr/>
        <a:lstStyle/>
        <a:p>
          <a:endParaRPr lang="en-US"/>
        </a:p>
      </dgm:t>
    </dgm:pt>
    <dgm:pt modelId="{A601C5A7-3B67-48C2-B1E2-C942B3B2BD21}">
      <dgm:prSet/>
      <dgm:spPr/>
      <dgm:t>
        <a:bodyPr/>
        <a:lstStyle/>
        <a:p>
          <a:r>
            <a:rPr lang="en-US" b="1"/>
            <a:t>Model Evaluation Criteria:</a:t>
          </a:r>
          <a:endParaRPr lang="en-US"/>
        </a:p>
      </dgm:t>
    </dgm:pt>
    <dgm:pt modelId="{D5640345-14BB-4DBD-9C12-E83F30FC52B8}" type="parTrans" cxnId="{32F04606-22E0-4D15-AED0-43EEA558E0E4}">
      <dgm:prSet/>
      <dgm:spPr/>
      <dgm:t>
        <a:bodyPr/>
        <a:lstStyle/>
        <a:p>
          <a:endParaRPr lang="en-US"/>
        </a:p>
      </dgm:t>
    </dgm:pt>
    <dgm:pt modelId="{560DA576-B8DA-43B8-9C1E-62EA6B7B96C1}" type="sibTrans" cxnId="{32F04606-22E0-4D15-AED0-43EEA558E0E4}">
      <dgm:prSet/>
      <dgm:spPr/>
      <dgm:t>
        <a:bodyPr/>
        <a:lstStyle/>
        <a:p>
          <a:endParaRPr lang="en-US"/>
        </a:p>
      </dgm:t>
    </dgm:pt>
    <dgm:pt modelId="{F6371609-DFC4-4915-BC16-5A414E486BFE}">
      <dgm:prSet/>
      <dgm:spPr/>
      <dgm:t>
        <a:bodyPr/>
        <a:lstStyle/>
        <a:p>
          <a:r>
            <a:rPr lang="en-US" dirty="0"/>
            <a:t>Silhouette Score</a:t>
          </a:r>
        </a:p>
      </dgm:t>
    </dgm:pt>
    <dgm:pt modelId="{18976A37-6F45-41D9-B73D-A9FB52727B64}" type="parTrans" cxnId="{23AD3D70-E638-48BD-897B-1ADCBC092647}">
      <dgm:prSet/>
      <dgm:spPr/>
      <dgm:t>
        <a:bodyPr/>
        <a:lstStyle/>
        <a:p>
          <a:endParaRPr lang="en-US"/>
        </a:p>
      </dgm:t>
    </dgm:pt>
    <dgm:pt modelId="{5F378A1A-3469-43AC-9481-1F2B694489C8}" type="sibTrans" cxnId="{23AD3D70-E638-48BD-897B-1ADCBC092647}">
      <dgm:prSet/>
      <dgm:spPr/>
      <dgm:t>
        <a:bodyPr/>
        <a:lstStyle/>
        <a:p>
          <a:endParaRPr lang="en-US"/>
        </a:p>
      </dgm:t>
    </dgm:pt>
    <dgm:pt modelId="{972F94B0-8D41-4EA6-9EB5-F6FBE3A64DCF}">
      <dgm:prSet/>
      <dgm:spPr/>
      <dgm:t>
        <a:bodyPr/>
        <a:lstStyle/>
        <a:p>
          <a:r>
            <a:rPr lang="en-US" dirty="0"/>
            <a:t>Davies-Bouldin Index</a:t>
          </a:r>
        </a:p>
      </dgm:t>
    </dgm:pt>
    <dgm:pt modelId="{92306278-0546-4BD8-BA03-DFB4419EC887}" type="parTrans" cxnId="{BEF3817A-D989-4B2E-91D6-AA4315012993}">
      <dgm:prSet/>
      <dgm:spPr/>
      <dgm:t>
        <a:bodyPr/>
        <a:lstStyle/>
        <a:p>
          <a:endParaRPr lang="en-US"/>
        </a:p>
      </dgm:t>
    </dgm:pt>
    <dgm:pt modelId="{67DD5C97-E890-437B-BC20-C015CF0FF469}" type="sibTrans" cxnId="{BEF3817A-D989-4B2E-91D6-AA4315012993}">
      <dgm:prSet/>
      <dgm:spPr/>
      <dgm:t>
        <a:bodyPr/>
        <a:lstStyle/>
        <a:p>
          <a:endParaRPr lang="en-US"/>
        </a:p>
      </dgm:t>
    </dgm:pt>
    <dgm:pt modelId="{CA3FA1B0-C960-4EEA-A932-E5477197E4D9}">
      <dgm:prSet/>
      <dgm:spPr/>
      <dgm:t>
        <a:bodyPr/>
        <a:lstStyle/>
        <a:p>
          <a:r>
            <a:rPr lang="en-US" dirty="0"/>
            <a:t>Cluster Interpretability</a:t>
          </a:r>
        </a:p>
      </dgm:t>
    </dgm:pt>
    <dgm:pt modelId="{578F7AA7-1F7F-4A44-A544-D8BF984FFC2C}" type="parTrans" cxnId="{2F1B5A5A-149A-426B-8A66-8715CB87F42D}">
      <dgm:prSet/>
      <dgm:spPr/>
      <dgm:t>
        <a:bodyPr/>
        <a:lstStyle/>
        <a:p>
          <a:endParaRPr lang="en-US"/>
        </a:p>
      </dgm:t>
    </dgm:pt>
    <dgm:pt modelId="{7A815E48-C548-45A9-B0C2-CAE6EF0CB3C6}" type="sibTrans" cxnId="{2F1B5A5A-149A-426B-8A66-8715CB87F42D}">
      <dgm:prSet/>
      <dgm:spPr/>
      <dgm:t>
        <a:bodyPr/>
        <a:lstStyle/>
        <a:p>
          <a:endParaRPr lang="en-US"/>
        </a:p>
      </dgm:t>
    </dgm:pt>
    <dgm:pt modelId="{70821307-E8A0-4B7A-99FA-6F46548D8B04}">
      <dgm:prSet/>
      <dgm:spPr/>
      <dgm:t>
        <a:bodyPr/>
        <a:lstStyle/>
        <a:p>
          <a:r>
            <a:rPr lang="en-US" dirty="0"/>
            <a:t>Visualization Quality</a:t>
          </a:r>
        </a:p>
      </dgm:t>
    </dgm:pt>
    <dgm:pt modelId="{BEC27256-183F-4C26-B12E-5016AF6FD20A}" type="parTrans" cxnId="{916E5B06-C681-4ECD-A83E-B58597029D4C}">
      <dgm:prSet/>
      <dgm:spPr/>
      <dgm:t>
        <a:bodyPr/>
        <a:lstStyle/>
        <a:p>
          <a:endParaRPr lang="en-US"/>
        </a:p>
      </dgm:t>
    </dgm:pt>
    <dgm:pt modelId="{76B4816E-2280-448E-9F81-312B8B039CBC}" type="sibTrans" cxnId="{916E5B06-C681-4ECD-A83E-B58597029D4C}">
      <dgm:prSet/>
      <dgm:spPr/>
      <dgm:t>
        <a:bodyPr/>
        <a:lstStyle/>
        <a:p>
          <a:endParaRPr lang="en-US"/>
        </a:p>
      </dgm:t>
    </dgm:pt>
    <dgm:pt modelId="{E245F9B8-B89A-4CCA-840A-BA5D04B872DB}">
      <dgm:prSet/>
      <dgm:spPr/>
      <dgm:t>
        <a:bodyPr/>
        <a:lstStyle/>
        <a:p>
          <a:r>
            <a:rPr lang="en-US" dirty="0"/>
            <a:t>Stability Across Solutions</a:t>
          </a:r>
        </a:p>
      </dgm:t>
    </dgm:pt>
    <dgm:pt modelId="{5CB6D648-3786-462B-8B72-B72AEA2197A4}" type="parTrans" cxnId="{9E583FDB-6778-4849-9A70-5915C576C09F}">
      <dgm:prSet/>
      <dgm:spPr/>
      <dgm:t>
        <a:bodyPr/>
        <a:lstStyle/>
        <a:p>
          <a:endParaRPr lang="en-US"/>
        </a:p>
      </dgm:t>
    </dgm:pt>
    <dgm:pt modelId="{41A98C12-F323-4A7F-83CC-7FF4561E9B1B}" type="sibTrans" cxnId="{9E583FDB-6778-4849-9A70-5915C576C09F}">
      <dgm:prSet/>
      <dgm:spPr/>
      <dgm:t>
        <a:bodyPr/>
        <a:lstStyle/>
        <a:p>
          <a:endParaRPr lang="en-US"/>
        </a:p>
      </dgm:t>
    </dgm:pt>
    <dgm:pt modelId="{D2C26B4A-EB43-47BC-8F8E-6EE32AE94AEA}" type="pres">
      <dgm:prSet presAssocID="{6A0DE55B-2F93-49D3-8C91-13121B6B2BA0}" presName="Name0" presStyleCnt="0">
        <dgm:presLayoutVars>
          <dgm:dir/>
          <dgm:animLvl val="lvl"/>
          <dgm:resizeHandles val="exact"/>
        </dgm:presLayoutVars>
      </dgm:prSet>
      <dgm:spPr/>
    </dgm:pt>
    <dgm:pt modelId="{98EB377A-E4EA-45E4-B713-87B31C42797C}" type="pres">
      <dgm:prSet presAssocID="{AC5FAA30-7682-42A3-B66B-879E50F77D7C}" presName="composite" presStyleCnt="0"/>
      <dgm:spPr/>
    </dgm:pt>
    <dgm:pt modelId="{F035C81F-88DB-44FB-B3ED-5F3E0FBA9AA1}" type="pres">
      <dgm:prSet presAssocID="{AC5FAA30-7682-42A3-B66B-879E50F77D7C}" presName="parTx" presStyleLbl="alignNode1" presStyleIdx="0" presStyleCnt="3">
        <dgm:presLayoutVars>
          <dgm:chMax val="0"/>
          <dgm:chPref val="0"/>
        </dgm:presLayoutVars>
      </dgm:prSet>
      <dgm:spPr/>
    </dgm:pt>
    <dgm:pt modelId="{BC50EDD7-D86C-4485-9FE6-6754731CFC26}" type="pres">
      <dgm:prSet presAssocID="{AC5FAA30-7682-42A3-B66B-879E50F77D7C}" presName="desTx" presStyleLbl="alignAccFollowNode1" presStyleIdx="0" presStyleCnt="3">
        <dgm:presLayoutVars/>
      </dgm:prSet>
      <dgm:spPr/>
    </dgm:pt>
    <dgm:pt modelId="{08D706E1-AE2E-45D3-B65A-1FA19A7B4927}" type="pres">
      <dgm:prSet presAssocID="{792C4C8D-A4AD-4E22-BEB4-183F15C57FC9}" presName="space" presStyleCnt="0"/>
      <dgm:spPr/>
    </dgm:pt>
    <dgm:pt modelId="{A5BF689A-B7EE-4D55-B957-90F191A0E44A}" type="pres">
      <dgm:prSet presAssocID="{0FA9B46E-775A-4F3E-A23E-0FF49E0CAC96}" presName="composite" presStyleCnt="0"/>
      <dgm:spPr/>
    </dgm:pt>
    <dgm:pt modelId="{0C61EFCB-D608-4C0A-9680-E8E59B2464A6}" type="pres">
      <dgm:prSet presAssocID="{0FA9B46E-775A-4F3E-A23E-0FF49E0CAC96}" presName="parTx" presStyleLbl="alignNode1" presStyleIdx="1" presStyleCnt="3">
        <dgm:presLayoutVars>
          <dgm:chMax val="0"/>
          <dgm:chPref val="0"/>
        </dgm:presLayoutVars>
      </dgm:prSet>
      <dgm:spPr/>
    </dgm:pt>
    <dgm:pt modelId="{C5541D5A-1209-43C8-A41D-5FC0485602FF}" type="pres">
      <dgm:prSet presAssocID="{0FA9B46E-775A-4F3E-A23E-0FF49E0CAC96}" presName="desTx" presStyleLbl="alignAccFollowNode1" presStyleIdx="1" presStyleCnt="3">
        <dgm:presLayoutVars/>
      </dgm:prSet>
      <dgm:spPr/>
    </dgm:pt>
    <dgm:pt modelId="{E4093810-F805-4B2E-BCBF-E08402BABDAE}" type="pres">
      <dgm:prSet presAssocID="{3015C09A-893C-42EC-94F5-46737E2A5F03}" presName="space" presStyleCnt="0"/>
      <dgm:spPr/>
    </dgm:pt>
    <dgm:pt modelId="{C65FCCB0-A1A8-4A65-9799-0E4EC3F1ED10}" type="pres">
      <dgm:prSet presAssocID="{A601C5A7-3B67-48C2-B1E2-C942B3B2BD21}" presName="composite" presStyleCnt="0"/>
      <dgm:spPr/>
    </dgm:pt>
    <dgm:pt modelId="{FF4DACA9-2D68-4577-9ADE-51601A957F4D}" type="pres">
      <dgm:prSet presAssocID="{A601C5A7-3B67-48C2-B1E2-C942B3B2BD21}" presName="parTx" presStyleLbl="alignNode1" presStyleIdx="2" presStyleCnt="3">
        <dgm:presLayoutVars>
          <dgm:chMax val="0"/>
          <dgm:chPref val="0"/>
        </dgm:presLayoutVars>
      </dgm:prSet>
      <dgm:spPr/>
    </dgm:pt>
    <dgm:pt modelId="{18371E45-F67A-462B-B97D-C80BB8CB1408}" type="pres">
      <dgm:prSet presAssocID="{A601C5A7-3B67-48C2-B1E2-C942B3B2BD21}" presName="desTx" presStyleLbl="alignAccFollowNode1" presStyleIdx="2" presStyleCnt="3">
        <dgm:presLayoutVars/>
      </dgm:prSet>
      <dgm:spPr/>
    </dgm:pt>
  </dgm:ptLst>
  <dgm:cxnLst>
    <dgm:cxn modelId="{916E5B06-C681-4ECD-A83E-B58597029D4C}" srcId="{A601C5A7-3B67-48C2-B1E2-C942B3B2BD21}" destId="{70821307-E8A0-4B7A-99FA-6F46548D8B04}" srcOrd="3" destOrd="0" parTransId="{BEC27256-183F-4C26-B12E-5016AF6FD20A}" sibTransId="{76B4816E-2280-448E-9F81-312B8B039CBC}"/>
    <dgm:cxn modelId="{32F04606-22E0-4D15-AED0-43EEA558E0E4}" srcId="{6A0DE55B-2F93-49D3-8C91-13121B6B2BA0}" destId="{A601C5A7-3B67-48C2-B1E2-C942B3B2BD21}" srcOrd="2" destOrd="0" parTransId="{D5640345-14BB-4DBD-9C12-E83F30FC52B8}" sibTransId="{560DA576-B8DA-43B8-9C1E-62EA6B7B96C1}"/>
    <dgm:cxn modelId="{FE8D3417-955A-41B9-861C-AD306CD3E3F4}" srcId="{AC5FAA30-7682-42A3-B66B-879E50F77D7C}" destId="{683E8636-DDF4-4183-B489-9E662332B556}" srcOrd="0" destOrd="0" parTransId="{9F6C6B05-8DE3-40D1-A92A-9D80257EBCA3}" sibTransId="{D72FC833-733F-4BBE-B805-0401694872BB}"/>
    <dgm:cxn modelId="{BC324528-89B5-484A-BBC2-7A531452AA53}" type="presOf" srcId="{CA3FA1B0-C960-4EEA-A932-E5477197E4D9}" destId="{18371E45-F67A-462B-B97D-C80BB8CB1408}" srcOrd="0" destOrd="2" presId="urn:microsoft.com/office/officeart/2016/7/layout/ChevronBlockProcess"/>
    <dgm:cxn modelId="{D2085138-BB7C-4316-A213-15A9DA4C0F0F}" srcId="{6A0DE55B-2F93-49D3-8C91-13121B6B2BA0}" destId="{0FA9B46E-775A-4F3E-A23E-0FF49E0CAC96}" srcOrd="1" destOrd="0" parTransId="{CCD02A2A-6C07-4B01-836A-54CFC63DA210}" sibTransId="{3015C09A-893C-42EC-94F5-46737E2A5F03}"/>
    <dgm:cxn modelId="{62464C60-397D-4F37-B7FA-7C59EF7BB0FA}" type="presOf" srcId="{A601C5A7-3B67-48C2-B1E2-C942B3B2BD21}" destId="{FF4DACA9-2D68-4577-9ADE-51601A957F4D}" srcOrd="0" destOrd="0" presId="urn:microsoft.com/office/officeart/2016/7/layout/ChevronBlockProcess"/>
    <dgm:cxn modelId="{4DC14442-76E0-4B00-9525-CF7256A6D3B0}" srcId="{0FA9B46E-775A-4F3E-A23E-0FF49E0CAC96}" destId="{F9173776-268C-4F03-8782-690B565A53E5}" srcOrd="1" destOrd="0" parTransId="{DB00BEE4-F4DA-43AC-9BE5-73441E66CD09}" sibTransId="{162D7E98-87E5-42FE-90BA-1702B7FAA964}"/>
    <dgm:cxn modelId="{3A3D5245-2F82-4490-B383-BFD9E6BF21B3}" type="presOf" srcId="{0FA9B46E-775A-4F3E-A23E-0FF49E0CAC96}" destId="{0C61EFCB-D608-4C0A-9680-E8E59B2464A6}" srcOrd="0" destOrd="0" presId="urn:microsoft.com/office/officeart/2016/7/layout/ChevronBlockProcess"/>
    <dgm:cxn modelId="{27C9824E-6968-42E7-AF2C-BE8C250AEA22}" type="presOf" srcId="{52582616-BA77-4981-870F-64E51B3F051F}" destId="{BC50EDD7-D86C-4485-9FE6-6754731CFC26}" srcOrd="0" destOrd="1" presId="urn:microsoft.com/office/officeart/2016/7/layout/ChevronBlockProcess"/>
    <dgm:cxn modelId="{23AD3D70-E638-48BD-897B-1ADCBC092647}" srcId="{A601C5A7-3B67-48C2-B1E2-C942B3B2BD21}" destId="{F6371609-DFC4-4915-BC16-5A414E486BFE}" srcOrd="0" destOrd="0" parTransId="{18976A37-6F45-41D9-B73D-A9FB52727B64}" sibTransId="{5F378A1A-3469-43AC-9481-1F2B694489C8}"/>
    <dgm:cxn modelId="{93025A78-B752-4FAB-8A31-BB0506401172}" type="presOf" srcId="{E245F9B8-B89A-4CCA-840A-BA5D04B872DB}" destId="{18371E45-F67A-462B-B97D-C80BB8CB1408}" srcOrd="0" destOrd="4" presId="urn:microsoft.com/office/officeart/2016/7/layout/ChevronBlockProcess"/>
    <dgm:cxn modelId="{2F1B5A5A-149A-426B-8A66-8715CB87F42D}" srcId="{A601C5A7-3B67-48C2-B1E2-C942B3B2BD21}" destId="{CA3FA1B0-C960-4EEA-A932-E5477197E4D9}" srcOrd="2" destOrd="0" parTransId="{578F7AA7-1F7F-4A44-A544-D8BF984FFC2C}" sibTransId="{7A815E48-C548-45A9-B0C2-CAE6EF0CB3C6}"/>
    <dgm:cxn modelId="{BEF3817A-D989-4B2E-91D6-AA4315012993}" srcId="{A601C5A7-3B67-48C2-B1E2-C942B3B2BD21}" destId="{972F94B0-8D41-4EA6-9EB5-F6FBE3A64DCF}" srcOrd="1" destOrd="0" parTransId="{92306278-0546-4BD8-BA03-DFB4419EC887}" sibTransId="{67DD5C97-E890-437B-BC20-C015CF0FF469}"/>
    <dgm:cxn modelId="{80A4798A-0263-4705-835C-3141E3B05DD2}" type="presOf" srcId="{F9173776-268C-4F03-8782-690B565A53E5}" destId="{C5541D5A-1209-43C8-A41D-5FC0485602FF}" srcOrd="0" destOrd="1" presId="urn:microsoft.com/office/officeart/2016/7/layout/ChevronBlockProcess"/>
    <dgm:cxn modelId="{60776293-AA29-4673-AD20-5E20A57DBF85}" type="presOf" srcId="{39A31431-5D21-4851-8D6A-F44F410FEE7A}" destId="{C5541D5A-1209-43C8-A41D-5FC0485602FF}" srcOrd="0" destOrd="0" presId="urn:microsoft.com/office/officeart/2016/7/layout/ChevronBlockProcess"/>
    <dgm:cxn modelId="{B3B63D94-8F11-4039-AB4E-FA5BF8E84F6E}" type="presOf" srcId="{6A0DE55B-2F93-49D3-8C91-13121B6B2BA0}" destId="{D2C26B4A-EB43-47BC-8F8E-6EE32AE94AEA}" srcOrd="0" destOrd="0" presId="urn:microsoft.com/office/officeart/2016/7/layout/ChevronBlockProcess"/>
    <dgm:cxn modelId="{7DFC01A0-F52B-45E6-ACAB-F92755DB90D6}" srcId="{6A0DE55B-2F93-49D3-8C91-13121B6B2BA0}" destId="{AC5FAA30-7682-42A3-B66B-879E50F77D7C}" srcOrd="0" destOrd="0" parTransId="{55932C16-96DD-4411-9F68-3EE91F0000D8}" sibTransId="{792C4C8D-A4AD-4E22-BEB4-183F15C57FC9}"/>
    <dgm:cxn modelId="{E493A4A3-63DD-4091-A815-57FBD39CACB5}" type="presOf" srcId="{F6371609-DFC4-4915-BC16-5A414E486BFE}" destId="{18371E45-F67A-462B-B97D-C80BB8CB1408}" srcOrd="0" destOrd="0" presId="urn:microsoft.com/office/officeart/2016/7/layout/ChevronBlockProcess"/>
    <dgm:cxn modelId="{5F8B8AA8-FFAC-4C31-ACA2-5EB9A57A1E11}" type="presOf" srcId="{AC5FAA30-7682-42A3-B66B-879E50F77D7C}" destId="{F035C81F-88DB-44FB-B3ED-5F3E0FBA9AA1}" srcOrd="0" destOrd="0" presId="urn:microsoft.com/office/officeart/2016/7/layout/ChevronBlockProcess"/>
    <dgm:cxn modelId="{060608AA-DC95-49E6-A58A-CE4887CAB93F}" srcId="{AC5FAA30-7682-42A3-B66B-879E50F77D7C}" destId="{52582616-BA77-4981-870F-64E51B3F051F}" srcOrd="1" destOrd="0" parTransId="{91CD3E72-B68E-4C22-8C0E-699B689A2870}" sibTransId="{2213F8EB-CA12-4A95-B6C0-3FCDEAAEDFED}"/>
    <dgm:cxn modelId="{B0E228B9-1E6A-4126-8F00-9743E8F9F37F}" type="presOf" srcId="{972F94B0-8D41-4EA6-9EB5-F6FBE3A64DCF}" destId="{18371E45-F67A-462B-B97D-C80BB8CB1408}" srcOrd="0" destOrd="1" presId="urn:microsoft.com/office/officeart/2016/7/layout/ChevronBlockProcess"/>
    <dgm:cxn modelId="{35BE56D2-AB25-48B2-A44A-2B6DFB5F2A49}" type="presOf" srcId="{70821307-E8A0-4B7A-99FA-6F46548D8B04}" destId="{18371E45-F67A-462B-B97D-C80BB8CB1408}" srcOrd="0" destOrd="3" presId="urn:microsoft.com/office/officeart/2016/7/layout/ChevronBlockProcess"/>
    <dgm:cxn modelId="{503FB6D7-F855-4DD1-A577-0E847BAED9C3}" srcId="{0FA9B46E-775A-4F3E-A23E-0FF49E0CAC96}" destId="{39A31431-5D21-4851-8D6A-F44F410FEE7A}" srcOrd="0" destOrd="0" parTransId="{F2374A7B-60C9-4D21-A1A6-0D6B03271CB1}" sibTransId="{BA1249BE-6EF6-4DE1-A7D9-335AE81C24FC}"/>
    <dgm:cxn modelId="{9E583FDB-6778-4849-9A70-5915C576C09F}" srcId="{A601C5A7-3B67-48C2-B1E2-C942B3B2BD21}" destId="{E245F9B8-B89A-4CCA-840A-BA5D04B872DB}" srcOrd="4" destOrd="0" parTransId="{5CB6D648-3786-462B-8B72-B72AEA2197A4}" sibTransId="{41A98C12-F323-4A7F-83CC-7FF4561E9B1B}"/>
    <dgm:cxn modelId="{1F0C17F3-1D67-4D5A-81B8-383021968142}" type="presOf" srcId="{683E8636-DDF4-4183-B489-9E662332B556}" destId="{BC50EDD7-D86C-4485-9FE6-6754731CFC26}" srcOrd="0" destOrd="0" presId="urn:microsoft.com/office/officeart/2016/7/layout/ChevronBlockProcess"/>
    <dgm:cxn modelId="{31019625-00C2-484C-B0DD-8CA2B6B664C3}" type="presParOf" srcId="{D2C26B4A-EB43-47BC-8F8E-6EE32AE94AEA}" destId="{98EB377A-E4EA-45E4-B713-87B31C42797C}" srcOrd="0" destOrd="0" presId="urn:microsoft.com/office/officeart/2016/7/layout/ChevronBlockProcess"/>
    <dgm:cxn modelId="{C8DFDF6E-2192-40B0-8E81-FD9072DD1762}" type="presParOf" srcId="{98EB377A-E4EA-45E4-B713-87B31C42797C}" destId="{F035C81F-88DB-44FB-B3ED-5F3E0FBA9AA1}" srcOrd="0" destOrd="0" presId="urn:microsoft.com/office/officeart/2016/7/layout/ChevronBlockProcess"/>
    <dgm:cxn modelId="{E182DB64-4896-4E9A-8E38-820C96D197FD}" type="presParOf" srcId="{98EB377A-E4EA-45E4-B713-87B31C42797C}" destId="{BC50EDD7-D86C-4485-9FE6-6754731CFC26}" srcOrd="1" destOrd="0" presId="urn:microsoft.com/office/officeart/2016/7/layout/ChevronBlockProcess"/>
    <dgm:cxn modelId="{B38FF95F-DDB6-43CD-944C-09CA22B65961}" type="presParOf" srcId="{D2C26B4A-EB43-47BC-8F8E-6EE32AE94AEA}" destId="{08D706E1-AE2E-45D3-B65A-1FA19A7B4927}" srcOrd="1" destOrd="0" presId="urn:microsoft.com/office/officeart/2016/7/layout/ChevronBlockProcess"/>
    <dgm:cxn modelId="{B54D7DA0-B371-4518-A2F3-2E73F0EC4C12}" type="presParOf" srcId="{D2C26B4A-EB43-47BC-8F8E-6EE32AE94AEA}" destId="{A5BF689A-B7EE-4D55-B957-90F191A0E44A}" srcOrd="2" destOrd="0" presId="urn:microsoft.com/office/officeart/2016/7/layout/ChevronBlockProcess"/>
    <dgm:cxn modelId="{EF0639F8-906B-427D-AFED-39554C68970D}" type="presParOf" srcId="{A5BF689A-B7EE-4D55-B957-90F191A0E44A}" destId="{0C61EFCB-D608-4C0A-9680-E8E59B2464A6}" srcOrd="0" destOrd="0" presId="urn:microsoft.com/office/officeart/2016/7/layout/ChevronBlockProcess"/>
    <dgm:cxn modelId="{8809DBCB-8D59-41A6-8849-EE7968EC635F}" type="presParOf" srcId="{A5BF689A-B7EE-4D55-B957-90F191A0E44A}" destId="{C5541D5A-1209-43C8-A41D-5FC0485602FF}" srcOrd="1" destOrd="0" presId="urn:microsoft.com/office/officeart/2016/7/layout/ChevronBlockProcess"/>
    <dgm:cxn modelId="{FE56374A-85C5-4C4B-B0B5-563A8E83F6B5}" type="presParOf" srcId="{D2C26B4A-EB43-47BC-8F8E-6EE32AE94AEA}" destId="{E4093810-F805-4B2E-BCBF-E08402BABDAE}" srcOrd="3" destOrd="0" presId="urn:microsoft.com/office/officeart/2016/7/layout/ChevronBlockProcess"/>
    <dgm:cxn modelId="{C73F098D-33C4-40FB-AAB5-EC6FE5E4B11D}" type="presParOf" srcId="{D2C26B4A-EB43-47BC-8F8E-6EE32AE94AEA}" destId="{C65FCCB0-A1A8-4A65-9799-0E4EC3F1ED10}" srcOrd="4" destOrd="0" presId="urn:microsoft.com/office/officeart/2016/7/layout/ChevronBlockProcess"/>
    <dgm:cxn modelId="{2372C274-A1E5-41C9-BBD8-220872EE38A5}" type="presParOf" srcId="{C65FCCB0-A1A8-4A65-9799-0E4EC3F1ED10}" destId="{FF4DACA9-2D68-4577-9ADE-51601A957F4D}" srcOrd="0" destOrd="0" presId="urn:microsoft.com/office/officeart/2016/7/layout/ChevronBlockProcess"/>
    <dgm:cxn modelId="{0FCC4109-42B0-4FA7-892F-1BCBA7240280}" type="presParOf" srcId="{C65FCCB0-A1A8-4A65-9799-0E4EC3F1ED10}" destId="{18371E45-F67A-462B-B97D-C80BB8CB1408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7F4F28-A9C8-44BE-BB2B-596C4C976E96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29CCBC4-5CD3-46A8-B579-2A8BB107DE96}">
      <dgm:prSet/>
      <dgm:spPr/>
      <dgm:t>
        <a:bodyPr/>
        <a:lstStyle/>
        <a:p>
          <a:r>
            <a:rPr lang="en-US" b="1"/>
            <a:t>K-Means</a:t>
          </a:r>
          <a:endParaRPr lang="en-US"/>
        </a:p>
      </dgm:t>
    </dgm:pt>
    <dgm:pt modelId="{65AA4C31-A2A8-4BAF-8A7A-F22BA04D6384}" type="parTrans" cxnId="{4630EBBD-079E-4523-A514-091C07E8B1EB}">
      <dgm:prSet/>
      <dgm:spPr/>
      <dgm:t>
        <a:bodyPr/>
        <a:lstStyle/>
        <a:p>
          <a:endParaRPr lang="en-US"/>
        </a:p>
      </dgm:t>
    </dgm:pt>
    <dgm:pt modelId="{D5CDFD97-3D81-4428-B98D-DAACBDBAC5D4}" type="sibTrans" cxnId="{4630EBBD-079E-4523-A514-091C07E8B1EB}">
      <dgm:prSet/>
      <dgm:spPr/>
      <dgm:t>
        <a:bodyPr/>
        <a:lstStyle/>
        <a:p>
          <a:endParaRPr lang="en-US"/>
        </a:p>
      </dgm:t>
    </dgm:pt>
    <dgm:pt modelId="{149EB8FA-D4E5-4722-AEE8-04FBA548B90C}">
      <dgm:prSet/>
      <dgm:spPr/>
      <dgm:t>
        <a:bodyPr/>
        <a:lstStyle/>
        <a:p>
          <a:r>
            <a:rPr lang="en-US"/>
            <a:t>Centroid-based clustering</a:t>
          </a:r>
        </a:p>
      </dgm:t>
    </dgm:pt>
    <dgm:pt modelId="{1447C51A-E9E1-459F-AA9B-B5BC99F11E3D}" type="parTrans" cxnId="{92B5963B-855C-4B41-8452-A691F71F29A8}">
      <dgm:prSet/>
      <dgm:spPr/>
      <dgm:t>
        <a:bodyPr/>
        <a:lstStyle/>
        <a:p>
          <a:endParaRPr lang="en-US"/>
        </a:p>
      </dgm:t>
    </dgm:pt>
    <dgm:pt modelId="{63C67E10-94BD-4EA6-8493-A7D27ABD92F3}" type="sibTrans" cxnId="{92B5963B-855C-4B41-8452-A691F71F29A8}">
      <dgm:prSet/>
      <dgm:spPr/>
      <dgm:t>
        <a:bodyPr/>
        <a:lstStyle/>
        <a:p>
          <a:endParaRPr lang="en-US"/>
        </a:p>
      </dgm:t>
    </dgm:pt>
    <dgm:pt modelId="{45AE3573-5161-47BA-942F-51315A39D0CF}">
      <dgm:prSet/>
      <dgm:spPr/>
      <dgm:t>
        <a:bodyPr/>
        <a:lstStyle/>
        <a:p>
          <a:r>
            <a:rPr lang="en-US"/>
            <a:t>Assigns wines to the nearest cluster center</a:t>
          </a:r>
        </a:p>
      </dgm:t>
    </dgm:pt>
    <dgm:pt modelId="{FE9B0562-4137-4512-BD0C-6D8478E635FF}" type="parTrans" cxnId="{2269BB14-1274-466D-84FF-82477E353A64}">
      <dgm:prSet/>
      <dgm:spPr/>
      <dgm:t>
        <a:bodyPr/>
        <a:lstStyle/>
        <a:p>
          <a:endParaRPr lang="en-US"/>
        </a:p>
      </dgm:t>
    </dgm:pt>
    <dgm:pt modelId="{EBEA301A-41F5-477D-B0BF-C2718D6E6F01}" type="sibTrans" cxnId="{2269BB14-1274-466D-84FF-82477E353A64}">
      <dgm:prSet/>
      <dgm:spPr/>
      <dgm:t>
        <a:bodyPr/>
        <a:lstStyle/>
        <a:p>
          <a:endParaRPr lang="en-US"/>
        </a:p>
      </dgm:t>
    </dgm:pt>
    <dgm:pt modelId="{A4D92581-EBF3-4915-A3DD-650641A1838B}">
      <dgm:prSet/>
      <dgm:spPr/>
      <dgm:t>
        <a:bodyPr/>
        <a:lstStyle/>
        <a:p>
          <a:r>
            <a:rPr lang="en-US"/>
            <a:t>Works best with compact, spherical groups</a:t>
          </a:r>
        </a:p>
      </dgm:t>
    </dgm:pt>
    <dgm:pt modelId="{5F372D64-D640-41E0-B2CB-74CE1870523F}" type="parTrans" cxnId="{919DB4AE-0E2E-4AF5-B3DD-B2FE0F059E69}">
      <dgm:prSet/>
      <dgm:spPr/>
      <dgm:t>
        <a:bodyPr/>
        <a:lstStyle/>
        <a:p>
          <a:endParaRPr lang="en-US"/>
        </a:p>
      </dgm:t>
    </dgm:pt>
    <dgm:pt modelId="{355EE509-71CA-4250-96F0-0524F95EC098}" type="sibTrans" cxnId="{919DB4AE-0E2E-4AF5-B3DD-B2FE0F059E69}">
      <dgm:prSet/>
      <dgm:spPr/>
      <dgm:t>
        <a:bodyPr/>
        <a:lstStyle/>
        <a:p>
          <a:endParaRPr lang="en-US"/>
        </a:p>
      </dgm:t>
    </dgm:pt>
    <dgm:pt modelId="{C442894B-DC5F-4A8A-907B-5A776D73A1D4}">
      <dgm:prSet/>
      <dgm:spPr/>
      <dgm:t>
        <a:bodyPr/>
        <a:lstStyle/>
        <a:p>
          <a:r>
            <a:rPr lang="en-US"/>
            <a:t>Primary Strength was a fast baseline clustering</a:t>
          </a:r>
        </a:p>
      </dgm:t>
    </dgm:pt>
    <dgm:pt modelId="{B3BB09B8-34D3-4720-8253-FB89DD26AF84}" type="parTrans" cxnId="{E34D5428-AF9C-4A1C-9338-A12FBD899493}">
      <dgm:prSet/>
      <dgm:spPr/>
      <dgm:t>
        <a:bodyPr/>
        <a:lstStyle/>
        <a:p>
          <a:endParaRPr lang="en-US"/>
        </a:p>
      </dgm:t>
    </dgm:pt>
    <dgm:pt modelId="{6A5868F7-E901-41E4-A678-3CF5045DD113}" type="sibTrans" cxnId="{E34D5428-AF9C-4A1C-9338-A12FBD899493}">
      <dgm:prSet/>
      <dgm:spPr/>
      <dgm:t>
        <a:bodyPr/>
        <a:lstStyle/>
        <a:p>
          <a:endParaRPr lang="en-US"/>
        </a:p>
      </dgm:t>
    </dgm:pt>
    <dgm:pt modelId="{1A56EDD4-18D1-47BB-B108-FF30B01706D3}">
      <dgm:prSet/>
      <dgm:spPr/>
      <dgm:t>
        <a:bodyPr/>
        <a:lstStyle/>
        <a:p>
          <a:r>
            <a:rPr lang="en-US" b="1"/>
            <a:t>Gaussian Mixture Models (GMM)</a:t>
          </a:r>
          <a:endParaRPr lang="en-US"/>
        </a:p>
      </dgm:t>
    </dgm:pt>
    <dgm:pt modelId="{82DFA962-CFB0-4BC5-AE48-339FE03A060B}" type="parTrans" cxnId="{D341AAA3-4984-4A4B-8F5C-C67D4E9FF516}">
      <dgm:prSet/>
      <dgm:spPr/>
      <dgm:t>
        <a:bodyPr/>
        <a:lstStyle/>
        <a:p>
          <a:endParaRPr lang="en-US"/>
        </a:p>
      </dgm:t>
    </dgm:pt>
    <dgm:pt modelId="{AAD50D54-9723-40D3-8042-ABC671C80E42}" type="sibTrans" cxnId="{D341AAA3-4984-4A4B-8F5C-C67D4E9FF516}">
      <dgm:prSet/>
      <dgm:spPr/>
      <dgm:t>
        <a:bodyPr/>
        <a:lstStyle/>
        <a:p>
          <a:endParaRPr lang="en-US"/>
        </a:p>
      </dgm:t>
    </dgm:pt>
    <dgm:pt modelId="{53AB9A0A-7F7E-4298-AEA1-E6D1E1DB9F43}">
      <dgm:prSet/>
      <dgm:spPr/>
      <dgm:t>
        <a:bodyPr/>
        <a:lstStyle/>
        <a:p>
          <a:r>
            <a:rPr lang="en-US" dirty="0"/>
            <a:t>Probabilistic clustering</a:t>
          </a:r>
        </a:p>
      </dgm:t>
    </dgm:pt>
    <dgm:pt modelId="{3973D43D-32FD-495B-B90B-D54F76C8FF24}" type="parTrans" cxnId="{14751DCF-AC63-41BA-AE4B-8C3C94B6ECF4}">
      <dgm:prSet/>
      <dgm:spPr/>
      <dgm:t>
        <a:bodyPr/>
        <a:lstStyle/>
        <a:p>
          <a:endParaRPr lang="en-US"/>
        </a:p>
      </dgm:t>
    </dgm:pt>
    <dgm:pt modelId="{EC3953AB-84E7-45F3-8B15-39C6E9F33A7E}" type="sibTrans" cxnId="{14751DCF-AC63-41BA-AE4B-8C3C94B6ECF4}">
      <dgm:prSet/>
      <dgm:spPr/>
      <dgm:t>
        <a:bodyPr/>
        <a:lstStyle/>
        <a:p>
          <a:endParaRPr lang="en-US"/>
        </a:p>
      </dgm:t>
    </dgm:pt>
    <dgm:pt modelId="{7CC1ADEB-DB92-46E0-BF56-1278330E8DE7}">
      <dgm:prSet/>
      <dgm:spPr/>
      <dgm:t>
        <a:bodyPr/>
        <a:lstStyle/>
        <a:p>
          <a:r>
            <a:rPr lang="en-US"/>
            <a:t>Allows observations to belong to multiple clusters partially</a:t>
          </a:r>
        </a:p>
      </dgm:t>
    </dgm:pt>
    <dgm:pt modelId="{2259E356-D337-408B-A644-F6555AA0260D}" type="parTrans" cxnId="{9B7215E1-5175-4B8B-909F-D4BC9202A595}">
      <dgm:prSet/>
      <dgm:spPr/>
      <dgm:t>
        <a:bodyPr/>
        <a:lstStyle/>
        <a:p>
          <a:endParaRPr lang="en-US"/>
        </a:p>
      </dgm:t>
    </dgm:pt>
    <dgm:pt modelId="{21AC4DF5-1A3E-4C5F-8E11-F41B2573EA20}" type="sibTrans" cxnId="{9B7215E1-5175-4B8B-909F-D4BC9202A595}">
      <dgm:prSet/>
      <dgm:spPr/>
      <dgm:t>
        <a:bodyPr/>
        <a:lstStyle/>
        <a:p>
          <a:endParaRPr lang="en-US"/>
        </a:p>
      </dgm:t>
    </dgm:pt>
    <dgm:pt modelId="{DBEEE169-9EE8-4145-95AE-FE02E91B0C3F}">
      <dgm:prSet/>
      <dgm:spPr/>
      <dgm:t>
        <a:bodyPr/>
        <a:lstStyle/>
        <a:p>
          <a:r>
            <a:rPr lang="en-US"/>
            <a:t>Useful when cluster boundaries overlap</a:t>
          </a:r>
        </a:p>
      </dgm:t>
    </dgm:pt>
    <dgm:pt modelId="{ED1D8ABA-3883-4357-88EE-910A2E4619E9}" type="parTrans" cxnId="{8F405512-6E29-4173-8BDB-6BA498A10499}">
      <dgm:prSet/>
      <dgm:spPr/>
      <dgm:t>
        <a:bodyPr/>
        <a:lstStyle/>
        <a:p>
          <a:endParaRPr lang="en-US"/>
        </a:p>
      </dgm:t>
    </dgm:pt>
    <dgm:pt modelId="{80ED4731-F41D-48C4-9B6C-73C57AAE5E3C}" type="sibTrans" cxnId="{8F405512-6E29-4173-8BDB-6BA498A10499}">
      <dgm:prSet/>
      <dgm:spPr/>
      <dgm:t>
        <a:bodyPr/>
        <a:lstStyle/>
        <a:p>
          <a:endParaRPr lang="en-US"/>
        </a:p>
      </dgm:t>
    </dgm:pt>
    <dgm:pt modelId="{6EFBCBF3-CC56-4D11-B3B8-F1E20B3CB59B}">
      <dgm:prSet/>
      <dgm:spPr/>
      <dgm:t>
        <a:bodyPr/>
        <a:lstStyle/>
        <a:p>
          <a:r>
            <a:rPr lang="en-US"/>
            <a:t>Primary Strength was probabilistic cluster membership</a:t>
          </a:r>
        </a:p>
      </dgm:t>
    </dgm:pt>
    <dgm:pt modelId="{19786510-C954-4AB5-97BB-8791F6387A3B}" type="parTrans" cxnId="{FDF6B123-B6DF-4BCB-B3B5-81BA7F360F05}">
      <dgm:prSet/>
      <dgm:spPr/>
      <dgm:t>
        <a:bodyPr/>
        <a:lstStyle/>
        <a:p>
          <a:endParaRPr lang="en-US"/>
        </a:p>
      </dgm:t>
    </dgm:pt>
    <dgm:pt modelId="{CFDB8F44-D959-4C80-BF86-05441DD6B110}" type="sibTrans" cxnId="{FDF6B123-B6DF-4BCB-B3B5-81BA7F360F05}">
      <dgm:prSet/>
      <dgm:spPr/>
      <dgm:t>
        <a:bodyPr/>
        <a:lstStyle/>
        <a:p>
          <a:endParaRPr lang="en-US"/>
        </a:p>
      </dgm:t>
    </dgm:pt>
    <dgm:pt modelId="{B8A212D8-F9F6-488C-8FF4-90BA7D5A22ED}">
      <dgm:prSet/>
      <dgm:spPr/>
      <dgm:t>
        <a:bodyPr/>
        <a:lstStyle/>
        <a:p>
          <a:r>
            <a:rPr lang="en-US" b="1"/>
            <a:t>Agglomerative Clustering</a:t>
          </a:r>
          <a:endParaRPr lang="en-US"/>
        </a:p>
      </dgm:t>
    </dgm:pt>
    <dgm:pt modelId="{4A57B5C6-279B-425D-A7D4-D0EA0A2644F5}" type="parTrans" cxnId="{763CFCEF-2418-4487-BEFF-7AAEA051CB65}">
      <dgm:prSet/>
      <dgm:spPr/>
      <dgm:t>
        <a:bodyPr/>
        <a:lstStyle/>
        <a:p>
          <a:endParaRPr lang="en-US"/>
        </a:p>
      </dgm:t>
    </dgm:pt>
    <dgm:pt modelId="{A210422A-E43F-4ACE-A3B0-957561FEA2D6}" type="sibTrans" cxnId="{763CFCEF-2418-4487-BEFF-7AAEA051CB65}">
      <dgm:prSet/>
      <dgm:spPr/>
      <dgm:t>
        <a:bodyPr/>
        <a:lstStyle/>
        <a:p>
          <a:endParaRPr lang="en-US"/>
        </a:p>
      </dgm:t>
    </dgm:pt>
    <dgm:pt modelId="{DF6C5245-107E-44ED-9B5F-FA0DE7E29178}">
      <dgm:prSet/>
      <dgm:spPr/>
      <dgm:t>
        <a:bodyPr/>
        <a:lstStyle/>
        <a:p>
          <a:r>
            <a:rPr lang="en-US"/>
            <a:t>Hierarchical clustering approach</a:t>
          </a:r>
        </a:p>
      </dgm:t>
    </dgm:pt>
    <dgm:pt modelId="{34F945A3-FE3B-4749-BFF9-43362AD4AF8B}" type="parTrans" cxnId="{0D9085BC-7E1D-4D5F-A8D1-159A1EB7A798}">
      <dgm:prSet/>
      <dgm:spPr/>
      <dgm:t>
        <a:bodyPr/>
        <a:lstStyle/>
        <a:p>
          <a:endParaRPr lang="en-US"/>
        </a:p>
      </dgm:t>
    </dgm:pt>
    <dgm:pt modelId="{43B4A75A-C577-4844-AB94-43A44C517036}" type="sibTrans" cxnId="{0D9085BC-7E1D-4D5F-A8D1-159A1EB7A798}">
      <dgm:prSet/>
      <dgm:spPr/>
      <dgm:t>
        <a:bodyPr/>
        <a:lstStyle/>
        <a:p>
          <a:endParaRPr lang="en-US"/>
        </a:p>
      </dgm:t>
    </dgm:pt>
    <dgm:pt modelId="{09DE2400-FFF0-49D1-891E-8EC76ACCB8C4}">
      <dgm:prSet/>
      <dgm:spPr/>
      <dgm:t>
        <a:bodyPr/>
        <a:lstStyle/>
        <a:p>
          <a:r>
            <a:rPr lang="en-US"/>
            <a:t>Builds clusters through progressive merging</a:t>
          </a:r>
        </a:p>
      </dgm:t>
    </dgm:pt>
    <dgm:pt modelId="{E03BC0F6-C2F7-4CAF-8D63-C81689CB35B2}" type="parTrans" cxnId="{504A7408-A757-4775-9597-84039B5B4EF2}">
      <dgm:prSet/>
      <dgm:spPr/>
      <dgm:t>
        <a:bodyPr/>
        <a:lstStyle/>
        <a:p>
          <a:endParaRPr lang="en-US"/>
        </a:p>
      </dgm:t>
    </dgm:pt>
    <dgm:pt modelId="{BADADF9E-A586-42B8-B112-A1681A5E2066}" type="sibTrans" cxnId="{504A7408-A757-4775-9597-84039B5B4EF2}">
      <dgm:prSet/>
      <dgm:spPr/>
      <dgm:t>
        <a:bodyPr/>
        <a:lstStyle/>
        <a:p>
          <a:endParaRPr lang="en-US"/>
        </a:p>
      </dgm:t>
    </dgm:pt>
    <dgm:pt modelId="{996188B3-98B6-4637-AE44-3A6A5BFE2459}">
      <dgm:prSet/>
      <dgm:spPr/>
      <dgm:t>
        <a:bodyPr/>
        <a:lstStyle/>
        <a:p>
          <a:r>
            <a:rPr lang="en-US"/>
            <a:t>Reveals nested relationships between wines</a:t>
          </a:r>
        </a:p>
      </dgm:t>
    </dgm:pt>
    <dgm:pt modelId="{533029FD-DBCD-4FAD-B6D4-78FCBAAA004E}" type="parTrans" cxnId="{594F77E9-C72B-485C-BE91-A4543DE9EC33}">
      <dgm:prSet/>
      <dgm:spPr/>
      <dgm:t>
        <a:bodyPr/>
        <a:lstStyle/>
        <a:p>
          <a:endParaRPr lang="en-US"/>
        </a:p>
      </dgm:t>
    </dgm:pt>
    <dgm:pt modelId="{4B42976F-9478-4596-B21A-C5777AB9BA9C}" type="sibTrans" cxnId="{594F77E9-C72B-485C-BE91-A4543DE9EC33}">
      <dgm:prSet/>
      <dgm:spPr/>
      <dgm:t>
        <a:bodyPr/>
        <a:lstStyle/>
        <a:p>
          <a:endParaRPr lang="en-US"/>
        </a:p>
      </dgm:t>
    </dgm:pt>
    <dgm:pt modelId="{61B3266B-9C48-4822-B6CB-B15177E319D8}">
      <dgm:prSet/>
      <dgm:spPr/>
      <dgm:t>
        <a:bodyPr/>
        <a:lstStyle/>
        <a:p>
          <a:r>
            <a:rPr lang="en-US"/>
            <a:t>Primary Strength was hierarchical structure</a:t>
          </a:r>
        </a:p>
      </dgm:t>
    </dgm:pt>
    <dgm:pt modelId="{23DA417B-B11F-401E-BB55-3B0F8836E608}" type="parTrans" cxnId="{6D398AE4-5BAF-4048-91B1-A280258061F7}">
      <dgm:prSet/>
      <dgm:spPr/>
      <dgm:t>
        <a:bodyPr/>
        <a:lstStyle/>
        <a:p>
          <a:endParaRPr lang="en-US"/>
        </a:p>
      </dgm:t>
    </dgm:pt>
    <dgm:pt modelId="{6AEF084B-1EE9-45F8-98B1-2E926BB7ACB7}" type="sibTrans" cxnId="{6D398AE4-5BAF-4048-91B1-A280258061F7}">
      <dgm:prSet/>
      <dgm:spPr/>
      <dgm:t>
        <a:bodyPr/>
        <a:lstStyle/>
        <a:p>
          <a:endParaRPr lang="en-US"/>
        </a:p>
      </dgm:t>
    </dgm:pt>
    <dgm:pt modelId="{6E82A94F-624A-4C9E-B01A-CE924AD78CE5}">
      <dgm:prSet/>
      <dgm:spPr/>
      <dgm:t>
        <a:bodyPr/>
        <a:lstStyle/>
        <a:p>
          <a:r>
            <a:rPr lang="en-US" b="1"/>
            <a:t>DBSCAN</a:t>
          </a:r>
          <a:endParaRPr lang="en-US"/>
        </a:p>
      </dgm:t>
    </dgm:pt>
    <dgm:pt modelId="{5FE7B39D-FEB4-43C3-87C6-80C491EA805C}" type="parTrans" cxnId="{74FFF75D-2F4D-42E4-B6ED-448F9057EF52}">
      <dgm:prSet/>
      <dgm:spPr/>
      <dgm:t>
        <a:bodyPr/>
        <a:lstStyle/>
        <a:p>
          <a:endParaRPr lang="en-US"/>
        </a:p>
      </dgm:t>
    </dgm:pt>
    <dgm:pt modelId="{B3BEC665-BFB1-40B7-BED8-6C2E808C3A5A}" type="sibTrans" cxnId="{74FFF75D-2F4D-42E4-B6ED-448F9057EF52}">
      <dgm:prSet/>
      <dgm:spPr/>
      <dgm:t>
        <a:bodyPr/>
        <a:lstStyle/>
        <a:p>
          <a:endParaRPr lang="en-US"/>
        </a:p>
      </dgm:t>
    </dgm:pt>
    <dgm:pt modelId="{C280970D-4E0D-42D5-A836-FD2C45EECD21}">
      <dgm:prSet/>
      <dgm:spPr/>
      <dgm:t>
        <a:bodyPr/>
        <a:lstStyle/>
        <a:p>
          <a:r>
            <a:rPr lang="en-US"/>
            <a:t>Density-based clustering</a:t>
          </a:r>
        </a:p>
      </dgm:t>
    </dgm:pt>
    <dgm:pt modelId="{32BB10B0-2BE8-485B-94EA-D1B7EB8A9E50}" type="parTrans" cxnId="{3CED4277-8EE8-4AED-87B1-2086B613A23D}">
      <dgm:prSet/>
      <dgm:spPr/>
      <dgm:t>
        <a:bodyPr/>
        <a:lstStyle/>
        <a:p>
          <a:endParaRPr lang="en-US"/>
        </a:p>
      </dgm:t>
    </dgm:pt>
    <dgm:pt modelId="{8E28A382-96D5-4DE0-82ED-7B224A6907A3}" type="sibTrans" cxnId="{3CED4277-8EE8-4AED-87B1-2086B613A23D}">
      <dgm:prSet/>
      <dgm:spPr/>
      <dgm:t>
        <a:bodyPr/>
        <a:lstStyle/>
        <a:p>
          <a:endParaRPr lang="en-US"/>
        </a:p>
      </dgm:t>
    </dgm:pt>
    <dgm:pt modelId="{DEC9E21D-E140-4B91-9483-E483D4A8C61C}">
      <dgm:prSet/>
      <dgm:spPr/>
      <dgm:t>
        <a:bodyPr/>
        <a:lstStyle/>
        <a:p>
          <a:r>
            <a:rPr lang="en-US"/>
            <a:t>Detects irregularly shaped clusters</a:t>
          </a:r>
        </a:p>
      </dgm:t>
    </dgm:pt>
    <dgm:pt modelId="{ED972F30-7255-45C7-9695-75CADC39745C}" type="parTrans" cxnId="{9BC2A480-68A2-4174-B539-D62491953ADB}">
      <dgm:prSet/>
      <dgm:spPr/>
      <dgm:t>
        <a:bodyPr/>
        <a:lstStyle/>
        <a:p>
          <a:endParaRPr lang="en-US"/>
        </a:p>
      </dgm:t>
    </dgm:pt>
    <dgm:pt modelId="{1540CA77-94E1-428C-AD02-BDD8A7C38214}" type="sibTrans" cxnId="{9BC2A480-68A2-4174-B539-D62491953ADB}">
      <dgm:prSet/>
      <dgm:spPr/>
      <dgm:t>
        <a:bodyPr/>
        <a:lstStyle/>
        <a:p>
          <a:endParaRPr lang="en-US"/>
        </a:p>
      </dgm:t>
    </dgm:pt>
    <dgm:pt modelId="{CC6EB77B-7ADC-4192-95E3-478E3BA186CD}">
      <dgm:prSet/>
      <dgm:spPr/>
      <dgm:t>
        <a:bodyPr/>
        <a:lstStyle/>
        <a:p>
          <a:r>
            <a:rPr lang="en-US"/>
            <a:t>Automatically identifies noise and outliers</a:t>
          </a:r>
        </a:p>
      </dgm:t>
    </dgm:pt>
    <dgm:pt modelId="{A4249005-DB08-47B5-8E7A-E84EEDEB9C13}" type="parTrans" cxnId="{6A6EA45B-9D8F-4B75-87E1-8CCC73A69FAF}">
      <dgm:prSet/>
      <dgm:spPr/>
      <dgm:t>
        <a:bodyPr/>
        <a:lstStyle/>
        <a:p>
          <a:endParaRPr lang="en-US"/>
        </a:p>
      </dgm:t>
    </dgm:pt>
    <dgm:pt modelId="{C189F96F-BCC4-40F4-8141-C48A719AFA01}" type="sibTrans" cxnId="{6A6EA45B-9D8F-4B75-87E1-8CCC73A69FAF}">
      <dgm:prSet/>
      <dgm:spPr/>
      <dgm:t>
        <a:bodyPr/>
        <a:lstStyle/>
        <a:p>
          <a:endParaRPr lang="en-US"/>
        </a:p>
      </dgm:t>
    </dgm:pt>
    <dgm:pt modelId="{54C775B7-010F-425B-BC6D-BFB808542B09}">
      <dgm:prSet/>
      <dgm:spPr/>
      <dgm:t>
        <a:bodyPr/>
        <a:lstStyle/>
        <a:p>
          <a:r>
            <a:rPr lang="en-US"/>
            <a:t>Primary Strength was density based clustering</a:t>
          </a:r>
        </a:p>
      </dgm:t>
    </dgm:pt>
    <dgm:pt modelId="{B0777BD5-AE19-4353-A7B2-6FB2ED06B527}" type="parTrans" cxnId="{54E1FC55-6DF4-4F19-B54B-949262ED3406}">
      <dgm:prSet/>
      <dgm:spPr/>
      <dgm:t>
        <a:bodyPr/>
        <a:lstStyle/>
        <a:p>
          <a:endParaRPr lang="en-US"/>
        </a:p>
      </dgm:t>
    </dgm:pt>
    <dgm:pt modelId="{B7344E77-8AEE-48BE-8FEF-843D9CA83FAF}" type="sibTrans" cxnId="{54E1FC55-6DF4-4F19-B54B-949262ED3406}">
      <dgm:prSet/>
      <dgm:spPr/>
      <dgm:t>
        <a:bodyPr/>
        <a:lstStyle/>
        <a:p>
          <a:endParaRPr lang="en-US"/>
        </a:p>
      </dgm:t>
    </dgm:pt>
    <dgm:pt modelId="{75D45156-8A74-4F4E-8BDA-33DF5DC2748A}" type="pres">
      <dgm:prSet presAssocID="{CF7F4F28-A9C8-44BE-BB2B-596C4C976E96}" presName="Name0" presStyleCnt="0">
        <dgm:presLayoutVars>
          <dgm:dir/>
          <dgm:animLvl val="lvl"/>
          <dgm:resizeHandles val="exact"/>
        </dgm:presLayoutVars>
      </dgm:prSet>
      <dgm:spPr/>
    </dgm:pt>
    <dgm:pt modelId="{A9BCD337-D3C4-4F21-906A-E8843578EFFB}" type="pres">
      <dgm:prSet presAssocID="{429CCBC4-5CD3-46A8-B579-2A8BB107DE96}" presName="composite" presStyleCnt="0"/>
      <dgm:spPr/>
    </dgm:pt>
    <dgm:pt modelId="{381A1D0F-5C89-44E7-8324-7809A2DC5E10}" type="pres">
      <dgm:prSet presAssocID="{429CCBC4-5CD3-46A8-B579-2A8BB107DE9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380B77-A53D-4A88-890E-C02B0405CC45}" type="pres">
      <dgm:prSet presAssocID="{429CCBC4-5CD3-46A8-B579-2A8BB107DE96}" presName="desTx" presStyleLbl="alignAccFollowNode1" presStyleIdx="0" presStyleCnt="4">
        <dgm:presLayoutVars>
          <dgm:bulletEnabled val="1"/>
        </dgm:presLayoutVars>
      </dgm:prSet>
      <dgm:spPr/>
    </dgm:pt>
    <dgm:pt modelId="{546A831B-02E1-41BB-AC91-8431BC78479C}" type="pres">
      <dgm:prSet presAssocID="{D5CDFD97-3D81-4428-B98D-DAACBDBAC5D4}" presName="space" presStyleCnt="0"/>
      <dgm:spPr/>
    </dgm:pt>
    <dgm:pt modelId="{E50245C1-9969-4243-9493-7B7E11AA8944}" type="pres">
      <dgm:prSet presAssocID="{1A56EDD4-18D1-47BB-B108-FF30B01706D3}" presName="composite" presStyleCnt="0"/>
      <dgm:spPr/>
    </dgm:pt>
    <dgm:pt modelId="{47F4DA4F-3394-4340-8468-C425A5E43058}" type="pres">
      <dgm:prSet presAssocID="{1A56EDD4-18D1-47BB-B108-FF30B01706D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7A8C329-3799-4037-8541-6F90825F7EBA}" type="pres">
      <dgm:prSet presAssocID="{1A56EDD4-18D1-47BB-B108-FF30B01706D3}" presName="desTx" presStyleLbl="alignAccFollowNode1" presStyleIdx="1" presStyleCnt="4">
        <dgm:presLayoutVars>
          <dgm:bulletEnabled val="1"/>
        </dgm:presLayoutVars>
      </dgm:prSet>
      <dgm:spPr/>
    </dgm:pt>
    <dgm:pt modelId="{2E10BA6C-E5B5-4FC4-997C-A31109A36183}" type="pres">
      <dgm:prSet presAssocID="{AAD50D54-9723-40D3-8042-ABC671C80E42}" presName="space" presStyleCnt="0"/>
      <dgm:spPr/>
    </dgm:pt>
    <dgm:pt modelId="{AC794CC6-BF67-47FC-9032-C0535832B32F}" type="pres">
      <dgm:prSet presAssocID="{B8A212D8-F9F6-488C-8FF4-90BA7D5A22ED}" presName="composite" presStyleCnt="0"/>
      <dgm:spPr/>
    </dgm:pt>
    <dgm:pt modelId="{EB4EF8B0-42E6-47A6-8FAF-DBA5785B8BC7}" type="pres">
      <dgm:prSet presAssocID="{B8A212D8-F9F6-488C-8FF4-90BA7D5A22E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5DA0328-7D9E-4724-85F8-B909B80F25F7}" type="pres">
      <dgm:prSet presAssocID="{B8A212D8-F9F6-488C-8FF4-90BA7D5A22ED}" presName="desTx" presStyleLbl="alignAccFollowNode1" presStyleIdx="2" presStyleCnt="4">
        <dgm:presLayoutVars>
          <dgm:bulletEnabled val="1"/>
        </dgm:presLayoutVars>
      </dgm:prSet>
      <dgm:spPr/>
    </dgm:pt>
    <dgm:pt modelId="{91281429-3C7D-42D2-8CE3-E98A74FA892A}" type="pres">
      <dgm:prSet presAssocID="{A210422A-E43F-4ACE-A3B0-957561FEA2D6}" presName="space" presStyleCnt="0"/>
      <dgm:spPr/>
    </dgm:pt>
    <dgm:pt modelId="{51BD5352-EC6B-4296-9959-F7C78CB32926}" type="pres">
      <dgm:prSet presAssocID="{6E82A94F-624A-4C9E-B01A-CE924AD78CE5}" presName="composite" presStyleCnt="0"/>
      <dgm:spPr/>
    </dgm:pt>
    <dgm:pt modelId="{7B0BA6A1-58B2-4776-93D4-5A5C819A2155}" type="pres">
      <dgm:prSet presAssocID="{6E82A94F-624A-4C9E-B01A-CE924AD78CE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7FAD7B5-CC14-4524-9682-0CB3E7DBF9C2}" type="pres">
      <dgm:prSet presAssocID="{6E82A94F-624A-4C9E-B01A-CE924AD78CE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2176E05-CCF9-4926-BE1E-B09D12936087}" type="presOf" srcId="{53AB9A0A-7F7E-4298-AEA1-E6D1E1DB9F43}" destId="{17A8C329-3799-4037-8541-6F90825F7EBA}" srcOrd="0" destOrd="0" presId="urn:microsoft.com/office/officeart/2005/8/layout/hList1"/>
    <dgm:cxn modelId="{504A7408-A757-4775-9597-84039B5B4EF2}" srcId="{B8A212D8-F9F6-488C-8FF4-90BA7D5A22ED}" destId="{09DE2400-FFF0-49D1-891E-8EC76ACCB8C4}" srcOrd="1" destOrd="0" parTransId="{E03BC0F6-C2F7-4CAF-8D63-C81689CB35B2}" sibTransId="{BADADF9E-A586-42B8-B112-A1681A5E2066}"/>
    <dgm:cxn modelId="{6E9FD908-265C-40C9-AAB1-2F274813C002}" type="presOf" srcId="{6EFBCBF3-CC56-4D11-B3B8-F1E20B3CB59B}" destId="{17A8C329-3799-4037-8541-6F90825F7EBA}" srcOrd="0" destOrd="3" presId="urn:microsoft.com/office/officeart/2005/8/layout/hList1"/>
    <dgm:cxn modelId="{8F405512-6E29-4173-8BDB-6BA498A10499}" srcId="{1A56EDD4-18D1-47BB-B108-FF30B01706D3}" destId="{DBEEE169-9EE8-4145-95AE-FE02E91B0C3F}" srcOrd="2" destOrd="0" parTransId="{ED1D8ABA-3883-4357-88EE-910A2E4619E9}" sibTransId="{80ED4731-F41D-48C4-9B6C-73C57AAE5E3C}"/>
    <dgm:cxn modelId="{2269BB14-1274-466D-84FF-82477E353A64}" srcId="{429CCBC4-5CD3-46A8-B579-2A8BB107DE96}" destId="{45AE3573-5161-47BA-942F-51315A39D0CF}" srcOrd="1" destOrd="0" parTransId="{FE9B0562-4137-4512-BD0C-6D8478E635FF}" sibTransId="{EBEA301A-41F5-477D-B0BF-C2718D6E6F01}"/>
    <dgm:cxn modelId="{94EB6221-A154-48C6-833B-69B5D9FA7025}" type="presOf" srcId="{DBEEE169-9EE8-4145-95AE-FE02E91B0C3F}" destId="{17A8C329-3799-4037-8541-6F90825F7EBA}" srcOrd="0" destOrd="2" presId="urn:microsoft.com/office/officeart/2005/8/layout/hList1"/>
    <dgm:cxn modelId="{FDF6B123-B6DF-4BCB-B3B5-81BA7F360F05}" srcId="{1A56EDD4-18D1-47BB-B108-FF30B01706D3}" destId="{6EFBCBF3-CC56-4D11-B3B8-F1E20B3CB59B}" srcOrd="3" destOrd="0" parTransId="{19786510-C954-4AB5-97BB-8791F6387A3B}" sibTransId="{CFDB8F44-D959-4C80-BF86-05441DD6B110}"/>
    <dgm:cxn modelId="{996E5C27-3CDF-4470-8891-29D6C523AEEB}" type="presOf" srcId="{CC6EB77B-7ADC-4192-95E3-478E3BA186CD}" destId="{F7FAD7B5-CC14-4524-9682-0CB3E7DBF9C2}" srcOrd="0" destOrd="2" presId="urn:microsoft.com/office/officeart/2005/8/layout/hList1"/>
    <dgm:cxn modelId="{E34D5428-AF9C-4A1C-9338-A12FBD899493}" srcId="{429CCBC4-5CD3-46A8-B579-2A8BB107DE96}" destId="{C442894B-DC5F-4A8A-907B-5A776D73A1D4}" srcOrd="3" destOrd="0" parTransId="{B3BB09B8-34D3-4720-8253-FB89DD26AF84}" sibTransId="{6A5868F7-E901-41E4-A678-3CF5045DD113}"/>
    <dgm:cxn modelId="{665A9630-0124-4A24-97DA-B6F844F0B69A}" type="presOf" srcId="{DF6C5245-107E-44ED-9B5F-FA0DE7E29178}" destId="{95DA0328-7D9E-4724-85F8-B909B80F25F7}" srcOrd="0" destOrd="0" presId="urn:microsoft.com/office/officeart/2005/8/layout/hList1"/>
    <dgm:cxn modelId="{0C624C31-1606-4A52-897A-FE995BFB5737}" type="presOf" srcId="{09DE2400-FFF0-49D1-891E-8EC76ACCB8C4}" destId="{95DA0328-7D9E-4724-85F8-B909B80F25F7}" srcOrd="0" destOrd="1" presId="urn:microsoft.com/office/officeart/2005/8/layout/hList1"/>
    <dgm:cxn modelId="{674E1F35-5868-4C8A-94A2-272B124EBEB3}" type="presOf" srcId="{61B3266B-9C48-4822-B6CB-B15177E319D8}" destId="{95DA0328-7D9E-4724-85F8-B909B80F25F7}" srcOrd="0" destOrd="3" presId="urn:microsoft.com/office/officeart/2005/8/layout/hList1"/>
    <dgm:cxn modelId="{92B5963B-855C-4B41-8452-A691F71F29A8}" srcId="{429CCBC4-5CD3-46A8-B579-2A8BB107DE96}" destId="{149EB8FA-D4E5-4722-AEE8-04FBA548B90C}" srcOrd="0" destOrd="0" parTransId="{1447C51A-E9E1-459F-AA9B-B5BC99F11E3D}" sibTransId="{63C67E10-94BD-4EA6-8493-A7D27ABD92F3}"/>
    <dgm:cxn modelId="{6A6EA45B-9D8F-4B75-87E1-8CCC73A69FAF}" srcId="{6E82A94F-624A-4C9E-B01A-CE924AD78CE5}" destId="{CC6EB77B-7ADC-4192-95E3-478E3BA186CD}" srcOrd="2" destOrd="0" parTransId="{A4249005-DB08-47B5-8E7A-E84EEDEB9C13}" sibTransId="{C189F96F-BCC4-40F4-8141-C48A719AFA01}"/>
    <dgm:cxn modelId="{74FFF75D-2F4D-42E4-B6ED-448F9057EF52}" srcId="{CF7F4F28-A9C8-44BE-BB2B-596C4C976E96}" destId="{6E82A94F-624A-4C9E-B01A-CE924AD78CE5}" srcOrd="3" destOrd="0" parTransId="{5FE7B39D-FEB4-43C3-87C6-80C491EA805C}" sibTransId="{B3BEC665-BFB1-40B7-BED8-6C2E808C3A5A}"/>
    <dgm:cxn modelId="{4BF9E667-277C-4B4A-8457-C57E7404E5D8}" type="presOf" srcId="{996188B3-98B6-4637-AE44-3A6A5BFE2459}" destId="{95DA0328-7D9E-4724-85F8-B909B80F25F7}" srcOrd="0" destOrd="2" presId="urn:microsoft.com/office/officeart/2005/8/layout/hList1"/>
    <dgm:cxn modelId="{E76CDC4E-F335-424C-B28D-E874024FC03C}" type="presOf" srcId="{54C775B7-010F-425B-BC6D-BFB808542B09}" destId="{F7FAD7B5-CC14-4524-9682-0CB3E7DBF9C2}" srcOrd="0" destOrd="3" presId="urn:microsoft.com/office/officeart/2005/8/layout/hList1"/>
    <dgm:cxn modelId="{F6A01071-2BD0-4E18-8608-8B1E44FDB719}" type="presOf" srcId="{C442894B-DC5F-4A8A-907B-5A776D73A1D4}" destId="{A1380B77-A53D-4A88-890E-C02B0405CC45}" srcOrd="0" destOrd="3" presId="urn:microsoft.com/office/officeart/2005/8/layout/hList1"/>
    <dgm:cxn modelId="{54E1FC55-6DF4-4F19-B54B-949262ED3406}" srcId="{6E82A94F-624A-4C9E-B01A-CE924AD78CE5}" destId="{54C775B7-010F-425B-BC6D-BFB808542B09}" srcOrd="3" destOrd="0" parTransId="{B0777BD5-AE19-4353-A7B2-6FB2ED06B527}" sibTransId="{B7344E77-8AEE-48BE-8FEF-843D9CA83FAF}"/>
    <dgm:cxn modelId="{3CED4277-8EE8-4AED-87B1-2086B613A23D}" srcId="{6E82A94F-624A-4C9E-B01A-CE924AD78CE5}" destId="{C280970D-4E0D-42D5-A836-FD2C45EECD21}" srcOrd="0" destOrd="0" parTransId="{32BB10B0-2BE8-485B-94EA-D1B7EB8A9E50}" sibTransId="{8E28A382-96D5-4DE0-82ED-7B224A6907A3}"/>
    <dgm:cxn modelId="{1DC1557E-44E7-4FCB-84A8-7A0E01863D53}" type="presOf" srcId="{A4D92581-EBF3-4915-A3DD-650641A1838B}" destId="{A1380B77-A53D-4A88-890E-C02B0405CC45}" srcOrd="0" destOrd="2" presId="urn:microsoft.com/office/officeart/2005/8/layout/hList1"/>
    <dgm:cxn modelId="{9BC2A480-68A2-4174-B539-D62491953ADB}" srcId="{6E82A94F-624A-4C9E-B01A-CE924AD78CE5}" destId="{DEC9E21D-E140-4B91-9483-E483D4A8C61C}" srcOrd="1" destOrd="0" parTransId="{ED972F30-7255-45C7-9695-75CADC39745C}" sibTransId="{1540CA77-94E1-428C-AD02-BDD8A7C38214}"/>
    <dgm:cxn modelId="{D341AAA3-4984-4A4B-8F5C-C67D4E9FF516}" srcId="{CF7F4F28-A9C8-44BE-BB2B-596C4C976E96}" destId="{1A56EDD4-18D1-47BB-B108-FF30B01706D3}" srcOrd="1" destOrd="0" parTransId="{82DFA962-CFB0-4BC5-AE48-339FE03A060B}" sibTransId="{AAD50D54-9723-40D3-8042-ABC671C80E42}"/>
    <dgm:cxn modelId="{B5F82BA7-3A56-455C-B561-CD95959C8CB1}" type="presOf" srcId="{1A56EDD4-18D1-47BB-B108-FF30B01706D3}" destId="{47F4DA4F-3394-4340-8468-C425A5E43058}" srcOrd="0" destOrd="0" presId="urn:microsoft.com/office/officeart/2005/8/layout/hList1"/>
    <dgm:cxn modelId="{919DB4AE-0E2E-4AF5-B3DD-B2FE0F059E69}" srcId="{429CCBC4-5CD3-46A8-B579-2A8BB107DE96}" destId="{A4D92581-EBF3-4915-A3DD-650641A1838B}" srcOrd="2" destOrd="0" parTransId="{5F372D64-D640-41E0-B2CB-74CE1870523F}" sibTransId="{355EE509-71CA-4250-96F0-0524F95EC098}"/>
    <dgm:cxn modelId="{46F460B3-F4A0-4FF2-8DEE-BDEC647FDB64}" type="presOf" srcId="{6E82A94F-624A-4C9E-B01A-CE924AD78CE5}" destId="{7B0BA6A1-58B2-4776-93D4-5A5C819A2155}" srcOrd="0" destOrd="0" presId="urn:microsoft.com/office/officeart/2005/8/layout/hList1"/>
    <dgm:cxn modelId="{A6A5E3B3-BD77-49D2-BD60-6508020B2F93}" type="presOf" srcId="{DEC9E21D-E140-4B91-9483-E483D4A8C61C}" destId="{F7FAD7B5-CC14-4524-9682-0CB3E7DBF9C2}" srcOrd="0" destOrd="1" presId="urn:microsoft.com/office/officeart/2005/8/layout/hList1"/>
    <dgm:cxn modelId="{5D3ACFB4-9B38-4422-BDDE-A376F0A030DE}" type="presOf" srcId="{45AE3573-5161-47BA-942F-51315A39D0CF}" destId="{A1380B77-A53D-4A88-890E-C02B0405CC45}" srcOrd="0" destOrd="1" presId="urn:microsoft.com/office/officeart/2005/8/layout/hList1"/>
    <dgm:cxn modelId="{0D9085BC-7E1D-4D5F-A8D1-159A1EB7A798}" srcId="{B8A212D8-F9F6-488C-8FF4-90BA7D5A22ED}" destId="{DF6C5245-107E-44ED-9B5F-FA0DE7E29178}" srcOrd="0" destOrd="0" parTransId="{34F945A3-FE3B-4749-BFF9-43362AD4AF8B}" sibTransId="{43B4A75A-C577-4844-AB94-43A44C517036}"/>
    <dgm:cxn modelId="{4630EBBD-079E-4523-A514-091C07E8B1EB}" srcId="{CF7F4F28-A9C8-44BE-BB2B-596C4C976E96}" destId="{429CCBC4-5CD3-46A8-B579-2A8BB107DE96}" srcOrd="0" destOrd="0" parTransId="{65AA4C31-A2A8-4BAF-8A7A-F22BA04D6384}" sibTransId="{D5CDFD97-3D81-4428-B98D-DAACBDBAC5D4}"/>
    <dgm:cxn modelId="{DDC05EBF-ECD0-4335-B615-AC4A5C776768}" type="presOf" srcId="{C280970D-4E0D-42D5-A836-FD2C45EECD21}" destId="{F7FAD7B5-CC14-4524-9682-0CB3E7DBF9C2}" srcOrd="0" destOrd="0" presId="urn:microsoft.com/office/officeart/2005/8/layout/hList1"/>
    <dgm:cxn modelId="{740777C8-5FD4-4C19-AC15-DAC396A09123}" type="presOf" srcId="{429CCBC4-5CD3-46A8-B579-2A8BB107DE96}" destId="{381A1D0F-5C89-44E7-8324-7809A2DC5E10}" srcOrd="0" destOrd="0" presId="urn:microsoft.com/office/officeart/2005/8/layout/hList1"/>
    <dgm:cxn modelId="{14751DCF-AC63-41BA-AE4B-8C3C94B6ECF4}" srcId="{1A56EDD4-18D1-47BB-B108-FF30B01706D3}" destId="{53AB9A0A-7F7E-4298-AEA1-E6D1E1DB9F43}" srcOrd="0" destOrd="0" parTransId="{3973D43D-32FD-495B-B90B-D54F76C8FF24}" sibTransId="{EC3953AB-84E7-45F3-8B15-39C6E9F33A7E}"/>
    <dgm:cxn modelId="{CAF0D4DF-6989-43B6-92F1-08E74DE7CF64}" type="presOf" srcId="{7CC1ADEB-DB92-46E0-BF56-1278330E8DE7}" destId="{17A8C329-3799-4037-8541-6F90825F7EBA}" srcOrd="0" destOrd="1" presId="urn:microsoft.com/office/officeart/2005/8/layout/hList1"/>
    <dgm:cxn modelId="{9B7215E1-5175-4B8B-909F-D4BC9202A595}" srcId="{1A56EDD4-18D1-47BB-B108-FF30B01706D3}" destId="{7CC1ADEB-DB92-46E0-BF56-1278330E8DE7}" srcOrd="1" destOrd="0" parTransId="{2259E356-D337-408B-A644-F6555AA0260D}" sibTransId="{21AC4DF5-1A3E-4C5F-8E11-F41B2573EA20}"/>
    <dgm:cxn modelId="{2BA45FE3-96C9-40A5-BE71-5515159B3E91}" type="presOf" srcId="{149EB8FA-D4E5-4722-AEE8-04FBA548B90C}" destId="{A1380B77-A53D-4A88-890E-C02B0405CC45}" srcOrd="0" destOrd="0" presId="urn:microsoft.com/office/officeart/2005/8/layout/hList1"/>
    <dgm:cxn modelId="{6D398AE4-5BAF-4048-91B1-A280258061F7}" srcId="{B8A212D8-F9F6-488C-8FF4-90BA7D5A22ED}" destId="{61B3266B-9C48-4822-B6CB-B15177E319D8}" srcOrd="3" destOrd="0" parTransId="{23DA417B-B11F-401E-BB55-3B0F8836E608}" sibTransId="{6AEF084B-1EE9-45F8-98B1-2E926BB7ACB7}"/>
    <dgm:cxn modelId="{594F77E9-C72B-485C-BE91-A4543DE9EC33}" srcId="{B8A212D8-F9F6-488C-8FF4-90BA7D5A22ED}" destId="{996188B3-98B6-4637-AE44-3A6A5BFE2459}" srcOrd="2" destOrd="0" parTransId="{533029FD-DBCD-4FAD-B6D4-78FCBAAA004E}" sibTransId="{4B42976F-9478-4596-B21A-C5777AB9BA9C}"/>
    <dgm:cxn modelId="{274DBDED-F70F-4A06-86B9-9DFC76A9F48F}" type="presOf" srcId="{CF7F4F28-A9C8-44BE-BB2B-596C4C976E96}" destId="{75D45156-8A74-4F4E-8BDA-33DF5DC2748A}" srcOrd="0" destOrd="0" presId="urn:microsoft.com/office/officeart/2005/8/layout/hList1"/>
    <dgm:cxn modelId="{DC1CE2EF-800D-440E-800C-105105BE32D0}" type="presOf" srcId="{B8A212D8-F9F6-488C-8FF4-90BA7D5A22ED}" destId="{EB4EF8B0-42E6-47A6-8FAF-DBA5785B8BC7}" srcOrd="0" destOrd="0" presId="urn:microsoft.com/office/officeart/2005/8/layout/hList1"/>
    <dgm:cxn modelId="{763CFCEF-2418-4487-BEFF-7AAEA051CB65}" srcId="{CF7F4F28-A9C8-44BE-BB2B-596C4C976E96}" destId="{B8A212D8-F9F6-488C-8FF4-90BA7D5A22ED}" srcOrd="2" destOrd="0" parTransId="{4A57B5C6-279B-425D-A7D4-D0EA0A2644F5}" sibTransId="{A210422A-E43F-4ACE-A3B0-957561FEA2D6}"/>
    <dgm:cxn modelId="{AB4C9ABB-716F-4D87-9332-7E7165DE642F}" type="presParOf" srcId="{75D45156-8A74-4F4E-8BDA-33DF5DC2748A}" destId="{A9BCD337-D3C4-4F21-906A-E8843578EFFB}" srcOrd="0" destOrd="0" presId="urn:microsoft.com/office/officeart/2005/8/layout/hList1"/>
    <dgm:cxn modelId="{ED6D9A7B-C15E-4B9A-82E3-88235677171E}" type="presParOf" srcId="{A9BCD337-D3C4-4F21-906A-E8843578EFFB}" destId="{381A1D0F-5C89-44E7-8324-7809A2DC5E10}" srcOrd="0" destOrd="0" presId="urn:microsoft.com/office/officeart/2005/8/layout/hList1"/>
    <dgm:cxn modelId="{CB5D77B1-81A9-4CAF-A3A2-1ABA94CFA1EA}" type="presParOf" srcId="{A9BCD337-D3C4-4F21-906A-E8843578EFFB}" destId="{A1380B77-A53D-4A88-890E-C02B0405CC45}" srcOrd="1" destOrd="0" presId="urn:microsoft.com/office/officeart/2005/8/layout/hList1"/>
    <dgm:cxn modelId="{08EC59A3-61A5-4A10-8222-DE7D2B928C89}" type="presParOf" srcId="{75D45156-8A74-4F4E-8BDA-33DF5DC2748A}" destId="{546A831B-02E1-41BB-AC91-8431BC78479C}" srcOrd="1" destOrd="0" presId="urn:microsoft.com/office/officeart/2005/8/layout/hList1"/>
    <dgm:cxn modelId="{F348C6D3-CAC6-4C8B-AE82-1CB7BA3A4482}" type="presParOf" srcId="{75D45156-8A74-4F4E-8BDA-33DF5DC2748A}" destId="{E50245C1-9969-4243-9493-7B7E11AA8944}" srcOrd="2" destOrd="0" presId="urn:microsoft.com/office/officeart/2005/8/layout/hList1"/>
    <dgm:cxn modelId="{5F680A4D-8ABF-4A8B-BAF8-1A94D26D4CCA}" type="presParOf" srcId="{E50245C1-9969-4243-9493-7B7E11AA8944}" destId="{47F4DA4F-3394-4340-8468-C425A5E43058}" srcOrd="0" destOrd="0" presId="urn:microsoft.com/office/officeart/2005/8/layout/hList1"/>
    <dgm:cxn modelId="{14A8D383-8F7A-459D-9514-CB1C6DD62BB8}" type="presParOf" srcId="{E50245C1-9969-4243-9493-7B7E11AA8944}" destId="{17A8C329-3799-4037-8541-6F90825F7EBA}" srcOrd="1" destOrd="0" presId="urn:microsoft.com/office/officeart/2005/8/layout/hList1"/>
    <dgm:cxn modelId="{5380DEB5-445D-494F-88F2-CBCC1365384F}" type="presParOf" srcId="{75D45156-8A74-4F4E-8BDA-33DF5DC2748A}" destId="{2E10BA6C-E5B5-4FC4-997C-A31109A36183}" srcOrd="3" destOrd="0" presId="urn:microsoft.com/office/officeart/2005/8/layout/hList1"/>
    <dgm:cxn modelId="{582F7578-D15B-4FBB-A3CC-D89B12D23D1F}" type="presParOf" srcId="{75D45156-8A74-4F4E-8BDA-33DF5DC2748A}" destId="{AC794CC6-BF67-47FC-9032-C0535832B32F}" srcOrd="4" destOrd="0" presId="urn:microsoft.com/office/officeart/2005/8/layout/hList1"/>
    <dgm:cxn modelId="{2D0AB332-76BC-4A80-AF29-F650CA4303AC}" type="presParOf" srcId="{AC794CC6-BF67-47FC-9032-C0535832B32F}" destId="{EB4EF8B0-42E6-47A6-8FAF-DBA5785B8BC7}" srcOrd="0" destOrd="0" presId="urn:microsoft.com/office/officeart/2005/8/layout/hList1"/>
    <dgm:cxn modelId="{7E5F9F1D-02C2-45DF-B9CB-B7C289B5ABCF}" type="presParOf" srcId="{AC794CC6-BF67-47FC-9032-C0535832B32F}" destId="{95DA0328-7D9E-4724-85F8-B909B80F25F7}" srcOrd="1" destOrd="0" presId="urn:microsoft.com/office/officeart/2005/8/layout/hList1"/>
    <dgm:cxn modelId="{F227E814-81A8-4BB6-BDC0-6E41714FD397}" type="presParOf" srcId="{75D45156-8A74-4F4E-8BDA-33DF5DC2748A}" destId="{91281429-3C7D-42D2-8CE3-E98A74FA892A}" srcOrd="5" destOrd="0" presId="urn:microsoft.com/office/officeart/2005/8/layout/hList1"/>
    <dgm:cxn modelId="{1397815A-F49E-4927-B137-EF6AE24FD61F}" type="presParOf" srcId="{75D45156-8A74-4F4E-8BDA-33DF5DC2748A}" destId="{51BD5352-EC6B-4296-9959-F7C78CB32926}" srcOrd="6" destOrd="0" presId="urn:microsoft.com/office/officeart/2005/8/layout/hList1"/>
    <dgm:cxn modelId="{1CDE3301-E601-4116-8248-04BDC42B7921}" type="presParOf" srcId="{51BD5352-EC6B-4296-9959-F7C78CB32926}" destId="{7B0BA6A1-58B2-4776-93D4-5A5C819A2155}" srcOrd="0" destOrd="0" presId="urn:microsoft.com/office/officeart/2005/8/layout/hList1"/>
    <dgm:cxn modelId="{9B733E7D-AFF5-4C4D-BABA-BAA95E2A8C41}" type="presParOf" srcId="{51BD5352-EC6B-4296-9959-F7C78CB32926}" destId="{F7FAD7B5-CC14-4524-9682-0CB3E7DBF9C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66F806-B0B3-490A-B87D-0AA6A9DC23E7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610D587-D145-4577-BF64-FAAB48BD2FE2}">
      <dgm:prSet/>
      <dgm:spPr/>
      <dgm:t>
        <a:bodyPr/>
        <a:lstStyle/>
        <a:p>
          <a:r>
            <a:rPr lang="en-US" b="1" dirty="0"/>
            <a:t>Key Findings</a:t>
          </a:r>
          <a:endParaRPr lang="en-US" dirty="0"/>
        </a:p>
      </dgm:t>
    </dgm:pt>
    <dgm:pt modelId="{E13E85C5-6D1D-4E46-9821-37B46AF74488}" type="parTrans" cxnId="{A1AD9F2D-49AB-4421-BC91-59FD01D464FA}">
      <dgm:prSet/>
      <dgm:spPr/>
      <dgm:t>
        <a:bodyPr/>
        <a:lstStyle/>
        <a:p>
          <a:endParaRPr lang="en-US"/>
        </a:p>
      </dgm:t>
    </dgm:pt>
    <dgm:pt modelId="{637B72AF-9686-4A4F-B982-6DD55B3F3C64}" type="sibTrans" cxnId="{A1AD9F2D-49AB-4421-BC91-59FD01D464FA}">
      <dgm:prSet/>
      <dgm:spPr/>
      <dgm:t>
        <a:bodyPr/>
        <a:lstStyle/>
        <a:p>
          <a:endParaRPr lang="en-US"/>
        </a:p>
      </dgm:t>
    </dgm:pt>
    <dgm:pt modelId="{48DA5117-E500-476E-8FDD-B88766D013A1}">
      <dgm:prSet/>
      <dgm:spPr/>
      <dgm:t>
        <a:bodyPr/>
        <a:lstStyle/>
        <a:p>
          <a:r>
            <a:rPr lang="en-US" b="0" dirty="0"/>
            <a:t>Agglomerative Clustering achieved the highest Silhouette Score (0.26).</a:t>
          </a:r>
        </a:p>
      </dgm:t>
    </dgm:pt>
    <dgm:pt modelId="{B05209ED-CE8A-445A-A0EC-7938F73AFCFE}" type="parTrans" cxnId="{D04D752B-300C-4B7F-B08B-4DD2E71381EB}">
      <dgm:prSet/>
      <dgm:spPr/>
      <dgm:t>
        <a:bodyPr/>
        <a:lstStyle/>
        <a:p>
          <a:endParaRPr lang="en-US"/>
        </a:p>
      </dgm:t>
    </dgm:pt>
    <dgm:pt modelId="{AC60A11E-E59E-4498-9101-487EA271A704}" type="sibTrans" cxnId="{D04D752B-300C-4B7F-B08B-4DD2E71381EB}">
      <dgm:prSet/>
      <dgm:spPr/>
      <dgm:t>
        <a:bodyPr/>
        <a:lstStyle/>
        <a:p>
          <a:endParaRPr lang="en-US"/>
        </a:p>
      </dgm:t>
    </dgm:pt>
    <dgm:pt modelId="{D1534E13-8DDB-41D1-8B41-A20492ED46AD}">
      <dgm:prSet/>
      <dgm:spPr/>
      <dgm:t>
        <a:bodyPr/>
        <a:lstStyle/>
        <a:p>
          <a:r>
            <a:rPr lang="en-US" b="0" dirty="0"/>
            <a:t>K-Means achieved the lowest Davies-Bouldin Index.</a:t>
          </a:r>
        </a:p>
      </dgm:t>
    </dgm:pt>
    <dgm:pt modelId="{4B057FF4-E775-46A1-AF0A-CAA758AC6C3D}" type="parTrans" cxnId="{856F6716-1414-4BB7-9796-CFAC395A8C71}">
      <dgm:prSet/>
      <dgm:spPr/>
      <dgm:t>
        <a:bodyPr/>
        <a:lstStyle/>
        <a:p>
          <a:endParaRPr lang="en-US"/>
        </a:p>
      </dgm:t>
    </dgm:pt>
    <dgm:pt modelId="{B49D9E4B-9A50-4F3F-8585-5BD54F35747E}" type="sibTrans" cxnId="{856F6716-1414-4BB7-9796-CFAC395A8C71}">
      <dgm:prSet/>
      <dgm:spPr/>
      <dgm:t>
        <a:bodyPr/>
        <a:lstStyle/>
        <a:p>
          <a:endParaRPr lang="en-US"/>
        </a:p>
      </dgm:t>
    </dgm:pt>
    <dgm:pt modelId="{253E96B5-147C-4B8B-BF41-523B0165514D}">
      <dgm:prSet/>
      <dgm:spPr/>
      <dgm:t>
        <a:bodyPr/>
        <a:lstStyle/>
        <a:p>
          <a:r>
            <a:rPr lang="en-US" b="0"/>
            <a:t>DBSCAN produced the weakest clustering performance.</a:t>
          </a:r>
        </a:p>
      </dgm:t>
    </dgm:pt>
    <dgm:pt modelId="{3C9053C3-8CF8-4E87-9745-423CC15FDCD3}" type="parTrans" cxnId="{3D80B92D-8609-4311-8118-9342EA35E557}">
      <dgm:prSet/>
      <dgm:spPr/>
      <dgm:t>
        <a:bodyPr/>
        <a:lstStyle/>
        <a:p>
          <a:endParaRPr lang="en-US"/>
        </a:p>
      </dgm:t>
    </dgm:pt>
    <dgm:pt modelId="{A588E711-8A67-43AA-AE5E-F5C08A02A708}" type="sibTrans" cxnId="{3D80B92D-8609-4311-8118-9342EA35E557}">
      <dgm:prSet/>
      <dgm:spPr/>
      <dgm:t>
        <a:bodyPr/>
        <a:lstStyle/>
        <a:p>
          <a:endParaRPr lang="en-US"/>
        </a:p>
      </dgm:t>
    </dgm:pt>
    <dgm:pt modelId="{E1193E10-2246-45E3-B737-C2A45432B813}">
      <dgm:prSet/>
      <dgm:spPr/>
      <dgm:t>
        <a:bodyPr/>
        <a:lstStyle/>
        <a:p>
          <a:r>
            <a:rPr lang="en-US" b="0" dirty="0"/>
            <a:t>Ward Linkage Agglomerative Clustering was selected as the preferred clustering approach.</a:t>
          </a:r>
        </a:p>
      </dgm:t>
    </dgm:pt>
    <dgm:pt modelId="{DBA7B33C-6629-469E-8C4A-E2FE0C18BD99}" type="parTrans" cxnId="{27F878CD-8E36-43EF-9F5E-69817A3DEE2A}">
      <dgm:prSet/>
      <dgm:spPr/>
      <dgm:t>
        <a:bodyPr/>
        <a:lstStyle/>
        <a:p>
          <a:endParaRPr lang="en-US"/>
        </a:p>
      </dgm:t>
    </dgm:pt>
    <dgm:pt modelId="{6B1DB3BC-A817-4B57-8B8A-F3BB4E6CEF41}" type="sibTrans" cxnId="{27F878CD-8E36-43EF-9F5E-69817A3DEE2A}">
      <dgm:prSet/>
      <dgm:spPr/>
      <dgm:t>
        <a:bodyPr/>
        <a:lstStyle/>
        <a:p>
          <a:endParaRPr lang="en-US"/>
        </a:p>
      </dgm:t>
    </dgm:pt>
    <dgm:pt modelId="{3445C5C0-6C0A-4699-B90F-DD353F1BC3D1}">
      <dgm:prSet/>
      <dgm:spPr/>
      <dgm:t>
        <a:bodyPr/>
        <a:lstStyle/>
        <a:p>
          <a:r>
            <a:rPr lang="en-US" b="0" dirty="0"/>
            <a:t>K-Means achieved the lowest Davies-Bouldin Index (1.48).</a:t>
          </a:r>
        </a:p>
      </dgm:t>
    </dgm:pt>
    <dgm:pt modelId="{09070886-C7CC-43B9-A69E-91AA7DFCACEB}" type="parTrans" cxnId="{C04E4D3B-B674-4FEB-976D-32B2E87E36CF}">
      <dgm:prSet/>
      <dgm:spPr/>
      <dgm:t>
        <a:bodyPr/>
        <a:lstStyle/>
        <a:p>
          <a:endParaRPr lang="en-US"/>
        </a:p>
      </dgm:t>
    </dgm:pt>
    <dgm:pt modelId="{77846066-DD2E-46DD-A3B8-02657072CE53}" type="sibTrans" cxnId="{C04E4D3B-B674-4FEB-976D-32B2E87E36CF}">
      <dgm:prSet/>
      <dgm:spPr/>
      <dgm:t>
        <a:bodyPr/>
        <a:lstStyle/>
        <a:p>
          <a:endParaRPr lang="en-US"/>
        </a:p>
      </dgm:t>
    </dgm:pt>
    <dgm:pt modelId="{8D4F9ADB-37C5-49E1-91EC-F94F549C4A4B}">
      <dgm:prSet/>
      <dgm:spPr/>
      <dgm:t>
        <a:bodyPr/>
        <a:lstStyle/>
        <a:p>
          <a:r>
            <a:rPr lang="en-US" b="0" dirty="0"/>
            <a:t>GMM produced similar performance to K-Means and Agglomerative.</a:t>
          </a:r>
        </a:p>
      </dgm:t>
    </dgm:pt>
    <dgm:pt modelId="{36A02550-C2E4-4719-9663-34D4C9023A39}" type="parTrans" cxnId="{2A413B5D-2BC1-4DF7-9D4D-8EC3E737473F}">
      <dgm:prSet/>
      <dgm:spPr/>
      <dgm:t>
        <a:bodyPr/>
        <a:lstStyle/>
        <a:p>
          <a:endParaRPr lang="en-US"/>
        </a:p>
      </dgm:t>
    </dgm:pt>
    <dgm:pt modelId="{0F13DA79-4F63-470C-9E21-E5DC80E2E980}" type="sibTrans" cxnId="{2A413B5D-2BC1-4DF7-9D4D-8EC3E737473F}">
      <dgm:prSet/>
      <dgm:spPr/>
      <dgm:t>
        <a:bodyPr/>
        <a:lstStyle/>
        <a:p>
          <a:endParaRPr lang="en-US"/>
        </a:p>
      </dgm:t>
    </dgm:pt>
    <dgm:pt modelId="{027DF90B-FB5F-4EE1-B443-A5E32155039E}">
      <dgm:prSet/>
      <dgm:spPr/>
      <dgm:t>
        <a:bodyPr/>
        <a:lstStyle/>
        <a:p>
          <a:r>
            <a:rPr lang="en-US" b="0" dirty="0"/>
            <a:t>DBSCAN produced substantially weaker cluster quality across both metrics.</a:t>
          </a:r>
        </a:p>
      </dgm:t>
    </dgm:pt>
    <dgm:pt modelId="{BC19A9D5-1B59-446C-9211-B7168FF9A0A0}" type="parTrans" cxnId="{8D0EC0DB-7D7D-4D76-A6D2-F852518EE9C5}">
      <dgm:prSet/>
      <dgm:spPr/>
      <dgm:t>
        <a:bodyPr/>
        <a:lstStyle/>
        <a:p>
          <a:endParaRPr lang="en-US"/>
        </a:p>
      </dgm:t>
    </dgm:pt>
    <dgm:pt modelId="{DEAEA756-2782-4B96-BFF4-CDC71D5C1EB9}" type="sibTrans" cxnId="{8D0EC0DB-7D7D-4D76-A6D2-F852518EE9C5}">
      <dgm:prSet/>
      <dgm:spPr/>
      <dgm:t>
        <a:bodyPr/>
        <a:lstStyle/>
        <a:p>
          <a:endParaRPr lang="en-US"/>
        </a:p>
      </dgm:t>
    </dgm:pt>
    <dgm:pt modelId="{7E4C8CF1-D46C-4EDB-A331-E9B92F7B6945}" type="pres">
      <dgm:prSet presAssocID="{EC66F806-B0B3-490A-B87D-0AA6A9DC23E7}" presName="linear" presStyleCnt="0">
        <dgm:presLayoutVars>
          <dgm:animLvl val="lvl"/>
          <dgm:resizeHandles val="exact"/>
        </dgm:presLayoutVars>
      </dgm:prSet>
      <dgm:spPr/>
    </dgm:pt>
    <dgm:pt modelId="{59DCC7E5-694D-4800-9B64-2FB86AC9D28C}" type="pres">
      <dgm:prSet presAssocID="{E610D587-D145-4577-BF64-FAAB48BD2FE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1571BCB-78ED-4E40-A9B7-F6FF2E5F61E6}" type="pres">
      <dgm:prSet presAssocID="{E610D587-D145-4577-BF64-FAAB48BD2FE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56F6716-1414-4BB7-9796-CFAC395A8C71}" srcId="{E610D587-D145-4577-BF64-FAAB48BD2FE2}" destId="{D1534E13-8DDB-41D1-8B41-A20492ED46AD}" srcOrd="1" destOrd="0" parTransId="{4B057FF4-E775-46A1-AF0A-CAA758AC6C3D}" sibTransId="{B49D9E4B-9A50-4F3F-8585-5BD54F35747E}"/>
    <dgm:cxn modelId="{FBD5D11A-E625-47B1-98CE-0C304FD44E3C}" type="presOf" srcId="{48DA5117-E500-476E-8FDD-B88766D013A1}" destId="{61571BCB-78ED-4E40-A9B7-F6FF2E5F61E6}" srcOrd="0" destOrd="0" presId="urn:microsoft.com/office/officeart/2005/8/layout/vList2"/>
    <dgm:cxn modelId="{D04D752B-300C-4B7F-B08B-4DD2E71381EB}" srcId="{E610D587-D145-4577-BF64-FAAB48BD2FE2}" destId="{48DA5117-E500-476E-8FDD-B88766D013A1}" srcOrd="0" destOrd="0" parTransId="{B05209ED-CE8A-445A-A0EC-7938F73AFCFE}" sibTransId="{AC60A11E-E59E-4498-9101-487EA271A704}"/>
    <dgm:cxn modelId="{A1AD9F2D-49AB-4421-BC91-59FD01D464FA}" srcId="{EC66F806-B0B3-490A-B87D-0AA6A9DC23E7}" destId="{E610D587-D145-4577-BF64-FAAB48BD2FE2}" srcOrd="0" destOrd="0" parTransId="{E13E85C5-6D1D-4E46-9821-37B46AF74488}" sibTransId="{637B72AF-9686-4A4F-B982-6DD55B3F3C64}"/>
    <dgm:cxn modelId="{3D80B92D-8609-4311-8118-9342EA35E557}" srcId="{E610D587-D145-4577-BF64-FAAB48BD2FE2}" destId="{253E96B5-147C-4B8B-BF41-523B0165514D}" srcOrd="2" destOrd="0" parTransId="{3C9053C3-8CF8-4E87-9745-423CC15FDCD3}" sibTransId="{A588E711-8A67-43AA-AE5E-F5C08A02A708}"/>
    <dgm:cxn modelId="{078D592E-BCDA-46ED-A02D-01D50F130CAC}" type="presOf" srcId="{EC66F806-B0B3-490A-B87D-0AA6A9DC23E7}" destId="{7E4C8CF1-D46C-4EDB-A331-E9B92F7B6945}" srcOrd="0" destOrd="0" presId="urn:microsoft.com/office/officeart/2005/8/layout/vList2"/>
    <dgm:cxn modelId="{CF70D12E-783A-4E38-AA99-1AE4129DBD60}" type="presOf" srcId="{E1193E10-2246-45E3-B737-C2A45432B813}" destId="{61571BCB-78ED-4E40-A9B7-F6FF2E5F61E6}" srcOrd="0" destOrd="3" presId="urn:microsoft.com/office/officeart/2005/8/layout/vList2"/>
    <dgm:cxn modelId="{C04E4D3B-B674-4FEB-976D-32B2E87E36CF}" srcId="{E610D587-D145-4577-BF64-FAAB48BD2FE2}" destId="{3445C5C0-6C0A-4699-B90F-DD353F1BC3D1}" srcOrd="4" destOrd="0" parTransId="{09070886-C7CC-43B9-A69E-91AA7DFCACEB}" sibTransId="{77846066-DD2E-46DD-A3B8-02657072CE53}"/>
    <dgm:cxn modelId="{2A413B5D-2BC1-4DF7-9D4D-8EC3E737473F}" srcId="{E610D587-D145-4577-BF64-FAAB48BD2FE2}" destId="{8D4F9ADB-37C5-49E1-91EC-F94F549C4A4B}" srcOrd="5" destOrd="0" parTransId="{36A02550-C2E4-4719-9663-34D4C9023A39}" sibTransId="{0F13DA79-4F63-470C-9E21-E5DC80E2E980}"/>
    <dgm:cxn modelId="{29F6DE4D-6371-49D3-8A10-2373871D2E40}" type="presOf" srcId="{253E96B5-147C-4B8B-BF41-523B0165514D}" destId="{61571BCB-78ED-4E40-A9B7-F6FF2E5F61E6}" srcOrd="0" destOrd="2" presId="urn:microsoft.com/office/officeart/2005/8/layout/vList2"/>
    <dgm:cxn modelId="{B5BDA26E-1E73-4546-A565-F2AAD4BCE459}" type="presOf" srcId="{3445C5C0-6C0A-4699-B90F-DD353F1BC3D1}" destId="{61571BCB-78ED-4E40-A9B7-F6FF2E5F61E6}" srcOrd="0" destOrd="4" presId="urn:microsoft.com/office/officeart/2005/8/layout/vList2"/>
    <dgm:cxn modelId="{554F4F8B-8480-4316-AE2D-B6228EF5E90D}" type="presOf" srcId="{8D4F9ADB-37C5-49E1-91EC-F94F549C4A4B}" destId="{61571BCB-78ED-4E40-A9B7-F6FF2E5F61E6}" srcOrd="0" destOrd="5" presId="urn:microsoft.com/office/officeart/2005/8/layout/vList2"/>
    <dgm:cxn modelId="{3B0B259E-EB1F-451E-A16B-C0E8CB0E5036}" type="presOf" srcId="{027DF90B-FB5F-4EE1-B443-A5E32155039E}" destId="{61571BCB-78ED-4E40-A9B7-F6FF2E5F61E6}" srcOrd="0" destOrd="6" presId="urn:microsoft.com/office/officeart/2005/8/layout/vList2"/>
    <dgm:cxn modelId="{27F878CD-8E36-43EF-9F5E-69817A3DEE2A}" srcId="{E610D587-D145-4577-BF64-FAAB48BD2FE2}" destId="{E1193E10-2246-45E3-B737-C2A45432B813}" srcOrd="3" destOrd="0" parTransId="{DBA7B33C-6629-469E-8C4A-E2FE0C18BD99}" sibTransId="{6B1DB3BC-A817-4B57-8B8A-F3BB4E6CEF41}"/>
    <dgm:cxn modelId="{8D0EC0DB-7D7D-4D76-A6D2-F852518EE9C5}" srcId="{E610D587-D145-4577-BF64-FAAB48BD2FE2}" destId="{027DF90B-FB5F-4EE1-B443-A5E32155039E}" srcOrd="6" destOrd="0" parTransId="{BC19A9D5-1B59-446C-9211-B7168FF9A0A0}" sibTransId="{DEAEA756-2782-4B96-BFF4-CDC71D5C1EB9}"/>
    <dgm:cxn modelId="{55BA6AE3-B0FF-4B1F-9870-8A88EBF55B50}" type="presOf" srcId="{E610D587-D145-4577-BF64-FAAB48BD2FE2}" destId="{59DCC7E5-694D-4800-9B64-2FB86AC9D28C}" srcOrd="0" destOrd="0" presId="urn:microsoft.com/office/officeart/2005/8/layout/vList2"/>
    <dgm:cxn modelId="{FAEF59F2-526D-4E2D-B7F2-5F1AABABCFBE}" type="presOf" srcId="{D1534E13-8DDB-41D1-8B41-A20492ED46AD}" destId="{61571BCB-78ED-4E40-A9B7-F6FF2E5F61E6}" srcOrd="0" destOrd="1" presId="urn:microsoft.com/office/officeart/2005/8/layout/vList2"/>
    <dgm:cxn modelId="{6F8C2663-9713-4F27-917A-14A665CAFF31}" type="presParOf" srcId="{7E4C8CF1-D46C-4EDB-A331-E9B92F7B6945}" destId="{59DCC7E5-694D-4800-9B64-2FB86AC9D28C}" srcOrd="0" destOrd="0" presId="urn:microsoft.com/office/officeart/2005/8/layout/vList2"/>
    <dgm:cxn modelId="{96999A96-215F-4995-B883-D9855DE32C5A}" type="presParOf" srcId="{7E4C8CF1-D46C-4EDB-A331-E9B92F7B6945}" destId="{61571BCB-78ED-4E40-A9B7-F6FF2E5F61E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74DE0F-82F7-41E6-84EF-1D5836E21C4B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3AEFF0A-1A67-4110-A1B4-0421A7A6D163}">
      <dgm:prSet/>
      <dgm:spPr/>
      <dgm:t>
        <a:bodyPr/>
        <a:lstStyle/>
        <a:p>
          <a:r>
            <a:rPr lang="en-US" b="1"/>
            <a:t>Clustering Results</a:t>
          </a:r>
          <a:endParaRPr lang="en-US"/>
        </a:p>
      </dgm:t>
    </dgm:pt>
    <dgm:pt modelId="{08929F7B-49CD-4458-B1C6-7007A3ED744D}" type="parTrans" cxnId="{63F890D0-E5CF-4666-81E9-3B0B1AB90113}">
      <dgm:prSet/>
      <dgm:spPr/>
      <dgm:t>
        <a:bodyPr/>
        <a:lstStyle/>
        <a:p>
          <a:endParaRPr lang="en-US"/>
        </a:p>
      </dgm:t>
    </dgm:pt>
    <dgm:pt modelId="{1E8C019E-E10D-4527-A84C-603AEB4BB3E2}" type="sibTrans" cxnId="{63F890D0-E5CF-4666-81E9-3B0B1AB90113}">
      <dgm:prSet/>
      <dgm:spPr/>
      <dgm:t>
        <a:bodyPr/>
        <a:lstStyle/>
        <a:p>
          <a:endParaRPr lang="en-US"/>
        </a:p>
      </dgm:t>
    </dgm:pt>
    <dgm:pt modelId="{B6F4DB8B-27A4-4F1C-85AF-DC7036C18E5F}">
      <dgm:prSet/>
      <dgm:spPr/>
      <dgm:t>
        <a:bodyPr/>
        <a:lstStyle/>
        <a:p>
          <a:r>
            <a:rPr lang="en-US"/>
            <a:t>Four clustering approaches were evaluated to determine whether natural wine populations can be inferred from chemical measurements alone.</a:t>
          </a:r>
        </a:p>
      </dgm:t>
    </dgm:pt>
    <dgm:pt modelId="{44D4807B-4010-4245-8EA4-99C582D66B8C}" type="parTrans" cxnId="{96FD9B79-00EF-4422-9D44-FE8F78E2FD8E}">
      <dgm:prSet/>
      <dgm:spPr/>
      <dgm:t>
        <a:bodyPr/>
        <a:lstStyle/>
        <a:p>
          <a:endParaRPr lang="en-US"/>
        </a:p>
      </dgm:t>
    </dgm:pt>
    <dgm:pt modelId="{B66989B3-095A-4CE7-852B-524BCACC806C}" type="sibTrans" cxnId="{96FD9B79-00EF-4422-9D44-FE8F78E2FD8E}">
      <dgm:prSet/>
      <dgm:spPr/>
      <dgm:t>
        <a:bodyPr/>
        <a:lstStyle/>
        <a:p>
          <a:endParaRPr lang="en-US"/>
        </a:p>
      </dgm:t>
    </dgm:pt>
    <dgm:pt modelId="{620B6DC1-4EB7-410B-B5F7-8E473A958B24}">
      <dgm:prSet/>
      <dgm:spPr/>
      <dgm:t>
        <a:bodyPr/>
        <a:lstStyle/>
        <a:p>
          <a:r>
            <a:rPr lang="en-US" b="1"/>
            <a:t>The best clustering solution: </a:t>
          </a:r>
          <a:r>
            <a:rPr lang="en-US" b="0"/>
            <a:t>Ward Linkage Agglomerative Clustering</a:t>
          </a:r>
          <a:endParaRPr lang="en-US"/>
        </a:p>
      </dgm:t>
    </dgm:pt>
    <dgm:pt modelId="{C48F4E36-2A18-4F4F-AD84-7EDE465A6A78}" type="parTrans" cxnId="{6AAB91A1-CAB5-437C-80C3-4FEA5065B4B8}">
      <dgm:prSet/>
      <dgm:spPr/>
      <dgm:t>
        <a:bodyPr/>
        <a:lstStyle/>
        <a:p>
          <a:endParaRPr lang="en-US"/>
        </a:p>
      </dgm:t>
    </dgm:pt>
    <dgm:pt modelId="{5FBF6892-0B0C-481E-A149-15C438CDD945}" type="sibTrans" cxnId="{6AAB91A1-CAB5-437C-80C3-4FEA5065B4B8}">
      <dgm:prSet/>
      <dgm:spPr/>
      <dgm:t>
        <a:bodyPr/>
        <a:lstStyle/>
        <a:p>
          <a:endParaRPr lang="en-US"/>
        </a:p>
      </dgm:t>
    </dgm:pt>
    <dgm:pt modelId="{95967F68-93B3-4FDC-A8D8-A53F4085A87C}">
      <dgm:prSet/>
      <dgm:spPr/>
      <dgm:t>
        <a:bodyPr/>
        <a:lstStyle/>
        <a:p>
          <a:r>
            <a:rPr lang="en-US" b="0" dirty="0"/>
            <a:t>Produced clear wine population separation</a:t>
          </a:r>
        </a:p>
      </dgm:t>
    </dgm:pt>
    <dgm:pt modelId="{2670DA84-30F5-4A36-AA08-D6EC22B90AC6}" type="parTrans" cxnId="{D9BE3FBD-1EC8-40E4-B359-3D26FD16492A}">
      <dgm:prSet/>
      <dgm:spPr/>
      <dgm:t>
        <a:bodyPr/>
        <a:lstStyle/>
        <a:p>
          <a:endParaRPr lang="en-US"/>
        </a:p>
      </dgm:t>
    </dgm:pt>
    <dgm:pt modelId="{F8CBBCB0-5778-4BD7-B126-4F933DA58339}" type="sibTrans" cxnId="{D9BE3FBD-1EC8-40E4-B359-3D26FD16492A}">
      <dgm:prSet/>
      <dgm:spPr/>
      <dgm:t>
        <a:bodyPr/>
        <a:lstStyle/>
        <a:p>
          <a:endParaRPr lang="en-US"/>
        </a:p>
      </dgm:t>
    </dgm:pt>
    <dgm:pt modelId="{CBEBBE51-73AA-46B8-8F98-213FB9F35501}">
      <dgm:prSet/>
      <dgm:spPr/>
      <dgm:t>
        <a:bodyPr/>
        <a:lstStyle/>
        <a:p>
          <a:r>
            <a:rPr lang="en-US" b="0" dirty="0"/>
            <a:t>Revealed meaningful hierarchical structure</a:t>
          </a:r>
        </a:p>
      </dgm:t>
    </dgm:pt>
    <dgm:pt modelId="{68F21897-0D0C-4249-8DB9-81F1260D570B}" type="parTrans" cxnId="{BF23FB10-4EC9-4CF7-963F-E1683BFB45D7}">
      <dgm:prSet/>
      <dgm:spPr/>
      <dgm:t>
        <a:bodyPr/>
        <a:lstStyle/>
        <a:p>
          <a:endParaRPr lang="en-US"/>
        </a:p>
      </dgm:t>
    </dgm:pt>
    <dgm:pt modelId="{2146EE5F-9789-4B1A-8169-038245673BBF}" type="sibTrans" cxnId="{BF23FB10-4EC9-4CF7-963F-E1683BFB45D7}">
      <dgm:prSet/>
      <dgm:spPr/>
      <dgm:t>
        <a:bodyPr/>
        <a:lstStyle/>
        <a:p>
          <a:endParaRPr lang="en-US"/>
        </a:p>
      </dgm:t>
    </dgm:pt>
    <dgm:pt modelId="{F06A652C-53C5-4E1D-B719-192022121538}">
      <dgm:prSet/>
      <dgm:spPr/>
      <dgm:t>
        <a:bodyPr/>
        <a:lstStyle/>
        <a:p>
          <a:r>
            <a:rPr lang="en-US" b="0" dirty="0"/>
            <a:t>Identified potential subgroup relationships</a:t>
          </a:r>
        </a:p>
      </dgm:t>
    </dgm:pt>
    <dgm:pt modelId="{BD355891-74C7-485A-B9E4-E83CBAB4B3B6}" type="parTrans" cxnId="{860E4459-2863-4D45-BFFC-76AD8FE08FEA}">
      <dgm:prSet/>
      <dgm:spPr/>
      <dgm:t>
        <a:bodyPr/>
        <a:lstStyle/>
        <a:p>
          <a:endParaRPr lang="en-US"/>
        </a:p>
      </dgm:t>
    </dgm:pt>
    <dgm:pt modelId="{637D4A48-60F8-4695-B92E-B9478428FF90}" type="sibTrans" cxnId="{860E4459-2863-4D45-BFFC-76AD8FE08FEA}">
      <dgm:prSet/>
      <dgm:spPr/>
      <dgm:t>
        <a:bodyPr/>
        <a:lstStyle/>
        <a:p>
          <a:endParaRPr lang="en-US"/>
        </a:p>
      </dgm:t>
    </dgm:pt>
    <dgm:pt modelId="{CEA0D14A-005D-4CF3-8C6F-48A7B71289EF}">
      <dgm:prSet/>
      <dgm:spPr/>
      <dgm:t>
        <a:bodyPr/>
        <a:lstStyle/>
        <a:p>
          <a:r>
            <a:rPr lang="en-US" b="0" dirty="0"/>
            <a:t>Generated interpretable dendrograms</a:t>
          </a:r>
        </a:p>
      </dgm:t>
    </dgm:pt>
    <dgm:pt modelId="{C636AAC3-8BE0-43FD-9ED0-4D1EAD171414}" type="parTrans" cxnId="{72A829D0-64E0-4B5D-861B-3DEC1D1C3618}">
      <dgm:prSet/>
      <dgm:spPr/>
      <dgm:t>
        <a:bodyPr/>
        <a:lstStyle/>
        <a:p>
          <a:endParaRPr lang="en-US"/>
        </a:p>
      </dgm:t>
    </dgm:pt>
    <dgm:pt modelId="{004DA79D-9D64-458A-9A54-D380C2FA5D28}" type="sibTrans" cxnId="{72A829D0-64E0-4B5D-861B-3DEC1D1C3618}">
      <dgm:prSet/>
      <dgm:spPr/>
      <dgm:t>
        <a:bodyPr/>
        <a:lstStyle/>
        <a:p>
          <a:endParaRPr lang="en-US"/>
        </a:p>
      </dgm:t>
    </dgm:pt>
    <dgm:pt modelId="{3B834BA8-4F3A-4AA5-81AF-7C8062CC7E4A}">
      <dgm:prSet/>
      <dgm:spPr/>
      <dgm:t>
        <a:bodyPr/>
        <a:lstStyle/>
        <a:p>
          <a:r>
            <a:rPr lang="en-US" b="0" dirty="0"/>
            <a:t>Consistent with dimensionality-reduction findings</a:t>
          </a:r>
        </a:p>
      </dgm:t>
    </dgm:pt>
    <dgm:pt modelId="{108C3F8A-A0E1-4371-B00E-A2EDF5F14972}" type="parTrans" cxnId="{13AD24F5-566F-4F7E-851F-0DD60FF9AA07}">
      <dgm:prSet/>
      <dgm:spPr/>
      <dgm:t>
        <a:bodyPr/>
        <a:lstStyle/>
        <a:p>
          <a:endParaRPr lang="en-US"/>
        </a:p>
      </dgm:t>
    </dgm:pt>
    <dgm:pt modelId="{640F79DE-068F-474F-9469-C4752FB82769}" type="sibTrans" cxnId="{13AD24F5-566F-4F7E-851F-0DD60FF9AA07}">
      <dgm:prSet/>
      <dgm:spPr/>
      <dgm:t>
        <a:bodyPr/>
        <a:lstStyle/>
        <a:p>
          <a:endParaRPr lang="en-US"/>
        </a:p>
      </dgm:t>
    </dgm:pt>
    <dgm:pt modelId="{1B37C29B-7F9D-4EF0-A275-E0AF18FE01A2}">
      <dgm:prSet/>
      <dgm:spPr/>
      <dgm:t>
        <a:bodyPr/>
        <a:lstStyle/>
        <a:p>
          <a:r>
            <a:rPr lang="en-US" b="1"/>
            <a:t>Key Findings</a:t>
          </a:r>
          <a:endParaRPr lang="en-US"/>
        </a:p>
      </dgm:t>
    </dgm:pt>
    <dgm:pt modelId="{4E3F6482-C3F8-4432-80F6-F6BA2CE313FD}" type="parTrans" cxnId="{059D1A34-79F2-4EBD-999F-670A0349B469}">
      <dgm:prSet/>
      <dgm:spPr/>
      <dgm:t>
        <a:bodyPr/>
        <a:lstStyle/>
        <a:p>
          <a:endParaRPr lang="en-US"/>
        </a:p>
      </dgm:t>
    </dgm:pt>
    <dgm:pt modelId="{200E9F10-1E9F-4524-9D83-1E9B155682E2}" type="sibTrans" cxnId="{059D1A34-79F2-4EBD-999F-670A0349B469}">
      <dgm:prSet/>
      <dgm:spPr/>
      <dgm:t>
        <a:bodyPr/>
        <a:lstStyle/>
        <a:p>
          <a:endParaRPr lang="en-US"/>
        </a:p>
      </dgm:t>
    </dgm:pt>
    <dgm:pt modelId="{8BC0E11E-25CB-4390-9517-DFDDB4EBE58C}">
      <dgm:prSet/>
      <dgm:spPr/>
      <dgm:t>
        <a:bodyPr/>
        <a:lstStyle/>
        <a:p>
          <a:r>
            <a:rPr lang="en-US"/>
            <a:t>Red and white wines formed distinct populations across multiple clustering methods.</a:t>
          </a:r>
        </a:p>
      </dgm:t>
    </dgm:pt>
    <dgm:pt modelId="{C1AC3A0A-6C3D-47EA-AE02-3380CB3A11F7}" type="parTrans" cxnId="{EB2BDEA5-A0B2-40F6-BC21-A794BA9E1F39}">
      <dgm:prSet/>
      <dgm:spPr/>
      <dgm:t>
        <a:bodyPr/>
        <a:lstStyle/>
        <a:p>
          <a:endParaRPr lang="en-US"/>
        </a:p>
      </dgm:t>
    </dgm:pt>
    <dgm:pt modelId="{777868C4-2031-406F-915B-45815A0F818F}" type="sibTrans" cxnId="{EB2BDEA5-A0B2-40F6-BC21-A794BA9E1F39}">
      <dgm:prSet/>
      <dgm:spPr/>
      <dgm:t>
        <a:bodyPr/>
        <a:lstStyle/>
        <a:p>
          <a:endParaRPr lang="en-US"/>
        </a:p>
      </dgm:t>
    </dgm:pt>
    <dgm:pt modelId="{16342EEF-04CE-4C06-A1B3-DF8FB173F390}">
      <dgm:prSet/>
      <dgm:spPr/>
      <dgm:t>
        <a:bodyPr/>
        <a:lstStyle/>
        <a:p>
          <a:r>
            <a:rPr lang="en-US"/>
            <a:t>Cluster quality consistently improved when hierarchical structure was considered.</a:t>
          </a:r>
        </a:p>
      </dgm:t>
    </dgm:pt>
    <dgm:pt modelId="{A13A3F81-462E-4503-8208-1C19D64306A1}" type="parTrans" cxnId="{A3E56214-821B-4FAD-8F3E-05230E98C28C}">
      <dgm:prSet/>
      <dgm:spPr/>
      <dgm:t>
        <a:bodyPr/>
        <a:lstStyle/>
        <a:p>
          <a:endParaRPr lang="en-US"/>
        </a:p>
      </dgm:t>
    </dgm:pt>
    <dgm:pt modelId="{0E892387-C89E-49D7-B608-4A002C6FD2EE}" type="sibTrans" cxnId="{A3E56214-821B-4FAD-8F3E-05230E98C28C}">
      <dgm:prSet/>
      <dgm:spPr/>
      <dgm:t>
        <a:bodyPr/>
        <a:lstStyle/>
        <a:p>
          <a:endParaRPr lang="en-US"/>
        </a:p>
      </dgm:t>
    </dgm:pt>
    <dgm:pt modelId="{3F6DA7B9-07D1-4BE0-98B2-FCDF4A8EF18E}">
      <dgm:prSet/>
      <dgm:spPr/>
      <dgm:t>
        <a:bodyPr/>
        <a:lstStyle/>
        <a:p>
          <a:r>
            <a:rPr lang="en-US"/>
            <a:t>Hierarchical clustering revealed additional subgroup structure within both wine populations.</a:t>
          </a:r>
        </a:p>
      </dgm:t>
    </dgm:pt>
    <dgm:pt modelId="{2C396972-BE12-4F3B-BA18-BBA5D2829C53}" type="parTrans" cxnId="{C0B4D42A-B1E9-4A0E-8F30-5A44D28DFB0A}">
      <dgm:prSet/>
      <dgm:spPr/>
      <dgm:t>
        <a:bodyPr/>
        <a:lstStyle/>
        <a:p>
          <a:endParaRPr lang="en-US"/>
        </a:p>
      </dgm:t>
    </dgm:pt>
    <dgm:pt modelId="{0B16682E-43B3-4E5E-AA24-9F79820B2BCF}" type="sibTrans" cxnId="{C0B4D42A-B1E9-4A0E-8F30-5A44D28DFB0A}">
      <dgm:prSet/>
      <dgm:spPr/>
      <dgm:t>
        <a:bodyPr/>
        <a:lstStyle/>
        <a:p>
          <a:endParaRPr lang="en-US"/>
        </a:p>
      </dgm:t>
    </dgm:pt>
    <dgm:pt modelId="{8869203E-698E-42F5-ADD2-3A5397B37710}">
      <dgm:prSet/>
      <dgm:spPr/>
      <dgm:t>
        <a:bodyPr/>
        <a:lstStyle/>
        <a:p>
          <a:r>
            <a:rPr lang="en-US"/>
            <a:t>Wine quality scores remained distributed across clusters and did not form independent clusters.</a:t>
          </a:r>
        </a:p>
      </dgm:t>
    </dgm:pt>
    <dgm:pt modelId="{1ACA6915-470B-4DC5-BAFC-FFF6376EF973}" type="parTrans" cxnId="{7D3B9FCC-E8DA-475B-B4C5-B246292702E9}">
      <dgm:prSet/>
      <dgm:spPr/>
      <dgm:t>
        <a:bodyPr/>
        <a:lstStyle/>
        <a:p>
          <a:endParaRPr lang="en-US"/>
        </a:p>
      </dgm:t>
    </dgm:pt>
    <dgm:pt modelId="{8F4309E2-C145-4845-B1CC-24A4FC7DE2B6}" type="sibTrans" cxnId="{7D3B9FCC-E8DA-475B-B4C5-B246292702E9}">
      <dgm:prSet/>
      <dgm:spPr/>
      <dgm:t>
        <a:bodyPr/>
        <a:lstStyle/>
        <a:p>
          <a:endParaRPr lang="en-US"/>
        </a:p>
      </dgm:t>
    </dgm:pt>
    <dgm:pt modelId="{3FB56D70-F1B5-493F-922C-401E4EC0E558}">
      <dgm:prSet/>
      <dgm:spPr/>
      <dgm:t>
        <a:bodyPr/>
        <a:lstStyle/>
        <a:p>
          <a:r>
            <a:rPr lang="en-US" b="1"/>
            <a:t>Major Insight</a:t>
          </a:r>
          <a:endParaRPr lang="en-US"/>
        </a:p>
      </dgm:t>
    </dgm:pt>
    <dgm:pt modelId="{C1EAD347-9D3E-4172-A794-413365AA3A42}" type="parTrans" cxnId="{513BCA5D-E830-4B2A-B580-387C5500F09E}">
      <dgm:prSet/>
      <dgm:spPr/>
      <dgm:t>
        <a:bodyPr/>
        <a:lstStyle/>
        <a:p>
          <a:endParaRPr lang="en-US"/>
        </a:p>
      </dgm:t>
    </dgm:pt>
    <dgm:pt modelId="{4FD07372-60B4-4CA9-B0A5-F97C7C7BF0E4}" type="sibTrans" cxnId="{513BCA5D-E830-4B2A-B580-387C5500F09E}">
      <dgm:prSet/>
      <dgm:spPr/>
      <dgm:t>
        <a:bodyPr/>
        <a:lstStyle/>
        <a:p>
          <a:endParaRPr lang="en-US"/>
        </a:p>
      </dgm:t>
    </dgm:pt>
    <dgm:pt modelId="{1965A238-61EF-44AD-A7D2-AE8439BA7C19}">
      <dgm:prSet/>
      <dgm:spPr/>
      <dgm:t>
        <a:bodyPr/>
        <a:lstStyle/>
        <a:p>
          <a:r>
            <a:rPr lang="en-US" dirty="0"/>
            <a:t>The strongest clustering signal in the dataset was Wine type. </a:t>
          </a:r>
        </a:p>
      </dgm:t>
    </dgm:pt>
    <dgm:pt modelId="{1C34E63F-A1AC-4BEA-B540-56B2410E09FC}" type="parTrans" cxnId="{1CD7FC90-F8DA-4C59-BC81-63D1F4A991C9}">
      <dgm:prSet/>
      <dgm:spPr/>
      <dgm:t>
        <a:bodyPr/>
        <a:lstStyle/>
        <a:p>
          <a:endParaRPr lang="en-US"/>
        </a:p>
      </dgm:t>
    </dgm:pt>
    <dgm:pt modelId="{644586C8-6250-468E-94DC-9F7AE8AB2F00}" type="sibTrans" cxnId="{1CD7FC90-F8DA-4C59-BC81-63D1F4A991C9}">
      <dgm:prSet/>
      <dgm:spPr/>
      <dgm:t>
        <a:bodyPr/>
        <a:lstStyle/>
        <a:p>
          <a:endParaRPr lang="en-US"/>
        </a:p>
      </dgm:t>
    </dgm:pt>
    <dgm:pt modelId="{BC421706-641B-4A98-9B48-0B35E6FA4B4D}">
      <dgm:prSet/>
      <dgm:spPr/>
      <dgm:t>
        <a:bodyPr/>
        <a:lstStyle/>
        <a:p>
          <a:r>
            <a:rPr lang="en-US" dirty="0"/>
            <a:t>Additional evidence suggested nested subgroup structure within both populations.</a:t>
          </a:r>
        </a:p>
      </dgm:t>
    </dgm:pt>
    <dgm:pt modelId="{915CF1F2-9E07-4580-9CAA-87D0C34263F8}" type="parTrans" cxnId="{8D54B265-4E9E-4324-855A-199DA036C617}">
      <dgm:prSet/>
      <dgm:spPr/>
      <dgm:t>
        <a:bodyPr/>
        <a:lstStyle/>
        <a:p>
          <a:endParaRPr lang="en-US"/>
        </a:p>
      </dgm:t>
    </dgm:pt>
    <dgm:pt modelId="{2C5675E5-F9C4-4D13-9380-C289CD7D156E}" type="sibTrans" cxnId="{8D54B265-4E9E-4324-855A-199DA036C617}">
      <dgm:prSet/>
      <dgm:spPr/>
      <dgm:t>
        <a:bodyPr/>
        <a:lstStyle/>
        <a:p>
          <a:endParaRPr lang="en-US"/>
        </a:p>
      </dgm:t>
    </dgm:pt>
    <dgm:pt modelId="{A0A77448-8700-4436-B81E-B9AF2C4E8E77}">
      <dgm:prSet/>
      <dgm:spPr/>
      <dgm:t>
        <a:bodyPr/>
        <a:lstStyle/>
        <a:p>
          <a:r>
            <a:rPr lang="en-US" b="1"/>
            <a:t>Conclusion</a:t>
          </a:r>
          <a:endParaRPr lang="en-US"/>
        </a:p>
      </dgm:t>
    </dgm:pt>
    <dgm:pt modelId="{72F73468-6322-4041-961F-E3991391D35E}" type="parTrans" cxnId="{8C42746A-B5C6-4565-855D-CAE729471FD7}">
      <dgm:prSet/>
      <dgm:spPr/>
      <dgm:t>
        <a:bodyPr/>
        <a:lstStyle/>
        <a:p>
          <a:endParaRPr lang="en-US"/>
        </a:p>
      </dgm:t>
    </dgm:pt>
    <dgm:pt modelId="{D1CA5C33-0AD0-4960-894E-C2C6780EC7E4}" type="sibTrans" cxnId="{8C42746A-B5C6-4565-855D-CAE729471FD7}">
      <dgm:prSet/>
      <dgm:spPr/>
      <dgm:t>
        <a:bodyPr/>
        <a:lstStyle/>
        <a:p>
          <a:endParaRPr lang="en-US"/>
        </a:p>
      </dgm:t>
    </dgm:pt>
    <dgm:pt modelId="{136CF3E8-2423-462F-8556-81A329380F6B}">
      <dgm:prSet/>
      <dgm:spPr/>
      <dgm:t>
        <a:bodyPr/>
        <a:lstStyle/>
        <a:p>
          <a:r>
            <a:rPr lang="en-US"/>
            <a:t>Multiple clustering methods independently identified wine type as the dominant source of variation within the dataset, while hierarchical clustering provided the most interpretable representation of wine population structure.</a:t>
          </a:r>
        </a:p>
      </dgm:t>
    </dgm:pt>
    <dgm:pt modelId="{9271970C-B9EA-449B-BF82-55E1F12EF7B1}" type="parTrans" cxnId="{EA89907F-812C-45A8-BD8F-9A4B51FE558C}">
      <dgm:prSet/>
      <dgm:spPr/>
      <dgm:t>
        <a:bodyPr/>
        <a:lstStyle/>
        <a:p>
          <a:endParaRPr lang="en-US"/>
        </a:p>
      </dgm:t>
    </dgm:pt>
    <dgm:pt modelId="{49998D28-8CB1-4D50-AF75-34404EE18A61}" type="sibTrans" cxnId="{EA89907F-812C-45A8-BD8F-9A4B51FE558C}">
      <dgm:prSet/>
      <dgm:spPr/>
      <dgm:t>
        <a:bodyPr/>
        <a:lstStyle/>
        <a:p>
          <a:endParaRPr lang="en-US"/>
        </a:p>
      </dgm:t>
    </dgm:pt>
    <dgm:pt modelId="{6BA246DF-7BBD-43B4-A9B3-B1292520A393}">
      <dgm:prSet/>
      <dgm:spPr/>
      <dgm:t>
        <a:bodyPr/>
        <a:lstStyle/>
        <a:p>
          <a:r>
            <a:rPr lang="en-US" dirty="0"/>
            <a:t>Strongest cluster was Red Wines vs. White Wines</a:t>
          </a:r>
        </a:p>
      </dgm:t>
    </dgm:pt>
    <dgm:pt modelId="{2DBC21A7-0069-4565-92F4-6F5407CBA431}" type="parTrans" cxnId="{76DD7E6C-ECA4-4704-9369-67B3986127CC}">
      <dgm:prSet/>
      <dgm:spPr/>
      <dgm:t>
        <a:bodyPr/>
        <a:lstStyle/>
        <a:p>
          <a:endParaRPr lang="en-US"/>
        </a:p>
      </dgm:t>
    </dgm:pt>
    <dgm:pt modelId="{398312A9-EA6A-4BDC-BEF1-7159FBDBC0C8}" type="sibTrans" cxnId="{76DD7E6C-ECA4-4704-9369-67B3986127CC}">
      <dgm:prSet/>
      <dgm:spPr/>
      <dgm:t>
        <a:bodyPr/>
        <a:lstStyle/>
        <a:p>
          <a:endParaRPr lang="en-US"/>
        </a:p>
      </dgm:t>
    </dgm:pt>
    <dgm:pt modelId="{247010E2-6B87-45A8-A1C1-BB4A794A1474}" type="pres">
      <dgm:prSet presAssocID="{F074DE0F-82F7-41E6-84EF-1D5836E21C4B}" presName="Name0" presStyleCnt="0">
        <dgm:presLayoutVars>
          <dgm:dir/>
          <dgm:animLvl val="lvl"/>
          <dgm:resizeHandles val="exact"/>
        </dgm:presLayoutVars>
      </dgm:prSet>
      <dgm:spPr/>
    </dgm:pt>
    <dgm:pt modelId="{560AC2B1-1781-43DC-AD1B-002E424342C6}" type="pres">
      <dgm:prSet presAssocID="{83AEFF0A-1A67-4110-A1B4-0421A7A6D163}" presName="composite" presStyleCnt="0"/>
      <dgm:spPr/>
    </dgm:pt>
    <dgm:pt modelId="{4A5C1F84-8299-47E5-AB47-7EDADBF332FA}" type="pres">
      <dgm:prSet presAssocID="{83AEFF0A-1A67-4110-A1B4-0421A7A6D16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BD3F678D-7BDF-4401-B707-5179BBFE2885}" type="pres">
      <dgm:prSet presAssocID="{83AEFF0A-1A67-4110-A1B4-0421A7A6D163}" presName="desTx" presStyleLbl="alignAccFollowNode1" presStyleIdx="0" presStyleCnt="5">
        <dgm:presLayoutVars>
          <dgm:bulletEnabled val="1"/>
        </dgm:presLayoutVars>
      </dgm:prSet>
      <dgm:spPr/>
    </dgm:pt>
    <dgm:pt modelId="{BDE505B2-9EB5-4742-ABFF-7721AA42BA6D}" type="pres">
      <dgm:prSet presAssocID="{1E8C019E-E10D-4527-A84C-603AEB4BB3E2}" presName="space" presStyleCnt="0"/>
      <dgm:spPr/>
    </dgm:pt>
    <dgm:pt modelId="{8842DE4F-527D-4EE8-B04D-1298E36E0629}" type="pres">
      <dgm:prSet presAssocID="{620B6DC1-4EB7-410B-B5F7-8E473A958B24}" presName="composite" presStyleCnt="0"/>
      <dgm:spPr/>
    </dgm:pt>
    <dgm:pt modelId="{E5D8C5E3-8192-4E0C-BBE3-8E2FE792AE5F}" type="pres">
      <dgm:prSet presAssocID="{620B6DC1-4EB7-410B-B5F7-8E473A958B2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3E4EEA9-3FF5-441B-A006-EA1C97A4D276}" type="pres">
      <dgm:prSet presAssocID="{620B6DC1-4EB7-410B-B5F7-8E473A958B24}" presName="desTx" presStyleLbl="alignAccFollowNode1" presStyleIdx="1" presStyleCnt="5">
        <dgm:presLayoutVars>
          <dgm:bulletEnabled val="1"/>
        </dgm:presLayoutVars>
      </dgm:prSet>
      <dgm:spPr/>
    </dgm:pt>
    <dgm:pt modelId="{5913100C-CCFA-41FE-BD70-5ED2F027CE9B}" type="pres">
      <dgm:prSet presAssocID="{5FBF6892-0B0C-481E-A149-15C438CDD945}" presName="space" presStyleCnt="0"/>
      <dgm:spPr/>
    </dgm:pt>
    <dgm:pt modelId="{8927AEE5-09C0-4612-AE5D-4C117E366B25}" type="pres">
      <dgm:prSet presAssocID="{1B37C29B-7F9D-4EF0-A275-E0AF18FE01A2}" presName="composite" presStyleCnt="0"/>
      <dgm:spPr/>
    </dgm:pt>
    <dgm:pt modelId="{5E5DEEE8-F351-4504-9A81-B1C10FD60649}" type="pres">
      <dgm:prSet presAssocID="{1B37C29B-7F9D-4EF0-A275-E0AF18FE01A2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16D3D7DC-660A-4B9B-8B2C-BD75B26AB2F6}" type="pres">
      <dgm:prSet presAssocID="{1B37C29B-7F9D-4EF0-A275-E0AF18FE01A2}" presName="desTx" presStyleLbl="alignAccFollowNode1" presStyleIdx="2" presStyleCnt="5">
        <dgm:presLayoutVars>
          <dgm:bulletEnabled val="1"/>
        </dgm:presLayoutVars>
      </dgm:prSet>
      <dgm:spPr/>
    </dgm:pt>
    <dgm:pt modelId="{A5052165-7103-47DC-91DE-27B561FB0906}" type="pres">
      <dgm:prSet presAssocID="{200E9F10-1E9F-4524-9D83-1E9B155682E2}" presName="space" presStyleCnt="0"/>
      <dgm:spPr/>
    </dgm:pt>
    <dgm:pt modelId="{E23EADB6-BB65-4B79-AC3C-8FD58963FC22}" type="pres">
      <dgm:prSet presAssocID="{3FB56D70-F1B5-493F-922C-401E4EC0E558}" presName="composite" presStyleCnt="0"/>
      <dgm:spPr/>
    </dgm:pt>
    <dgm:pt modelId="{99F51B5E-3246-4C0C-8C3A-84229B524EF2}" type="pres">
      <dgm:prSet presAssocID="{3FB56D70-F1B5-493F-922C-401E4EC0E55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86647B91-7CCD-4FE0-97C4-57BB3479AF44}" type="pres">
      <dgm:prSet presAssocID="{3FB56D70-F1B5-493F-922C-401E4EC0E558}" presName="desTx" presStyleLbl="alignAccFollowNode1" presStyleIdx="3" presStyleCnt="5">
        <dgm:presLayoutVars>
          <dgm:bulletEnabled val="1"/>
        </dgm:presLayoutVars>
      </dgm:prSet>
      <dgm:spPr/>
    </dgm:pt>
    <dgm:pt modelId="{474A16C9-95D1-4668-AA1F-19DB45028FF9}" type="pres">
      <dgm:prSet presAssocID="{4FD07372-60B4-4CA9-B0A5-F97C7C7BF0E4}" presName="space" presStyleCnt="0"/>
      <dgm:spPr/>
    </dgm:pt>
    <dgm:pt modelId="{E3971731-9DEB-4670-B53F-E611C7A4951B}" type="pres">
      <dgm:prSet presAssocID="{A0A77448-8700-4436-B81E-B9AF2C4E8E77}" presName="composite" presStyleCnt="0"/>
      <dgm:spPr/>
    </dgm:pt>
    <dgm:pt modelId="{3C67114E-F8D4-478A-9C3D-18EE40EE58C0}" type="pres">
      <dgm:prSet presAssocID="{A0A77448-8700-4436-B81E-B9AF2C4E8E77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69E1CC0D-8888-4DEB-B6B5-2BC2C9873A8C}" type="pres">
      <dgm:prSet presAssocID="{A0A77448-8700-4436-B81E-B9AF2C4E8E77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2C097600-FA3B-4575-B723-2385ED4B3C62}" type="presOf" srcId="{95967F68-93B3-4FDC-A8D8-A53F4085A87C}" destId="{D3E4EEA9-3FF5-441B-A006-EA1C97A4D276}" srcOrd="0" destOrd="0" presId="urn:microsoft.com/office/officeart/2005/8/layout/hList1"/>
    <dgm:cxn modelId="{AB19AD07-C60A-4B43-AF52-76CE55CBCF79}" type="presOf" srcId="{3F6DA7B9-07D1-4BE0-98B2-FCDF4A8EF18E}" destId="{16D3D7DC-660A-4B9B-8B2C-BD75B26AB2F6}" srcOrd="0" destOrd="2" presId="urn:microsoft.com/office/officeart/2005/8/layout/hList1"/>
    <dgm:cxn modelId="{BF23FB10-4EC9-4CF7-963F-E1683BFB45D7}" srcId="{620B6DC1-4EB7-410B-B5F7-8E473A958B24}" destId="{CBEBBE51-73AA-46B8-8F98-213FB9F35501}" srcOrd="1" destOrd="0" parTransId="{68F21897-0D0C-4249-8DB9-81F1260D570B}" sibTransId="{2146EE5F-9789-4B1A-8169-038245673BBF}"/>
    <dgm:cxn modelId="{A3E56214-821B-4FAD-8F3E-05230E98C28C}" srcId="{1B37C29B-7F9D-4EF0-A275-E0AF18FE01A2}" destId="{16342EEF-04CE-4C06-A1B3-DF8FB173F390}" srcOrd="1" destOrd="0" parTransId="{A13A3F81-462E-4503-8208-1C19D64306A1}" sibTransId="{0E892387-C89E-49D7-B608-4A002C6FD2EE}"/>
    <dgm:cxn modelId="{69F1F11D-5A86-4C29-951D-3370B03A4AFF}" type="presOf" srcId="{3FB56D70-F1B5-493F-922C-401E4EC0E558}" destId="{99F51B5E-3246-4C0C-8C3A-84229B524EF2}" srcOrd="0" destOrd="0" presId="urn:microsoft.com/office/officeart/2005/8/layout/hList1"/>
    <dgm:cxn modelId="{C0B4D42A-B1E9-4A0E-8F30-5A44D28DFB0A}" srcId="{1B37C29B-7F9D-4EF0-A275-E0AF18FE01A2}" destId="{3F6DA7B9-07D1-4BE0-98B2-FCDF4A8EF18E}" srcOrd="2" destOrd="0" parTransId="{2C396972-BE12-4F3B-BA18-BBA5D2829C53}" sibTransId="{0B16682E-43B3-4E5E-AA24-9F79820B2BCF}"/>
    <dgm:cxn modelId="{D92E5333-927B-4881-AD6F-132AF11CED4F}" type="presOf" srcId="{8BC0E11E-25CB-4390-9517-DFDDB4EBE58C}" destId="{16D3D7DC-660A-4B9B-8B2C-BD75B26AB2F6}" srcOrd="0" destOrd="0" presId="urn:microsoft.com/office/officeart/2005/8/layout/hList1"/>
    <dgm:cxn modelId="{059D1A34-79F2-4EBD-999F-670A0349B469}" srcId="{F074DE0F-82F7-41E6-84EF-1D5836E21C4B}" destId="{1B37C29B-7F9D-4EF0-A275-E0AF18FE01A2}" srcOrd="2" destOrd="0" parTransId="{4E3F6482-C3F8-4432-80F6-F6BA2CE313FD}" sibTransId="{200E9F10-1E9F-4524-9D83-1E9B155682E2}"/>
    <dgm:cxn modelId="{513BCA5D-E830-4B2A-B580-387C5500F09E}" srcId="{F074DE0F-82F7-41E6-84EF-1D5836E21C4B}" destId="{3FB56D70-F1B5-493F-922C-401E4EC0E558}" srcOrd="3" destOrd="0" parTransId="{C1EAD347-9D3E-4172-A794-413365AA3A42}" sibTransId="{4FD07372-60B4-4CA9-B0A5-F97C7C7BF0E4}"/>
    <dgm:cxn modelId="{A849B261-13EA-4B6A-93C9-7BCC86C7170B}" type="presOf" srcId="{620B6DC1-4EB7-410B-B5F7-8E473A958B24}" destId="{E5D8C5E3-8192-4E0C-BBE3-8E2FE792AE5F}" srcOrd="0" destOrd="0" presId="urn:microsoft.com/office/officeart/2005/8/layout/hList1"/>
    <dgm:cxn modelId="{0266AF45-212D-4BFF-B484-86B07804968F}" type="presOf" srcId="{6BA246DF-7BBD-43B4-A9B3-B1292520A393}" destId="{86647B91-7CCD-4FE0-97C4-57BB3479AF44}" srcOrd="0" destOrd="1" presId="urn:microsoft.com/office/officeart/2005/8/layout/hList1"/>
    <dgm:cxn modelId="{8D54B265-4E9E-4324-855A-199DA036C617}" srcId="{3FB56D70-F1B5-493F-922C-401E4EC0E558}" destId="{BC421706-641B-4A98-9B48-0B35E6FA4B4D}" srcOrd="2" destOrd="0" parTransId="{915CF1F2-9E07-4580-9CAA-87D0C34263F8}" sibTransId="{2C5675E5-F9C4-4D13-9380-C289CD7D156E}"/>
    <dgm:cxn modelId="{F2E56A66-B59A-491E-B406-47CAFF6D1387}" type="presOf" srcId="{CBEBBE51-73AA-46B8-8F98-213FB9F35501}" destId="{D3E4EEA9-3FF5-441B-A006-EA1C97A4D276}" srcOrd="0" destOrd="1" presId="urn:microsoft.com/office/officeart/2005/8/layout/hList1"/>
    <dgm:cxn modelId="{BAD8624A-98C1-4D95-94DE-C744F7DAFE0A}" type="presOf" srcId="{16342EEF-04CE-4C06-A1B3-DF8FB173F390}" destId="{16D3D7DC-660A-4B9B-8B2C-BD75B26AB2F6}" srcOrd="0" destOrd="1" presId="urn:microsoft.com/office/officeart/2005/8/layout/hList1"/>
    <dgm:cxn modelId="{8C42746A-B5C6-4565-855D-CAE729471FD7}" srcId="{F074DE0F-82F7-41E6-84EF-1D5836E21C4B}" destId="{A0A77448-8700-4436-B81E-B9AF2C4E8E77}" srcOrd="4" destOrd="0" parTransId="{72F73468-6322-4041-961F-E3991391D35E}" sibTransId="{D1CA5C33-0AD0-4960-894E-C2C6780EC7E4}"/>
    <dgm:cxn modelId="{1C85044B-CFB7-4D44-BE3C-C133FFCC5221}" type="presOf" srcId="{B6F4DB8B-27A4-4F1C-85AF-DC7036C18E5F}" destId="{BD3F678D-7BDF-4401-B707-5179BBFE2885}" srcOrd="0" destOrd="0" presId="urn:microsoft.com/office/officeart/2005/8/layout/hList1"/>
    <dgm:cxn modelId="{76DD7E6C-ECA4-4704-9369-67B3986127CC}" srcId="{3FB56D70-F1B5-493F-922C-401E4EC0E558}" destId="{6BA246DF-7BBD-43B4-A9B3-B1292520A393}" srcOrd="1" destOrd="0" parTransId="{2DBC21A7-0069-4565-92F4-6F5407CBA431}" sibTransId="{398312A9-EA6A-4BDC-BEF1-7159FBDBC0C8}"/>
    <dgm:cxn modelId="{3C958752-2BF7-4FB7-8AEB-3C1CF8E1956C}" type="presOf" srcId="{8869203E-698E-42F5-ADD2-3A5397B37710}" destId="{16D3D7DC-660A-4B9B-8B2C-BD75B26AB2F6}" srcOrd="0" destOrd="3" presId="urn:microsoft.com/office/officeart/2005/8/layout/hList1"/>
    <dgm:cxn modelId="{860E4459-2863-4D45-BFFC-76AD8FE08FEA}" srcId="{620B6DC1-4EB7-410B-B5F7-8E473A958B24}" destId="{F06A652C-53C5-4E1D-B719-192022121538}" srcOrd="2" destOrd="0" parTransId="{BD355891-74C7-485A-B9E4-E83CBAB4B3B6}" sibTransId="{637D4A48-60F8-4695-B92E-B9478428FF90}"/>
    <dgm:cxn modelId="{96FD9B79-00EF-4422-9D44-FE8F78E2FD8E}" srcId="{83AEFF0A-1A67-4110-A1B4-0421A7A6D163}" destId="{B6F4DB8B-27A4-4F1C-85AF-DC7036C18E5F}" srcOrd="0" destOrd="0" parTransId="{44D4807B-4010-4245-8EA4-99C582D66B8C}" sibTransId="{B66989B3-095A-4CE7-852B-524BCACC806C}"/>
    <dgm:cxn modelId="{EA89907F-812C-45A8-BD8F-9A4B51FE558C}" srcId="{A0A77448-8700-4436-B81E-B9AF2C4E8E77}" destId="{136CF3E8-2423-462F-8556-81A329380F6B}" srcOrd="0" destOrd="0" parTransId="{9271970C-B9EA-449B-BF82-55E1F12EF7B1}" sibTransId="{49998D28-8CB1-4D50-AF75-34404EE18A61}"/>
    <dgm:cxn modelId="{750C7888-F34F-4227-A958-542A7B833A63}" type="presOf" srcId="{136CF3E8-2423-462F-8556-81A329380F6B}" destId="{69E1CC0D-8888-4DEB-B6B5-2BC2C9873A8C}" srcOrd="0" destOrd="0" presId="urn:microsoft.com/office/officeart/2005/8/layout/hList1"/>
    <dgm:cxn modelId="{B7BF258F-52AA-464C-92AC-79B5E83E1E0A}" type="presOf" srcId="{BC421706-641B-4A98-9B48-0B35E6FA4B4D}" destId="{86647B91-7CCD-4FE0-97C4-57BB3479AF44}" srcOrd="0" destOrd="2" presId="urn:microsoft.com/office/officeart/2005/8/layout/hList1"/>
    <dgm:cxn modelId="{1CD7FC90-F8DA-4C59-BC81-63D1F4A991C9}" srcId="{3FB56D70-F1B5-493F-922C-401E4EC0E558}" destId="{1965A238-61EF-44AD-A7D2-AE8439BA7C19}" srcOrd="0" destOrd="0" parTransId="{1C34E63F-A1AC-4BEA-B540-56B2410E09FC}" sibTransId="{644586C8-6250-468E-94DC-9F7AE8AB2F00}"/>
    <dgm:cxn modelId="{B6BA9499-9DFE-46B3-B696-CD900F2BB493}" type="presOf" srcId="{F074DE0F-82F7-41E6-84EF-1D5836E21C4B}" destId="{247010E2-6B87-45A8-A1C1-BB4A794A1474}" srcOrd="0" destOrd="0" presId="urn:microsoft.com/office/officeart/2005/8/layout/hList1"/>
    <dgm:cxn modelId="{6AAB91A1-CAB5-437C-80C3-4FEA5065B4B8}" srcId="{F074DE0F-82F7-41E6-84EF-1D5836E21C4B}" destId="{620B6DC1-4EB7-410B-B5F7-8E473A958B24}" srcOrd="1" destOrd="0" parTransId="{C48F4E36-2A18-4F4F-AD84-7EDE465A6A78}" sibTransId="{5FBF6892-0B0C-481E-A149-15C438CDD945}"/>
    <dgm:cxn modelId="{CFC7B7A4-8BB0-4BE6-A0A6-0EB8F5911805}" type="presOf" srcId="{CEA0D14A-005D-4CF3-8C6F-48A7B71289EF}" destId="{D3E4EEA9-3FF5-441B-A006-EA1C97A4D276}" srcOrd="0" destOrd="3" presId="urn:microsoft.com/office/officeart/2005/8/layout/hList1"/>
    <dgm:cxn modelId="{EB2BDEA5-A0B2-40F6-BC21-A794BA9E1F39}" srcId="{1B37C29B-7F9D-4EF0-A275-E0AF18FE01A2}" destId="{8BC0E11E-25CB-4390-9517-DFDDB4EBE58C}" srcOrd="0" destOrd="0" parTransId="{C1AC3A0A-6C3D-47EA-AE02-3380CB3A11F7}" sibTransId="{777868C4-2031-406F-915B-45815A0F818F}"/>
    <dgm:cxn modelId="{DF469CA8-1780-4CB1-B003-C6AAF978044F}" type="presOf" srcId="{A0A77448-8700-4436-B81E-B9AF2C4E8E77}" destId="{3C67114E-F8D4-478A-9C3D-18EE40EE58C0}" srcOrd="0" destOrd="0" presId="urn:microsoft.com/office/officeart/2005/8/layout/hList1"/>
    <dgm:cxn modelId="{EA102FBA-E477-4421-B600-3C7804525D42}" type="presOf" srcId="{3B834BA8-4F3A-4AA5-81AF-7C8062CC7E4A}" destId="{D3E4EEA9-3FF5-441B-A006-EA1C97A4D276}" srcOrd="0" destOrd="4" presId="urn:microsoft.com/office/officeart/2005/8/layout/hList1"/>
    <dgm:cxn modelId="{D9BE3FBD-1EC8-40E4-B359-3D26FD16492A}" srcId="{620B6DC1-4EB7-410B-B5F7-8E473A958B24}" destId="{95967F68-93B3-4FDC-A8D8-A53F4085A87C}" srcOrd="0" destOrd="0" parTransId="{2670DA84-30F5-4A36-AA08-D6EC22B90AC6}" sibTransId="{F8CBBCB0-5778-4BD7-B126-4F933DA58339}"/>
    <dgm:cxn modelId="{61D7ADC2-9C18-458F-B320-3E9000F4B928}" type="presOf" srcId="{1B37C29B-7F9D-4EF0-A275-E0AF18FE01A2}" destId="{5E5DEEE8-F351-4504-9A81-B1C10FD60649}" srcOrd="0" destOrd="0" presId="urn:microsoft.com/office/officeart/2005/8/layout/hList1"/>
    <dgm:cxn modelId="{75EF30CC-5056-49FD-A492-9CA35A9CDDC2}" type="presOf" srcId="{1965A238-61EF-44AD-A7D2-AE8439BA7C19}" destId="{86647B91-7CCD-4FE0-97C4-57BB3479AF44}" srcOrd="0" destOrd="0" presId="urn:microsoft.com/office/officeart/2005/8/layout/hList1"/>
    <dgm:cxn modelId="{7D3B9FCC-E8DA-475B-B4C5-B246292702E9}" srcId="{1B37C29B-7F9D-4EF0-A275-E0AF18FE01A2}" destId="{8869203E-698E-42F5-ADD2-3A5397B37710}" srcOrd="3" destOrd="0" parTransId="{1ACA6915-470B-4DC5-BAFC-FFF6376EF973}" sibTransId="{8F4309E2-C145-4845-B1CC-24A4FC7DE2B6}"/>
    <dgm:cxn modelId="{1DA4D0CE-E7B5-47F1-B694-CB6F5C45DB35}" type="presOf" srcId="{F06A652C-53C5-4E1D-B719-192022121538}" destId="{D3E4EEA9-3FF5-441B-A006-EA1C97A4D276}" srcOrd="0" destOrd="2" presId="urn:microsoft.com/office/officeart/2005/8/layout/hList1"/>
    <dgm:cxn modelId="{72A829D0-64E0-4B5D-861B-3DEC1D1C3618}" srcId="{620B6DC1-4EB7-410B-B5F7-8E473A958B24}" destId="{CEA0D14A-005D-4CF3-8C6F-48A7B71289EF}" srcOrd="3" destOrd="0" parTransId="{C636AAC3-8BE0-43FD-9ED0-4D1EAD171414}" sibTransId="{004DA79D-9D64-458A-9A54-D380C2FA5D28}"/>
    <dgm:cxn modelId="{63F890D0-E5CF-4666-81E9-3B0B1AB90113}" srcId="{F074DE0F-82F7-41E6-84EF-1D5836E21C4B}" destId="{83AEFF0A-1A67-4110-A1B4-0421A7A6D163}" srcOrd="0" destOrd="0" parTransId="{08929F7B-49CD-4458-B1C6-7007A3ED744D}" sibTransId="{1E8C019E-E10D-4527-A84C-603AEB4BB3E2}"/>
    <dgm:cxn modelId="{D4A48FDB-DDE2-4B37-8A9A-49C65E6F5D36}" type="presOf" srcId="{83AEFF0A-1A67-4110-A1B4-0421A7A6D163}" destId="{4A5C1F84-8299-47E5-AB47-7EDADBF332FA}" srcOrd="0" destOrd="0" presId="urn:microsoft.com/office/officeart/2005/8/layout/hList1"/>
    <dgm:cxn modelId="{13AD24F5-566F-4F7E-851F-0DD60FF9AA07}" srcId="{620B6DC1-4EB7-410B-B5F7-8E473A958B24}" destId="{3B834BA8-4F3A-4AA5-81AF-7C8062CC7E4A}" srcOrd="4" destOrd="0" parTransId="{108C3F8A-A0E1-4371-B00E-A2EDF5F14972}" sibTransId="{640F79DE-068F-474F-9469-C4752FB82769}"/>
    <dgm:cxn modelId="{7A088A46-60EF-4006-9A95-37744578ECF3}" type="presParOf" srcId="{247010E2-6B87-45A8-A1C1-BB4A794A1474}" destId="{560AC2B1-1781-43DC-AD1B-002E424342C6}" srcOrd="0" destOrd="0" presId="urn:microsoft.com/office/officeart/2005/8/layout/hList1"/>
    <dgm:cxn modelId="{CD84045A-010E-47F3-B91C-E84D924E20AD}" type="presParOf" srcId="{560AC2B1-1781-43DC-AD1B-002E424342C6}" destId="{4A5C1F84-8299-47E5-AB47-7EDADBF332FA}" srcOrd="0" destOrd="0" presId="urn:microsoft.com/office/officeart/2005/8/layout/hList1"/>
    <dgm:cxn modelId="{4C555005-508A-4785-830B-F5CD479E0FCF}" type="presParOf" srcId="{560AC2B1-1781-43DC-AD1B-002E424342C6}" destId="{BD3F678D-7BDF-4401-B707-5179BBFE2885}" srcOrd="1" destOrd="0" presId="urn:microsoft.com/office/officeart/2005/8/layout/hList1"/>
    <dgm:cxn modelId="{3AA9016E-D675-4197-8134-E8C933A9DB59}" type="presParOf" srcId="{247010E2-6B87-45A8-A1C1-BB4A794A1474}" destId="{BDE505B2-9EB5-4742-ABFF-7721AA42BA6D}" srcOrd="1" destOrd="0" presId="urn:microsoft.com/office/officeart/2005/8/layout/hList1"/>
    <dgm:cxn modelId="{DD279DA0-D18E-469A-924B-86BCEA1D20AC}" type="presParOf" srcId="{247010E2-6B87-45A8-A1C1-BB4A794A1474}" destId="{8842DE4F-527D-4EE8-B04D-1298E36E0629}" srcOrd="2" destOrd="0" presId="urn:microsoft.com/office/officeart/2005/8/layout/hList1"/>
    <dgm:cxn modelId="{79B32430-DF17-4A09-8A89-96EB293D5C2B}" type="presParOf" srcId="{8842DE4F-527D-4EE8-B04D-1298E36E0629}" destId="{E5D8C5E3-8192-4E0C-BBE3-8E2FE792AE5F}" srcOrd="0" destOrd="0" presId="urn:microsoft.com/office/officeart/2005/8/layout/hList1"/>
    <dgm:cxn modelId="{BEB752AC-306A-48CF-8EED-0B2F392264D1}" type="presParOf" srcId="{8842DE4F-527D-4EE8-B04D-1298E36E0629}" destId="{D3E4EEA9-3FF5-441B-A006-EA1C97A4D276}" srcOrd="1" destOrd="0" presId="urn:microsoft.com/office/officeart/2005/8/layout/hList1"/>
    <dgm:cxn modelId="{D5BFA334-1AD4-494B-A38B-540EEAE415B1}" type="presParOf" srcId="{247010E2-6B87-45A8-A1C1-BB4A794A1474}" destId="{5913100C-CCFA-41FE-BD70-5ED2F027CE9B}" srcOrd="3" destOrd="0" presId="urn:microsoft.com/office/officeart/2005/8/layout/hList1"/>
    <dgm:cxn modelId="{EE6D9F9D-01FB-4AF3-BF14-1D071FA7957A}" type="presParOf" srcId="{247010E2-6B87-45A8-A1C1-BB4A794A1474}" destId="{8927AEE5-09C0-4612-AE5D-4C117E366B25}" srcOrd="4" destOrd="0" presId="urn:microsoft.com/office/officeart/2005/8/layout/hList1"/>
    <dgm:cxn modelId="{8ADF8971-8679-4EDF-8695-17FA7268162B}" type="presParOf" srcId="{8927AEE5-09C0-4612-AE5D-4C117E366B25}" destId="{5E5DEEE8-F351-4504-9A81-B1C10FD60649}" srcOrd="0" destOrd="0" presId="urn:microsoft.com/office/officeart/2005/8/layout/hList1"/>
    <dgm:cxn modelId="{DF340ABA-9A57-46EC-91A8-3F6900BFED80}" type="presParOf" srcId="{8927AEE5-09C0-4612-AE5D-4C117E366B25}" destId="{16D3D7DC-660A-4B9B-8B2C-BD75B26AB2F6}" srcOrd="1" destOrd="0" presId="urn:microsoft.com/office/officeart/2005/8/layout/hList1"/>
    <dgm:cxn modelId="{1C52CBE6-BDE1-4243-9165-28CD8E31584A}" type="presParOf" srcId="{247010E2-6B87-45A8-A1C1-BB4A794A1474}" destId="{A5052165-7103-47DC-91DE-27B561FB0906}" srcOrd="5" destOrd="0" presId="urn:microsoft.com/office/officeart/2005/8/layout/hList1"/>
    <dgm:cxn modelId="{0FFF2B7E-540E-41EF-A676-4EC8E70E307B}" type="presParOf" srcId="{247010E2-6B87-45A8-A1C1-BB4A794A1474}" destId="{E23EADB6-BB65-4B79-AC3C-8FD58963FC22}" srcOrd="6" destOrd="0" presId="urn:microsoft.com/office/officeart/2005/8/layout/hList1"/>
    <dgm:cxn modelId="{EDC8CA4D-27A1-4256-A100-1D879AB143A0}" type="presParOf" srcId="{E23EADB6-BB65-4B79-AC3C-8FD58963FC22}" destId="{99F51B5E-3246-4C0C-8C3A-84229B524EF2}" srcOrd="0" destOrd="0" presId="urn:microsoft.com/office/officeart/2005/8/layout/hList1"/>
    <dgm:cxn modelId="{6C5F4BC7-7837-4C77-B79F-9A97699353A0}" type="presParOf" srcId="{E23EADB6-BB65-4B79-AC3C-8FD58963FC22}" destId="{86647B91-7CCD-4FE0-97C4-57BB3479AF44}" srcOrd="1" destOrd="0" presId="urn:microsoft.com/office/officeart/2005/8/layout/hList1"/>
    <dgm:cxn modelId="{BCC0AE0E-25DD-4A24-9D84-26B63C6CD6A6}" type="presParOf" srcId="{247010E2-6B87-45A8-A1C1-BB4A794A1474}" destId="{474A16C9-95D1-4668-AA1F-19DB45028FF9}" srcOrd="7" destOrd="0" presId="urn:microsoft.com/office/officeart/2005/8/layout/hList1"/>
    <dgm:cxn modelId="{E3E8C3C7-0776-493B-8A1D-D35C3F07ECDE}" type="presParOf" srcId="{247010E2-6B87-45A8-A1C1-BB4A794A1474}" destId="{E3971731-9DEB-4670-B53F-E611C7A4951B}" srcOrd="8" destOrd="0" presId="urn:microsoft.com/office/officeart/2005/8/layout/hList1"/>
    <dgm:cxn modelId="{2AB93F27-DACB-4E8F-A807-33F5B2807880}" type="presParOf" srcId="{E3971731-9DEB-4670-B53F-E611C7A4951B}" destId="{3C67114E-F8D4-478A-9C3D-18EE40EE58C0}" srcOrd="0" destOrd="0" presId="urn:microsoft.com/office/officeart/2005/8/layout/hList1"/>
    <dgm:cxn modelId="{A5C308CC-9629-4A91-BFD7-846C5F8FACEC}" type="presParOf" srcId="{E3971731-9DEB-4670-B53F-E611C7A4951B}" destId="{69E1CC0D-8888-4DEB-B6B5-2BC2C9873A8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C580939-3838-4A8B-93FA-BD3955698652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5CC6882-21FA-441F-9F5B-22D2AAB4834F}">
      <dgm:prSet/>
      <dgm:spPr/>
      <dgm:t>
        <a:bodyPr/>
        <a:lstStyle/>
        <a:p>
          <a:r>
            <a:rPr lang="en-US" b="1"/>
            <a:t>Why Dimensionality Reduction?</a:t>
          </a:r>
          <a:endParaRPr lang="en-US"/>
        </a:p>
      </dgm:t>
    </dgm:pt>
    <dgm:pt modelId="{812F7AC5-DAC7-4063-AAC3-B9102B7101A9}" type="parTrans" cxnId="{D72A9FF2-913F-4B21-B159-E56D8BC293A8}">
      <dgm:prSet/>
      <dgm:spPr/>
      <dgm:t>
        <a:bodyPr/>
        <a:lstStyle/>
        <a:p>
          <a:endParaRPr lang="en-US"/>
        </a:p>
      </dgm:t>
    </dgm:pt>
    <dgm:pt modelId="{FB30CCEB-4838-45E1-B131-4D8CA09051A1}" type="sibTrans" cxnId="{D72A9FF2-913F-4B21-B159-E56D8BC293A8}">
      <dgm:prSet/>
      <dgm:spPr/>
      <dgm:t>
        <a:bodyPr/>
        <a:lstStyle/>
        <a:p>
          <a:endParaRPr lang="en-US"/>
        </a:p>
      </dgm:t>
    </dgm:pt>
    <dgm:pt modelId="{B92473B0-16E9-46BE-B7CC-DBA0B5DC7B5D}">
      <dgm:prSet/>
      <dgm:spPr/>
      <dgm:t>
        <a:bodyPr/>
        <a:lstStyle/>
        <a:p>
          <a:r>
            <a:rPr lang="en-US"/>
            <a:t>Wine chemistry contains multiple correlated variables that can be difficult to visualize and interpret simultaneously.</a:t>
          </a:r>
        </a:p>
      </dgm:t>
    </dgm:pt>
    <dgm:pt modelId="{F00A4D88-EF9A-4752-A1D9-F74E2A225CD3}" type="parTrans" cxnId="{85504AE4-5C55-4D4A-9C45-EB1F35BA3021}">
      <dgm:prSet/>
      <dgm:spPr/>
      <dgm:t>
        <a:bodyPr/>
        <a:lstStyle/>
        <a:p>
          <a:endParaRPr lang="en-US"/>
        </a:p>
      </dgm:t>
    </dgm:pt>
    <dgm:pt modelId="{FC47D76D-3F6F-4CC9-9F41-3821E9078181}" type="sibTrans" cxnId="{85504AE4-5C55-4D4A-9C45-EB1F35BA3021}">
      <dgm:prSet/>
      <dgm:spPr/>
      <dgm:t>
        <a:bodyPr/>
        <a:lstStyle/>
        <a:p>
          <a:endParaRPr lang="en-US"/>
        </a:p>
      </dgm:t>
    </dgm:pt>
    <dgm:pt modelId="{BA61C5DD-A6B3-46ED-9F9C-825AA63774A1}">
      <dgm:prSet/>
      <dgm:spPr/>
      <dgm:t>
        <a:bodyPr/>
        <a:lstStyle/>
        <a:p>
          <a:r>
            <a:rPr lang="en-US" dirty="0"/>
            <a:t>Dimensionality reduction transforms high-dimensional chemistry data into a smaller set of variables while preserving as much meaningful structure as possible.</a:t>
          </a:r>
        </a:p>
      </dgm:t>
    </dgm:pt>
    <dgm:pt modelId="{5438B0E8-23B5-4C78-AF33-BB5C03FE7B7E}" type="parTrans" cxnId="{A9F191C2-3B0F-44CD-A97B-48D9E9FB5D68}">
      <dgm:prSet/>
      <dgm:spPr/>
      <dgm:t>
        <a:bodyPr/>
        <a:lstStyle/>
        <a:p>
          <a:endParaRPr lang="en-US"/>
        </a:p>
      </dgm:t>
    </dgm:pt>
    <dgm:pt modelId="{0585C2FB-984C-45B1-8819-AD400215F8A1}" type="sibTrans" cxnId="{A9F191C2-3B0F-44CD-A97B-48D9E9FB5D68}">
      <dgm:prSet/>
      <dgm:spPr/>
      <dgm:t>
        <a:bodyPr/>
        <a:lstStyle/>
        <a:p>
          <a:endParaRPr lang="en-US"/>
        </a:p>
      </dgm:t>
    </dgm:pt>
    <dgm:pt modelId="{EA724F1C-996A-4B19-9D71-031F43258994}">
      <dgm:prSet/>
      <dgm:spPr/>
      <dgm:t>
        <a:bodyPr/>
        <a:lstStyle/>
        <a:p>
          <a:r>
            <a:rPr lang="en-US"/>
            <a:t>This method helps:</a:t>
          </a:r>
        </a:p>
      </dgm:t>
    </dgm:pt>
    <dgm:pt modelId="{67E4CAE6-3AF1-47F1-A047-281913353654}" type="parTrans" cxnId="{B6233E63-7499-43E6-A4E7-01CE979040F5}">
      <dgm:prSet/>
      <dgm:spPr/>
      <dgm:t>
        <a:bodyPr/>
        <a:lstStyle/>
        <a:p>
          <a:endParaRPr lang="en-US"/>
        </a:p>
      </dgm:t>
    </dgm:pt>
    <dgm:pt modelId="{B32BB5F2-ADA8-4505-9EC2-E522A8F9819D}" type="sibTrans" cxnId="{B6233E63-7499-43E6-A4E7-01CE979040F5}">
      <dgm:prSet/>
      <dgm:spPr/>
      <dgm:t>
        <a:bodyPr/>
        <a:lstStyle/>
        <a:p>
          <a:endParaRPr lang="en-US"/>
        </a:p>
      </dgm:t>
    </dgm:pt>
    <dgm:pt modelId="{BD213B6C-3CB3-4831-8E36-1A9B9C3276F6}">
      <dgm:prSet/>
      <dgm:spPr/>
      <dgm:t>
        <a:bodyPr/>
        <a:lstStyle/>
        <a:p>
          <a:r>
            <a:rPr lang="en-US"/>
            <a:t>Visualize wine populations</a:t>
          </a:r>
        </a:p>
      </dgm:t>
    </dgm:pt>
    <dgm:pt modelId="{04A9A45A-0BBE-44B9-B83E-5BB0B59135E3}" type="parTrans" cxnId="{F45AA9F0-56A8-4460-85E4-7C2E94BD6D72}">
      <dgm:prSet/>
      <dgm:spPr/>
      <dgm:t>
        <a:bodyPr/>
        <a:lstStyle/>
        <a:p>
          <a:endParaRPr lang="en-US"/>
        </a:p>
      </dgm:t>
    </dgm:pt>
    <dgm:pt modelId="{A4864C58-9F6D-45B7-9E9E-F4A2DD0BE703}" type="sibTrans" cxnId="{F45AA9F0-56A8-4460-85E4-7C2E94BD6D72}">
      <dgm:prSet/>
      <dgm:spPr/>
      <dgm:t>
        <a:bodyPr/>
        <a:lstStyle/>
        <a:p>
          <a:endParaRPr lang="en-US"/>
        </a:p>
      </dgm:t>
    </dgm:pt>
    <dgm:pt modelId="{5AF2722C-4CBF-4CB6-BC63-F5E070ADE44C}">
      <dgm:prSet/>
      <dgm:spPr/>
      <dgm:t>
        <a:bodyPr/>
        <a:lstStyle/>
        <a:p>
          <a:r>
            <a:rPr lang="en-US"/>
            <a:t>Reveal hidden structure</a:t>
          </a:r>
        </a:p>
      </dgm:t>
    </dgm:pt>
    <dgm:pt modelId="{E4A56009-321F-4C1E-A2D7-2649ACB4851B}" type="parTrans" cxnId="{091D862D-475E-4EF0-B88D-9F882B6CCA80}">
      <dgm:prSet/>
      <dgm:spPr/>
      <dgm:t>
        <a:bodyPr/>
        <a:lstStyle/>
        <a:p>
          <a:endParaRPr lang="en-US"/>
        </a:p>
      </dgm:t>
    </dgm:pt>
    <dgm:pt modelId="{C53A7A7A-092B-47A5-A698-15491C0D2449}" type="sibTrans" cxnId="{091D862D-475E-4EF0-B88D-9F882B6CCA80}">
      <dgm:prSet/>
      <dgm:spPr/>
      <dgm:t>
        <a:bodyPr/>
        <a:lstStyle/>
        <a:p>
          <a:endParaRPr lang="en-US"/>
        </a:p>
      </dgm:t>
    </dgm:pt>
    <dgm:pt modelId="{97331825-B7CE-40A9-B1CD-6ECF0C85222A}">
      <dgm:prSet/>
      <dgm:spPr/>
      <dgm:t>
        <a:bodyPr/>
        <a:lstStyle/>
        <a:p>
          <a:r>
            <a:rPr lang="en-US"/>
            <a:t>Identify nonlinear relationships</a:t>
          </a:r>
        </a:p>
      </dgm:t>
    </dgm:pt>
    <dgm:pt modelId="{95BF82C6-32F0-4CB2-9247-94ED673FB974}" type="parTrans" cxnId="{E165BEAB-24B8-4C11-AA8A-D3B17DF4E750}">
      <dgm:prSet/>
      <dgm:spPr/>
      <dgm:t>
        <a:bodyPr/>
        <a:lstStyle/>
        <a:p>
          <a:endParaRPr lang="en-US"/>
        </a:p>
      </dgm:t>
    </dgm:pt>
    <dgm:pt modelId="{7B663A7C-92DC-44B1-B36D-6E55574A6E73}" type="sibTrans" cxnId="{E165BEAB-24B8-4C11-AA8A-D3B17DF4E750}">
      <dgm:prSet/>
      <dgm:spPr/>
      <dgm:t>
        <a:bodyPr/>
        <a:lstStyle/>
        <a:p>
          <a:endParaRPr lang="en-US"/>
        </a:p>
      </dgm:t>
    </dgm:pt>
    <dgm:pt modelId="{8B8E910C-4DD4-4DC9-81A8-3774D71EBD70}">
      <dgm:prSet/>
      <dgm:spPr/>
      <dgm:t>
        <a:bodyPr/>
        <a:lstStyle/>
        <a:p>
          <a:r>
            <a:rPr lang="en-US"/>
            <a:t>Reduce dimensional complexity</a:t>
          </a:r>
        </a:p>
      </dgm:t>
    </dgm:pt>
    <dgm:pt modelId="{6CB89867-B246-4B71-AAD7-1DF20A8DBEE2}" type="parTrans" cxnId="{6AA44D9F-CFD9-4B7A-A7B0-7353955CE3C7}">
      <dgm:prSet/>
      <dgm:spPr/>
      <dgm:t>
        <a:bodyPr/>
        <a:lstStyle/>
        <a:p>
          <a:endParaRPr lang="en-US"/>
        </a:p>
      </dgm:t>
    </dgm:pt>
    <dgm:pt modelId="{1388C7F8-0C19-4891-875B-7711CC6DAEA6}" type="sibTrans" cxnId="{6AA44D9F-CFD9-4B7A-A7B0-7353955CE3C7}">
      <dgm:prSet/>
      <dgm:spPr/>
      <dgm:t>
        <a:bodyPr/>
        <a:lstStyle/>
        <a:p>
          <a:endParaRPr lang="en-US"/>
        </a:p>
      </dgm:t>
    </dgm:pt>
    <dgm:pt modelId="{35EE4769-38CC-4F9D-A5DB-05FD384DBA83}">
      <dgm:prSet/>
      <dgm:spPr/>
      <dgm:t>
        <a:bodyPr/>
        <a:lstStyle/>
        <a:p>
          <a:r>
            <a:rPr lang="en-US"/>
            <a:t>Improve interpretation</a:t>
          </a:r>
        </a:p>
      </dgm:t>
    </dgm:pt>
    <dgm:pt modelId="{0F0E4A27-AD76-45F2-B5DE-083B12ECD12B}" type="parTrans" cxnId="{5C9721A2-EFA2-4313-8CA4-6E1CEE644BF6}">
      <dgm:prSet/>
      <dgm:spPr/>
      <dgm:t>
        <a:bodyPr/>
        <a:lstStyle/>
        <a:p>
          <a:endParaRPr lang="en-US"/>
        </a:p>
      </dgm:t>
    </dgm:pt>
    <dgm:pt modelId="{EC34BFC9-13FA-42F5-8BC1-2D4623D3F1E6}" type="sibTrans" cxnId="{5C9721A2-EFA2-4313-8CA4-6E1CEE644BF6}">
      <dgm:prSet/>
      <dgm:spPr/>
      <dgm:t>
        <a:bodyPr/>
        <a:lstStyle/>
        <a:p>
          <a:endParaRPr lang="en-US"/>
        </a:p>
      </dgm:t>
    </dgm:pt>
    <dgm:pt modelId="{62E2404F-2705-4A65-B96C-D5F32407B3B0}">
      <dgm:prSet/>
      <dgm:spPr/>
      <dgm:t>
        <a:bodyPr/>
        <a:lstStyle/>
        <a:p>
          <a:r>
            <a:rPr lang="en-US" b="1" dirty="0"/>
            <a:t>Objective</a:t>
          </a:r>
          <a:endParaRPr lang="en-US" dirty="0"/>
        </a:p>
      </dgm:t>
    </dgm:pt>
    <dgm:pt modelId="{43C6B066-C2CA-4BFE-B046-41B3F7150C46}" type="parTrans" cxnId="{B066E94E-547F-4939-B5E6-BC6CF7FD3B74}">
      <dgm:prSet/>
      <dgm:spPr/>
      <dgm:t>
        <a:bodyPr/>
        <a:lstStyle/>
        <a:p>
          <a:endParaRPr lang="en-US"/>
        </a:p>
      </dgm:t>
    </dgm:pt>
    <dgm:pt modelId="{FBADC2C8-48C6-4325-A1E4-73F2F3EA735F}" type="sibTrans" cxnId="{B066E94E-547F-4939-B5E6-BC6CF7FD3B74}">
      <dgm:prSet/>
      <dgm:spPr/>
      <dgm:t>
        <a:bodyPr/>
        <a:lstStyle/>
        <a:p>
          <a:endParaRPr lang="en-US"/>
        </a:p>
      </dgm:t>
    </dgm:pt>
    <dgm:pt modelId="{56DE8186-8461-4119-B279-17DFFCDF242F}">
      <dgm:prSet/>
      <dgm:spPr/>
      <dgm:t>
        <a:bodyPr/>
        <a:lstStyle/>
        <a:p>
          <a:r>
            <a:rPr lang="en-US"/>
            <a:t>Each method was evaluated on:</a:t>
          </a:r>
        </a:p>
      </dgm:t>
    </dgm:pt>
    <dgm:pt modelId="{6186F1A0-0C1C-453A-BD01-691024D0BB1F}" type="parTrans" cxnId="{C80AD715-661A-49EA-9C1C-D4249950AD97}">
      <dgm:prSet/>
      <dgm:spPr/>
      <dgm:t>
        <a:bodyPr/>
        <a:lstStyle/>
        <a:p>
          <a:endParaRPr lang="en-US"/>
        </a:p>
      </dgm:t>
    </dgm:pt>
    <dgm:pt modelId="{AC66D164-0C50-484B-9131-D1938FEC1BD3}" type="sibTrans" cxnId="{C80AD715-661A-49EA-9C1C-D4249950AD97}">
      <dgm:prSet/>
      <dgm:spPr/>
      <dgm:t>
        <a:bodyPr/>
        <a:lstStyle/>
        <a:p>
          <a:endParaRPr lang="en-US"/>
        </a:p>
      </dgm:t>
    </dgm:pt>
    <dgm:pt modelId="{DB13C033-EFD4-4329-AB4A-3C5E139693A6}">
      <dgm:prSet/>
      <dgm:spPr/>
      <dgm:t>
        <a:bodyPr/>
        <a:lstStyle/>
        <a:p>
          <a:r>
            <a:rPr lang="en-US"/>
            <a:t>Interpretability</a:t>
          </a:r>
        </a:p>
      </dgm:t>
    </dgm:pt>
    <dgm:pt modelId="{A7FE5A3C-0579-4EB1-BC9A-D519C2D323E0}" type="parTrans" cxnId="{B76244A7-3C9C-48D4-94C5-43BE067D19E2}">
      <dgm:prSet/>
      <dgm:spPr/>
      <dgm:t>
        <a:bodyPr/>
        <a:lstStyle/>
        <a:p>
          <a:endParaRPr lang="en-US"/>
        </a:p>
      </dgm:t>
    </dgm:pt>
    <dgm:pt modelId="{1CADD1AD-1CBE-4A0D-B6F9-EA88D2C0BB0F}" type="sibTrans" cxnId="{B76244A7-3C9C-48D4-94C5-43BE067D19E2}">
      <dgm:prSet/>
      <dgm:spPr/>
      <dgm:t>
        <a:bodyPr/>
        <a:lstStyle/>
        <a:p>
          <a:endParaRPr lang="en-US"/>
        </a:p>
      </dgm:t>
    </dgm:pt>
    <dgm:pt modelId="{F1303F0A-378E-4C06-9B7E-2DE46586F0F8}">
      <dgm:prSet/>
      <dgm:spPr/>
      <dgm:t>
        <a:bodyPr/>
        <a:lstStyle/>
        <a:p>
          <a:r>
            <a:rPr lang="en-US"/>
            <a:t>Visual separation</a:t>
          </a:r>
        </a:p>
      </dgm:t>
    </dgm:pt>
    <dgm:pt modelId="{6FF8AF74-CA78-495C-86BC-75D4F40A6F7E}" type="parTrans" cxnId="{772267D2-7F8D-4D0D-9E6C-DABDDFA50F65}">
      <dgm:prSet/>
      <dgm:spPr/>
      <dgm:t>
        <a:bodyPr/>
        <a:lstStyle/>
        <a:p>
          <a:endParaRPr lang="en-US"/>
        </a:p>
      </dgm:t>
    </dgm:pt>
    <dgm:pt modelId="{B11E86F0-21EB-443D-A4F6-D63F7D0DC7D1}" type="sibTrans" cxnId="{772267D2-7F8D-4D0D-9E6C-DABDDFA50F65}">
      <dgm:prSet/>
      <dgm:spPr/>
      <dgm:t>
        <a:bodyPr/>
        <a:lstStyle/>
        <a:p>
          <a:endParaRPr lang="en-US"/>
        </a:p>
      </dgm:t>
    </dgm:pt>
    <dgm:pt modelId="{EF60B169-AE9D-4103-AD03-CD97334D0E06}">
      <dgm:prSet/>
      <dgm:spPr/>
      <dgm:t>
        <a:bodyPr/>
        <a:lstStyle/>
        <a:p>
          <a:r>
            <a:rPr lang="en-US"/>
            <a:t>Structure preservation</a:t>
          </a:r>
        </a:p>
      </dgm:t>
    </dgm:pt>
    <dgm:pt modelId="{A63CDF27-763C-4FE5-8496-03534F6BB61D}" type="parTrans" cxnId="{73F8EB76-9144-4432-B267-46A83C612CFA}">
      <dgm:prSet/>
      <dgm:spPr/>
      <dgm:t>
        <a:bodyPr/>
        <a:lstStyle/>
        <a:p>
          <a:endParaRPr lang="en-US"/>
        </a:p>
      </dgm:t>
    </dgm:pt>
    <dgm:pt modelId="{8C8F913D-18EC-4F1A-A243-00BF88FE3A3A}" type="sibTrans" cxnId="{73F8EB76-9144-4432-B267-46A83C612CFA}">
      <dgm:prSet/>
      <dgm:spPr/>
      <dgm:t>
        <a:bodyPr/>
        <a:lstStyle/>
        <a:p>
          <a:endParaRPr lang="en-US"/>
        </a:p>
      </dgm:t>
    </dgm:pt>
    <dgm:pt modelId="{BC480DE7-A4F5-40D9-9F47-4AE8C015DBD9}">
      <dgm:prSet/>
      <dgm:spPr/>
      <dgm:t>
        <a:bodyPr/>
        <a:lstStyle/>
        <a:p>
          <a:r>
            <a:rPr lang="en-US"/>
            <a:t>Nonlinear relationship discovery</a:t>
          </a:r>
        </a:p>
      </dgm:t>
    </dgm:pt>
    <dgm:pt modelId="{EAAC3DF3-4F54-41C5-A1A0-5DCF05763108}" type="parTrans" cxnId="{49F1AB63-5C58-41A7-A4C8-56103F3EE05E}">
      <dgm:prSet/>
      <dgm:spPr/>
      <dgm:t>
        <a:bodyPr/>
        <a:lstStyle/>
        <a:p>
          <a:endParaRPr lang="en-US"/>
        </a:p>
      </dgm:t>
    </dgm:pt>
    <dgm:pt modelId="{F72CC5A5-9EFA-4FBE-9829-07F449768D1D}" type="sibTrans" cxnId="{49F1AB63-5C58-41A7-A4C8-56103F3EE05E}">
      <dgm:prSet/>
      <dgm:spPr/>
      <dgm:t>
        <a:bodyPr/>
        <a:lstStyle/>
        <a:p>
          <a:endParaRPr lang="en-US"/>
        </a:p>
      </dgm:t>
    </dgm:pt>
    <dgm:pt modelId="{30F5AFE6-E21A-41BA-9CFD-B97E9C538FFD}">
      <dgm:prSet/>
      <dgm:spPr/>
      <dgm:t>
        <a:bodyPr/>
        <a:lstStyle/>
        <a:p>
          <a:r>
            <a:rPr lang="en-US"/>
            <a:t>Chemistry factor interpretation</a:t>
          </a:r>
        </a:p>
      </dgm:t>
    </dgm:pt>
    <dgm:pt modelId="{E8F4EB50-4E45-4A21-B5CD-FC8362BF270B}" type="parTrans" cxnId="{0157985C-E9BB-4E5E-B7DB-742337E10D1F}">
      <dgm:prSet/>
      <dgm:spPr/>
      <dgm:t>
        <a:bodyPr/>
        <a:lstStyle/>
        <a:p>
          <a:endParaRPr lang="en-US"/>
        </a:p>
      </dgm:t>
    </dgm:pt>
    <dgm:pt modelId="{E07A4864-989B-41DA-A956-933FF2F30793}" type="sibTrans" cxnId="{0157985C-E9BB-4E5E-B7DB-742337E10D1F}">
      <dgm:prSet/>
      <dgm:spPr/>
      <dgm:t>
        <a:bodyPr/>
        <a:lstStyle/>
        <a:p>
          <a:endParaRPr lang="en-US"/>
        </a:p>
      </dgm:t>
    </dgm:pt>
    <dgm:pt modelId="{D2CB5371-E905-47A0-BE5C-1A5F980322A2}">
      <dgm:prSet/>
      <dgm:spPr/>
      <dgm:t>
        <a:bodyPr/>
        <a:lstStyle/>
        <a:p>
          <a:r>
            <a:rPr lang="en-US" b="1"/>
            <a:t>Key Question</a:t>
          </a:r>
          <a:endParaRPr lang="en-US"/>
        </a:p>
      </dgm:t>
    </dgm:pt>
    <dgm:pt modelId="{4D9C74A8-A1D9-4776-9DCF-722BBB27A309}" type="parTrans" cxnId="{B8573C8C-7997-421F-A105-4116D3DFF8FA}">
      <dgm:prSet/>
      <dgm:spPr/>
      <dgm:t>
        <a:bodyPr/>
        <a:lstStyle/>
        <a:p>
          <a:endParaRPr lang="en-US"/>
        </a:p>
      </dgm:t>
    </dgm:pt>
    <dgm:pt modelId="{08EA474D-7F71-472F-B923-D13F2F522677}" type="sibTrans" cxnId="{B8573C8C-7997-421F-A105-4116D3DFF8FA}">
      <dgm:prSet/>
      <dgm:spPr/>
      <dgm:t>
        <a:bodyPr/>
        <a:lstStyle/>
        <a:p>
          <a:endParaRPr lang="en-US"/>
        </a:p>
      </dgm:t>
    </dgm:pt>
    <dgm:pt modelId="{D4F609BB-27E2-4040-A37F-EE7150ECC508}">
      <dgm:prSet/>
      <dgm:spPr/>
      <dgm:t>
        <a:bodyPr/>
        <a:lstStyle/>
        <a:p>
          <a:r>
            <a:rPr lang="en-US"/>
            <a:t>Which dimensionality-reduction technique provides the most informative low-dimensional representation of the Wine Quality dataset?</a:t>
          </a:r>
        </a:p>
      </dgm:t>
    </dgm:pt>
    <dgm:pt modelId="{ACB0423D-F801-4566-9251-7970CFF5222A}" type="parTrans" cxnId="{5A56450C-08EE-444D-8DBF-637086E55826}">
      <dgm:prSet/>
      <dgm:spPr/>
      <dgm:t>
        <a:bodyPr/>
        <a:lstStyle/>
        <a:p>
          <a:endParaRPr lang="en-US"/>
        </a:p>
      </dgm:t>
    </dgm:pt>
    <dgm:pt modelId="{4E1FCE0C-93A8-49AE-97CB-AD41806D5722}" type="sibTrans" cxnId="{5A56450C-08EE-444D-8DBF-637086E55826}">
      <dgm:prSet/>
      <dgm:spPr/>
      <dgm:t>
        <a:bodyPr/>
        <a:lstStyle/>
        <a:p>
          <a:endParaRPr lang="en-US"/>
        </a:p>
      </dgm:t>
    </dgm:pt>
    <dgm:pt modelId="{3451FE96-32A9-4734-B29C-3C362F244ACF}">
      <dgm:prSet/>
      <dgm:spPr/>
      <dgm:t>
        <a:bodyPr/>
        <a:lstStyle/>
        <a:p>
          <a:r>
            <a:rPr lang="en-US" b="1"/>
            <a:t>Evaluation Goals</a:t>
          </a:r>
          <a:endParaRPr lang="en-US"/>
        </a:p>
      </dgm:t>
    </dgm:pt>
    <dgm:pt modelId="{8B547BF2-C5BF-4F65-8C39-C72DDFEF026F}" type="parTrans" cxnId="{B2E97FA9-AD55-4E71-8751-9EE3FFA7CAA9}">
      <dgm:prSet/>
      <dgm:spPr/>
      <dgm:t>
        <a:bodyPr/>
        <a:lstStyle/>
        <a:p>
          <a:endParaRPr lang="en-US"/>
        </a:p>
      </dgm:t>
    </dgm:pt>
    <dgm:pt modelId="{C9ABC6F5-B8F0-4AF0-9519-3772EC3213A6}" type="sibTrans" cxnId="{B2E97FA9-AD55-4E71-8751-9EE3FFA7CAA9}">
      <dgm:prSet/>
      <dgm:spPr/>
      <dgm:t>
        <a:bodyPr/>
        <a:lstStyle/>
        <a:p>
          <a:endParaRPr lang="en-US"/>
        </a:p>
      </dgm:t>
    </dgm:pt>
    <dgm:pt modelId="{5D451E2D-2134-4676-8C0F-37E46D64ADA4}">
      <dgm:prSet/>
      <dgm:spPr/>
      <dgm:t>
        <a:bodyPr/>
        <a:lstStyle/>
        <a:p>
          <a:r>
            <a:rPr lang="en-US"/>
            <a:t>Determine which dimensionality-reduction technique provides the most informative representation of wine chemistry while preserving meaningful structure.</a:t>
          </a:r>
          <a:endParaRPr lang="en-US" dirty="0"/>
        </a:p>
      </dgm:t>
    </dgm:pt>
    <dgm:pt modelId="{F6993C5B-78B8-4A0E-936B-D04864891B8A}" type="parTrans" cxnId="{CE444812-BD9A-4A5F-BB1D-3C280121CE0A}">
      <dgm:prSet/>
      <dgm:spPr/>
      <dgm:t>
        <a:bodyPr/>
        <a:lstStyle/>
        <a:p>
          <a:endParaRPr lang="en-US"/>
        </a:p>
      </dgm:t>
    </dgm:pt>
    <dgm:pt modelId="{8D8786A4-4661-4442-9AE9-6AD69A15AD6C}" type="sibTrans" cxnId="{CE444812-BD9A-4A5F-BB1D-3C280121CE0A}">
      <dgm:prSet/>
      <dgm:spPr/>
      <dgm:t>
        <a:bodyPr/>
        <a:lstStyle/>
        <a:p>
          <a:endParaRPr lang="en-US"/>
        </a:p>
      </dgm:t>
    </dgm:pt>
    <dgm:pt modelId="{359AD728-8DBE-479A-A3A8-68076E0D7FB1}" type="pres">
      <dgm:prSet presAssocID="{3C580939-3838-4A8B-93FA-BD3955698652}" presName="Name0" presStyleCnt="0">
        <dgm:presLayoutVars>
          <dgm:dir/>
          <dgm:animLvl val="lvl"/>
          <dgm:resizeHandles val="exact"/>
        </dgm:presLayoutVars>
      </dgm:prSet>
      <dgm:spPr/>
    </dgm:pt>
    <dgm:pt modelId="{5BEBF59C-7079-4367-8441-676B68B99C4F}" type="pres">
      <dgm:prSet presAssocID="{62E2404F-2705-4A65-B96C-D5F32407B3B0}" presName="composite" presStyleCnt="0"/>
      <dgm:spPr/>
    </dgm:pt>
    <dgm:pt modelId="{643D099F-AE23-4586-934F-7ABBAB75AC88}" type="pres">
      <dgm:prSet presAssocID="{62E2404F-2705-4A65-B96C-D5F32407B3B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38C4EFC-A5FA-4103-8C16-22A515DDE051}" type="pres">
      <dgm:prSet presAssocID="{62E2404F-2705-4A65-B96C-D5F32407B3B0}" presName="desTx" presStyleLbl="alignAccFollowNode1" presStyleIdx="0" presStyleCnt="4">
        <dgm:presLayoutVars>
          <dgm:bulletEnabled val="1"/>
        </dgm:presLayoutVars>
      </dgm:prSet>
      <dgm:spPr/>
    </dgm:pt>
    <dgm:pt modelId="{DA79982D-B082-48CF-B039-2EA2EC036B32}" type="pres">
      <dgm:prSet presAssocID="{FBADC2C8-48C6-4325-A1E4-73F2F3EA735F}" presName="space" presStyleCnt="0"/>
      <dgm:spPr/>
    </dgm:pt>
    <dgm:pt modelId="{CAC8491E-5127-4B81-9723-53F38C9F415D}" type="pres">
      <dgm:prSet presAssocID="{95CC6882-21FA-441F-9F5B-22D2AAB4834F}" presName="composite" presStyleCnt="0"/>
      <dgm:spPr/>
    </dgm:pt>
    <dgm:pt modelId="{AE90C874-88DC-4949-99F7-44F4A2CA1813}" type="pres">
      <dgm:prSet presAssocID="{95CC6882-21FA-441F-9F5B-22D2AAB4834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F77BCEF-450F-4377-BFC7-F58499C62BB8}" type="pres">
      <dgm:prSet presAssocID="{95CC6882-21FA-441F-9F5B-22D2AAB4834F}" presName="desTx" presStyleLbl="alignAccFollowNode1" presStyleIdx="1" presStyleCnt="4">
        <dgm:presLayoutVars>
          <dgm:bulletEnabled val="1"/>
        </dgm:presLayoutVars>
      </dgm:prSet>
      <dgm:spPr/>
    </dgm:pt>
    <dgm:pt modelId="{589EF89C-5EBC-48C4-B0C3-0FE5C17C9D87}" type="pres">
      <dgm:prSet presAssocID="{FB30CCEB-4838-45E1-B131-4D8CA09051A1}" presName="space" presStyleCnt="0"/>
      <dgm:spPr/>
    </dgm:pt>
    <dgm:pt modelId="{02227FBE-0B27-4E11-989F-AB60C352F417}" type="pres">
      <dgm:prSet presAssocID="{3451FE96-32A9-4734-B29C-3C362F244ACF}" presName="composite" presStyleCnt="0"/>
      <dgm:spPr/>
    </dgm:pt>
    <dgm:pt modelId="{33DABCBB-E17B-4763-94F5-7F2234BAA115}" type="pres">
      <dgm:prSet presAssocID="{3451FE96-32A9-4734-B29C-3C362F244AC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D0FDC23-9FB2-46B4-91E9-74852B143198}" type="pres">
      <dgm:prSet presAssocID="{3451FE96-32A9-4734-B29C-3C362F244ACF}" presName="desTx" presStyleLbl="alignAccFollowNode1" presStyleIdx="2" presStyleCnt="4">
        <dgm:presLayoutVars>
          <dgm:bulletEnabled val="1"/>
        </dgm:presLayoutVars>
      </dgm:prSet>
      <dgm:spPr/>
    </dgm:pt>
    <dgm:pt modelId="{962E9768-E203-44BE-8961-BE5557A86C81}" type="pres">
      <dgm:prSet presAssocID="{C9ABC6F5-B8F0-4AF0-9519-3772EC3213A6}" presName="space" presStyleCnt="0"/>
      <dgm:spPr/>
    </dgm:pt>
    <dgm:pt modelId="{251AEEC3-A1FB-4DE6-9FE2-6BB461BC387F}" type="pres">
      <dgm:prSet presAssocID="{D2CB5371-E905-47A0-BE5C-1A5F980322A2}" presName="composite" presStyleCnt="0"/>
      <dgm:spPr/>
    </dgm:pt>
    <dgm:pt modelId="{4A4F160E-AA1B-49C3-AFA3-49B5B2636347}" type="pres">
      <dgm:prSet presAssocID="{D2CB5371-E905-47A0-BE5C-1A5F980322A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07C28D9-D0EA-4504-81C0-AEBAD24C4991}" type="pres">
      <dgm:prSet presAssocID="{D2CB5371-E905-47A0-BE5C-1A5F980322A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A56450C-08EE-444D-8DBF-637086E55826}" srcId="{D2CB5371-E905-47A0-BE5C-1A5F980322A2}" destId="{D4F609BB-27E2-4040-A37F-EE7150ECC508}" srcOrd="0" destOrd="0" parTransId="{ACB0423D-F801-4566-9251-7970CFF5222A}" sibTransId="{4E1FCE0C-93A8-49AE-97CB-AD41806D5722}"/>
    <dgm:cxn modelId="{CE444812-BD9A-4A5F-BB1D-3C280121CE0A}" srcId="{62E2404F-2705-4A65-B96C-D5F32407B3B0}" destId="{5D451E2D-2134-4676-8C0F-37E46D64ADA4}" srcOrd="0" destOrd="0" parTransId="{F6993C5B-78B8-4A0E-936B-D04864891B8A}" sibTransId="{8D8786A4-4661-4442-9AE9-6AD69A15AD6C}"/>
    <dgm:cxn modelId="{C80AD715-661A-49EA-9C1C-D4249950AD97}" srcId="{3451FE96-32A9-4734-B29C-3C362F244ACF}" destId="{56DE8186-8461-4119-B279-17DFFCDF242F}" srcOrd="0" destOrd="0" parTransId="{6186F1A0-0C1C-453A-BD01-691024D0BB1F}" sibTransId="{AC66D164-0C50-484B-9131-D1938FEC1BD3}"/>
    <dgm:cxn modelId="{743ADC1B-1585-41BF-9F55-FF191F53C61B}" type="presOf" srcId="{DB13C033-EFD4-4329-AB4A-3C5E139693A6}" destId="{5D0FDC23-9FB2-46B4-91E9-74852B143198}" srcOrd="0" destOrd="1" presId="urn:microsoft.com/office/officeart/2005/8/layout/hList1"/>
    <dgm:cxn modelId="{90810420-A240-4BA9-8053-56D68116E6EF}" type="presOf" srcId="{35EE4769-38CC-4F9D-A5DB-05FD384DBA83}" destId="{1F77BCEF-450F-4377-BFC7-F58499C62BB8}" srcOrd="0" destOrd="7" presId="urn:microsoft.com/office/officeart/2005/8/layout/hList1"/>
    <dgm:cxn modelId="{D014A124-FA72-4FC0-8ECE-F8A3216877A6}" type="presOf" srcId="{30F5AFE6-E21A-41BA-9CFD-B97E9C538FFD}" destId="{5D0FDC23-9FB2-46B4-91E9-74852B143198}" srcOrd="0" destOrd="5" presId="urn:microsoft.com/office/officeart/2005/8/layout/hList1"/>
    <dgm:cxn modelId="{AD2F1E28-6A5B-4E64-B581-EA3B425DE5F6}" type="presOf" srcId="{95CC6882-21FA-441F-9F5B-22D2AAB4834F}" destId="{AE90C874-88DC-4949-99F7-44F4A2CA1813}" srcOrd="0" destOrd="0" presId="urn:microsoft.com/office/officeart/2005/8/layout/hList1"/>
    <dgm:cxn modelId="{F3F5492D-1251-468E-9E42-7F76FEAE7BD6}" type="presOf" srcId="{97331825-B7CE-40A9-B1CD-6ECF0C85222A}" destId="{1F77BCEF-450F-4377-BFC7-F58499C62BB8}" srcOrd="0" destOrd="5" presId="urn:microsoft.com/office/officeart/2005/8/layout/hList1"/>
    <dgm:cxn modelId="{091D862D-475E-4EF0-B88D-9F882B6CCA80}" srcId="{EA724F1C-996A-4B19-9D71-031F43258994}" destId="{5AF2722C-4CBF-4CB6-BC63-F5E070ADE44C}" srcOrd="1" destOrd="0" parTransId="{E4A56009-321F-4C1E-A2D7-2649ACB4851B}" sibTransId="{C53A7A7A-092B-47A5-A698-15491C0D2449}"/>
    <dgm:cxn modelId="{148C753F-BE25-46A7-AF7D-91EB42B078B0}" type="presOf" srcId="{BA61C5DD-A6B3-46ED-9F9C-825AA63774A1}" destId="{1F77BCEF-450F-4377-BFC7-F58499C62BB8}" srcOrd="0" destOrd="1" presId="urn:microsoft.com/office/officeart/2005/8/layout/hList1"/>
    <dgm:cxn modelId="{0157985C-E9BB-4E5E-B7DB-742337E10D1F}" srcId="{3451FE96-32A9-4734-B29C-3C362F244ACF}" destId="{30F5AFE6-E21A-41BA-9CFD-B97E9C538FFD}" srcOrd="5" destOrd="0" parTransId="{E8F4EB50-4E45-4A21-B5CD-FC8362BF270B}" sibTransId="{E07A4864-989B-41DA-A956-933FF2F30793}"/>
    <dgm:cxn modelId="{0669EF5E-5969-4488-8693-98D95D8E796F}" type="presOf" srcId="{BD213B6C-3CB3-4831-8E36-1A9B9C3276F6}" destId="{1F77BCEF-450F-4377-BFC7-F58499C62BB8}" srcOrd="0" destOrd="3" presId="urn:microsoft.com/office/officeart/2005/8/layout/hList1"/>
    <dgm:cxn modelId="{97C9AB60-F489-4EB3-8233-62E11214D8E0}" type="presOf" srcId="{EF60B169-AE9D-4103-AD03-CD97334D0E06}" destId="{5D0FDC23-9FB2-46B4-91E9-74852B143198}" srcOrd="0" destOrd="3" presId="urn:microsoft.com/office/officeart/2005/8/layout/hList1"/>
    <dgm:cxn modelId="{B6233E63-7499-43E6-A4E7-01CE979040F5}" srcId="{95CC6882-21FA-441F-9F5B-22D2AAB4834F}" destId="{EA724F1C-996A-4B19-9D71-031F43258994}" srcOrd="2" destOrd="0" parTransId="{67E4CAE6-3AF1-47F1-A047-281913353654}" sibTransId="{B32BB5F2-ADA8-4505-9EC2-E522A8F9819D}"/>
    <dgm:cxn modelId="{49F1AB63-5C58-41A7-A4C8-56103F3EE05E}" srcId="{3451FE96-32A9-4734-B29C-3C362F244ACF}" destId="{BC480DE7-A4F5-40D9-9F47-4AE8C015DBD9}" srcOrd="4" destOrd="0" parTransId="{EAAC3DF3-4F54-41C5-A1A0-5DCF05763108}" sibTransId="{F72CC5A5-9EFA-4FBE-9829-07F449768D1D}"/>
    <dgm:cxn modelId="{0D318044-8E2A-4302-AD5D-E56C1E383A84}" type="presOf" srcId="{F1303F0A-378E-4C06-9B7E-2DE46586F0F8}" destId="{5D0FDC23-9FB2-46B4-91E9-74852B143198}" srcOrd="0" destOrd="2" presId="urn:microsoft.com/office/officeart/2005/8/layout/hList1"/>
    <dgm:cxn modelId="{B066E94E-547F-4939-B5E6-BC6CF7FD3B74}" srcId="{3C580939-3838-4A8B-93FA-BD3955698652}" destId="{62E2404F-2705-4A65-B96C-D5F32407B3B0}" srcOrd="0" destOrd="0" parTransId="{43C6B066-C2CA-4BFE-B046-41B3F7150C46}" sibTransId="{FBADC2C8-48C6-4325-A1E4-73F2F3EA735F}"/>
    <dgm:cxn modelId="{73F8EB76-9144-4432-B267-46A83C612CFA}" srcId="{3451FE96-32A9-4734-B29C-3C362F244ACF}" destId="{EF60B169-AE9D-4103-AD03-CD97334D0E06}" srcOrd="3" destOrd="0" parTransId="{A63CDF27-763C-4FE5-8496-03534F6BB61D}" sibTransId="{8C8F913D-18EC-4F1A-A243-00BF88FE3A3A}"/>
    <dgm:cxn modelId="{444B0D89-9F15-4239-B9C8-CA49B05F453C}" type="presOf" srcId="{5D451E2D-2134-4676-8C0F-37E46D64ADA4}" destId="{E38C4EFC-A5FA-4103-8C16-22A515DDE051}" srcOrd="0" destOrd="0" presId="urn:microsoft.com/office/officeart/2005/8/layout/hList1"/>
    <dgm:cxn modelId="{B8573C8C-7997-421F-A105-4116D3DFF8FA}" srcId="{3C580939-3838-4A8B-93FA-BD3955698652}" destId="{D2CB5371-E905-47A0-BE5C-1A5F980322A2}" srcOrd="3" destOrd="0" parTransId="{4D9C74A8-A1D9-4776-9DCF-722BBB27A309}" sibTransId="{08EA474D-7F71-472F-B923-D13F2F522677}"/>
    <dgm:cxn modelId="{D87C1591-3D8E-436A-8DD5-D90B6DEC4631}" type="presOf" srcId="{3C580939-3838-4A8B-93FA-BD3955698652}" destId="{359AD728-8DBE-479A-A3A8-68076E0D7FB1}" srcOrd="0" destOrd="0" presId="urn:microsoft.com/office/officeart/2005/8/layout/hList1"/>
    <dgm:cxn modelId="{F431F492-F588-483D-9096-35BA3448C242}" type="presOf" srcId="{BC480DE7-A4F5-40D9-9F47-4AE8C015DBD9}" destId="{5D0FDC23-9FB2-46B4-91E9-74852B143198}" srcOrd="0" destOrd="4" presId="urn:microsoft.com/office/officeart/2005/8/layout/hList1"/>
    <dgm:cxn modelId="{6AA44D9F-CFD9-4B7A-A7B0-7353955CE3C7}" srcId="{EA724F1C-996A-4B19-9D71-031F43258994}" destId="{8B8E910C-4DD4-4DC9-81A8-3774D71EBD70}" srcOrd="3" destOrd="0" parTransId="{6CB89867-B246-4B71-AAD7-1DF20A8DBEE2}" sibTransId="{1388C7F8-0C19-4891-875B-7711CC6DAEA6}"/>
    <dgm:cxn modelId="{5C9721A2-EFA2-4313-8CA4-6E1CEE644BF6}" srcId="{EA724F1C-996A-4B19-9D71-031F43258994}" destId="{35EE4769-38CC-4F9D-A5DB-05FD384DBA83}" srcOrd="4" destOrd="0" parTransId="{0F0E4A27-AD76-45F2-B5DE-083B12ECD12B}" sibTransId="{EC34BFC9-13FA-42F5-8BC1-2D4623D3F1E6}"/>
    <dgm:cxn modelId="{B76244A7-3C9C-48D4-94C5-43BE067D19E2}" srcId="{3451FE96-32A9-4734-B29C-3C362F244ACF}" destId="{DB13C033-EFD4-4329-AB4A-3C5E139693A6}" srcOrd="1" destOrd="0" parTransId="{A7FE5A3C-0579-4EB1-BC9A-D519C2D323E0}" sibTransId="{1CADD1AD-1CBE-4A0D-B6F9-EA88D2C0BB0F}"/>
    <dgm:cxn modelId="{B2E97FA9-AD55-4E71-8751-9EE3FFA7CAA9}" srcId="{3C580939-3838-4A8B-93FA-BD3955698652}" destId="{3451FE96-32A9-4734-B29C-3C362F244ACF}" srcOrd="2" destOrd="0" parTransId="{8B547BF2-C5BF-4F65-8C39-C72DDFEF026F}" sibTransId="{C9ABC6F5-B8F0-4AF0-9519-3772EC3213A6}"/>
    <dgm:cxn modelId="{E165BEAB-24B8-4C11-AA8A-D3B17DF4E750}" srcId="{EA724F1C-996A-4B19-9D71-031F43258994}" destId="{97331825-B7CE-40A9-B1CD-6ECF0C85222A}" srcOrd="2" destOrd="0" parTransId="{95BF82C6-32F0-4CB2-9247-94ED673FB974}" sibTransId="{7B663A7C-92DC-44B1-B36D-6E55574A6E73}"/>
    <dgm:cxn modelId="{591FCFAD-1C0F-4525-962D-0BCD1778C06B}" type="presOf" srcId="{5AF2722C-4CBF-4CB6-BC63-F5E070ADE44C}" destId="{1F77BCEF-450F-4377-BFC7-F58499C62BB8}" srcOrd="0" destOrd="4" presId="urn:microsoft.com/office/officeart/2005/8/layout/hList1"/>
    <dgm:cxn modelId="{C2413AB0-AC74-4B18-8A7A-062FF54B82DE}" type="presOf" srcId="{B92473B0-16E9-46BE-B7CC-DBA0B5DC7B5D}" destId="{1F77BCEF-450F-4377-BFC7-F58499C62BB8}" srcOrd="0" destOrd="0" presId="urn:microsoft.com/office/officeart/2005/8/layout/hList1"/>
    <dgm:cxn modelId="{61598FB5-34B2-4F1E-82D5-7A663198E434}" type="presOf" srcId="{D2CB5371-E905-47A0-BE5C-1A5F980322A2}" destId="{4A4F160E-AA1B-49C3-AFA3-49B5B2636347}" srcOrd="0" destOrd="0" presId="urn:microsoft.com/office/officeart/2005/8/layout/hList1"/>
    <dgm:cxn modelId="{A9F191C2-3B0F-44CD-A97B-48D9E9FB5D68}" srcId="{95CC6882-21FA-441F-9F5B-22D2AAB4834F}" destId="{BA61C5DD-A6B3-46ED-9F9C-825AA63774A1}" srcOrd="1" destOrd="0" parTransId="{5438B0E8-23B5-4C78-AF33-BB5C03FE7B7E}" sibTransId="{0585C2FB-984C-45B1-8819-AD400215F8A1}"/>
    <dgm:cxn modelId="{4EE478C5-8171-4179-BCE9-8612CD4DFA0A}" type="presOf" srcId="{EA724F1C-996A-4B19-9D71-031F43258994}" destId="{1F77BCEF-450F-4377-BFC7-F58499C62BB8}" srcOrd="0" destOrd="2" presId="urn:microsoft.com/office/officeart/2005/8/layout/hList1"/>
    <dgm:cxn modelId="{78FC88D0-EED8-4129-A7EC-25E8F3C686AA}" type="presOf" srcId="{56DE8186-8461-4119-B279-17DFFCDF242F}" destId="{5D0FDC23-9FB2-46B4-91E9-74852B143198}" srcOrd="0" destOrd="0" presId="urn:microsoft.com/office/officeart/2005/8/layout/hList1"/>
    <dgm:cxn modelId="{772267D2-7F8D-4D0D-9E6C-DABDDFA50F65}" srcId="{3451FE96-32A9-4734-B29C-3C362F244ACF}" destId="{F1303F0A-378E-4C06-9B7E-2DE46586F0F8}" srcOrd="2" destOrd="0" parTransId="{6FF8AF74-CA78-495C-86BC-75D4F40A6F7E}" sibTransId="{B11E86F0-21EB-443D-A4F6-D63F7D0DC7D1}"/>
    <dgm:cxn modelId="{C30E86D3-302C-4DA0-9BFE-9D4126E4E591}" type="presOf" srcId="{D4F609BB-27E2-4040-A37F-EE7150ECC508}" destId="{407C28D9-D0EA-4504-81C0-AEBAD24C4991}" srcOrd="0" destOrd="0" presId="urn:microsoft.com/office/officeart/2005/8/layout/hList1"/>
    <dgm:cxn modelId="{85504AE4-5C55-4D4A-9C45-EB1F35BA3021}" srcId="{95CC6882-21FA-441F-9F5B-22D2AAB4834F}" destId="{B92473B0-16E9-46BE-B7CC-DBA0B5DC7B5D}" srcOrd="0" destOrd="0" parTransId="{F00A4D88-EF9A-4752-A1D9-F74E2A225CD3}" sibTransId="{FC47D76D-3F6F-4CC9-9F41-3821E9078181}"/>
    <dgm:cxn modelId="{4E295FE5-8418-48E8-AE48-822646865955}" type="presOf" srcId="{3451FE96-32A9-4734-B29C-3C362F244ACF}" destId="{33DABCBB-E17B-4763-94F5-7F2234BAA115}" srcOrd="0" destOrd="0" presId="urn:microsoft.com/office/officeart/2005/8/layout/hList1"/>
    <dgm:cxn modelId="{F45AA9F0-56A8-4460-85E4-7C2E94BD6D72}" srcId="{EA724F1C-996A-4B19-9D71-031F43258994}" destId="{BD213B6C-3CB3-4831-8E36-1A9B9C3276F6}" srcOrd="0" destOrd="0" parTransId="{04A9A45A-0BBE-44B9-B83E-5BB0B59135E3}" sibTransId="{A4864C58-9F6D-45B7-9E9E-F4A2DD0BE703}"/>
    <dgm:cxn modelId="{D00BDCF1-BEB8-4564-8689-0E55CBD35460}" type="presOf" srcId="{62E2404F-2705-4A65-B96C-D5F32407B3B0}" destId="{643D099F-AE23-4586-934F-7ABBAB75AC88}" srcOrd="0" destOrd="0" presId="urn:microsoft.com/office/officeart/2005/8/layout/hList1"/>
    <dgm:cxn modelId="{D72A9FF2-913F-4B21-B159-E56D8BC293A8}" srcId="{3C580939-3838-4A8B-93FA-BD3955698652}" destId="{95CC6882-21FA-441F-9F5B-22D2AAB4834F}" srcOrd="1" destOrd="0" parTransId="{812F7AC5-DAC7-4063-AAC3-B9102B7101A9}" sibTransId="{FB30CCEB-4838-45E1-B131-4D8CA09051A1}"/>
    <dgm:cxn modelId="{F2294DFC-33B6-40D3-9981-316123FF6043}" type="presOf" srcId="{8B8E910C-4DD4-4DC9-81A8-3774D71EBD70}" destId="{1F77BCEF-450F-4377-BFC7-F58499C62BB8}" srcOrd="0" destOrd="6" presId="urn:microsoft.com/office/officeart/2005/8/layout/hList1"/>
    <dgm:cxn modelId="{78624BD4-56E1-4260-82FA-F907CE8765DA}" type="presParOf" srcId="{359AD728-8DBE-479A-A3A8-68076E0D7FB1}" destId="{5BEBF59C-7079-4367-8441-676B68B99C4F}" srcOrd="0" destOrd="0" presId="urn:microsoft.com/office/officeart/2005/8/layout/hList1"/>
    <dgm:cxn modelId="{56F96CDD-A4EF-4F31-8244-DDEC4DA6E7F1}" type="presParOf" srcId="{5BEBF59C-7079-4367-8441-676B68B99C4F}" destId="{643D099F-AE23-4586-934F-7ABBAB75AC88}" srcOrd="0" destOrd="0" presId="urn:microsoft.com/office/officeart/2005/8/layout/hList1"/>
    <dgm:cxn modelId="{10F5DE8D-4AA0-44F9-B659-5E35558046BB}" type="presParOf" srcId="{5BEBF59C-7079-4367-8441-676B68B99C4F}" destId="{E38C4EFC-A5FA-4103-8C16-22A515DDE051}" srcOrd="1" destOrd="0" presId="urn:microsoft.com/office/officeart/2005/8/layout/hList1"/>
    <dgm:cxn modelId="{91FACB49-F420-44BB-B0B2-CDDE614AB80F}" type="presParOf" srcId="{359AD728-8DBE-479A-A3A8-68076E0D7FB1}" destId="{DA79982D-B082-48CF-B039-2EA2EC036B32}" srcOrd="1" destOrd="0" presId="urn:microsoft.com/office/officeart/2005/8/layout/hList1"/>
    <dgm:cxn modelId="{2D9E9150-BCD1-489C-A4CD-6A3A8212DF13}" type="presParOf" srcId="{359AD728-8DBE-479A-A3A8-68076E0D7FB1}" destId="{CAC8491E-5127-4B81-9723-53F38C9F415D}" srcOrd="2" destOrd="0" presId="urn:microsoft.com/office/officeart/2005/8/layout/hList1"/>
    <dgm:cxn modelId="{5D5C3268-981D-4214-9859-4B96F8BCAA72}" type="presParOf" srcId="{CAC8491E-5127-4B81-9723-53F38C9F415D}" destId="{AE90C874-88DC-4949-99F7-44F4A2CA1813}" srcOrd="0" destOrd="0" presId="urn:microsoft.com/office/officeart/2005/8/layout/hList1"/>
    <dgm:cxn modelId="{6BB38957-A3EC-4CF7-8599-79A870CFE0A0}" type="presParOf" srcId="{CAC8491E-5127-4B81-9723-53F38C9F415D}" destId="{1F77BCEF-450F-4377-BFC7-F58499C62BB8}" srcOrd="1" destOrd="0" presId="urn:microsoft.com/office/officeart/2005/8/layout/hList1"/>
    <dgm:cxn modelId="{E0A1490D-B5AA-4925-802E-967D761F8102}" type="presParOf" srcId="{359AD728-8DBE-479A-A3A8-68076E0D7FB1}" destId="{589EF89C-5EBC-48C4-B0C3-0FE5C17C9D87}" srcOrd="3" destOrd="0" presId="urn:microsoft.com/office/officeart/2005/8/layout/hList1"/>
    <dgm:cxn modelId="{1A9F5B87-86D3-4F8B-AACB-449EC29A2BF2}" type="presParOf" srcId="{359AD728-8DBE-479A-A3A8-68076E0D7FB1}" destId="{02227FBE-0B27-4E11-989F-AB60C352F417}" srcOrd="4" destOrd="0" presId="urn:microsoft.com/office/officeart/2005/8/layout/hList1"/>
    <dgm:cxn modelId="{90E659B2-4632-44C6-8F06-05CBB1E88288}" type="presParOf" srcId="{02227FBE-0B27-4E11-989F-AB60C352F417}" destId="{33DABCBB-E17B-4763-94F5-7F2234BAA115}" srcOrd="0" destOrd="0" presId="urn:microsoft.com/office/officeart/2005/8/layout/hList1"/>
    <dgm:cxn modelId="{9CEDFBD1-A7CD-46E8-A42D-11E7D29D6762}" type="presParOf" srcId="{02227FBE-0B27-4E11-989F-AB60C352F417}" destId="{5D0FDC23-9FB2-46B4-91E9-74852B143198}" srcOrd="1" destOrd="0" presId="urn:microsoft.com/office/officeart/2005/8/layout/hList1"/>
    <dgm:cxn modelId="{D40A2AA4-A445-4611-95E5-2D05D3D57AA0}" type="presParOf" srcId="{359AD728-8DBE-479A-A3A8-68076E0D7FB1}" destId="{962E9768-E203-44BE-8961-BE5557A86C81}" srcOrd="5" destOrd="0" presId="urn:microsoft.com/office/officeart/2005/8/layout/hList1"/>
    <dgm:cxn modelId="{8F0DB461-83E6-4F5A-9AAD-CBFC204B8622}" type="presParOf" srcId="{359AD728-8DBE-479A-A3A8-68076E0D7FB1}" destId="{251AEEC3-A1FB-4DE6-9FE2-6BB461BC387F}" srcOrd="6" destOrd="0" presId="urn:microsoft.com/office/officeart/2005/8/layout/hList1"/>
    <dgm:cxn modelId="{147B0FC7-5D01-4951-97B7-432E33CFCEDC}" type="presParOf" srcId="{251AEEC3-A1FB-4DE6-9FE2-6BB461BC387F}" destId="{4A4F160E-AA1B-49C3-AFA3-49B5B2636347}" srcOrd="0" destOrd="0" presId="urn:microsoft.com/office/officeart/2005/8/layout/hList1"/>
    <dgm:cxn modelId="{97CE6CC9-8A19-407F-BFE3-AADDDF4C82FC}" type="presParOf" srcId="{251AEEC3-A1FB-4DE6-9FE2-6BB461BC387F}" destId="{407C28D9-D0EA-4504-81C0-AEBAD24C49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0489C8-3B23-445D-A67C-13BDA7F872B9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4CDEE18-F150-49FE-8DFC-B31719C69270}">
      <dgm:prSet phldrT="[Text]"/>
      <dgm:spPr/>
      <dgm:t>
        <a:bodyPr/>
        <a:lstStyle/>
        <a:p>
          <a:pPr>
            <a:buNone/>
          </a:pPr>
          <a:r>
            <a:rPr lang="en-US" b="1" dirty="0"/>
            <a:t>Principal Component Analysis (PCA)</a:t>
          </a:r>
          <a:endParaRPr lang="en-US" dirty="0"/>
        </a:p>
      </dgm:t>
    </dgm:pt>
    <dgm:pt modelId="{10103A96-7DA0-4852-A799-F4BE0B901217}" type="parTrans" cxnId="{33814213-3E50-465F-BDA7-E769E9E9747E}">
      <dgm:prSet/>
      <dgm:spPr/>
      <dgm:t>
        <a:bodyPr/>
        <a:lstStyle/>
        <a:p>
          <a:endParaRPr lang="en-US"/>
        </a:p>
      </dgm:t>
    </dgm:pt>
    <dgm:pt modelId="{5F99CFDC-8C01-4089-B6E7-9CF22FF3DFAD}" type="sibTrans" cxnId="{33814213-3E50-465F-BDA7-E769E9E9747E}">
      <dgm:prSet/>
      <dgm:spPr/>
      <dgm:t>
        <a:bodyPr/>
        <a:lstStyle/>
        <a:p>
          <a:endParaRPr lang="en-US"/>
        </a:p>
      </dgm:t>
    </dgm:pt>
    <dgm:pt modelId="{57D255E3-22E2-44D9-801C-18E6FEBF5D34}">
      <dgm:prSet/>
      <dgm:spPr/>
      <dgm:t>
        <a:bodyPr/>
        <a:lstStyle/>
        <a:p>
          <a:r>
            <a:rPr lang="en-US" b="1" dirty="0"/>
            <a:t>What is it?</a:t>
          </a:r>
        </a:p>
      </dgm:t>
    </dgm:pt>
    <dgm:pt modelId="{4EF54441-4E27-4920-8F12-E1630C7233C3}" type="parTrans" cxnId="{380A75CA-EC0B-4147-B68A-C782CDBD7054}">
      <dgm:prSet/>
      <dgm:spPr/>
      <dgm:t>
        <a:bodyPr/>
        <a:lstStyle/>
        <a:p>
          <a:endParaRPr lang="en-US"/>
        </a:p>
      </dgm:t>
    </dgm:pt>
    <dgm:pt modelId="{D1FE785D-F0FF-4D4D-87A2-65E882D28E2E}" type="sibTrans" cxnId="{380A75CA-EC0B-4147-B68A-C782CDBD7054}">
      <dgm:prSet/>
      <dgm:spPr/>
      <dgm:t>
        <a:bodyPr/>
        <a:lstStyle/>
        <a:p>
          <a:endParaRPr lang="en-US"/>
        </a:p>
      </dgm:t>
    </dgm:pt>
    <dgm:pt modelId="{B45B2865-0886-4DE9-9F47-53F38195CD25}">
      <dgm:prSet/>
      <dgm:spPr/>
      <dgm:t>
        <a:bodyPr/>
        <a:lstStyle/>
        <a:p>
          <a:r>
            <a:rPr lang="en-US" dirty="0"/>
            <a:t>A linear dimensionality-reduction technique that identifies directions of maximum variance within the data.</a:t>
          </a:r>
        </a:p>
      </dgm:t>
    </dgm:pt>
    <dgm:pt modelId="{9E8D70A9-B464-4D3F-91D2-9BD89533AD4C}" type="parTrans" cxnId="{1A462E9E-4CD3-4DED-952E-D97B03D6057E}">
      <dgm:prSet/>
      <dgm:spPr/>
      <dgm:t>
        <a:bodyPr/>
        <a:lstStyle/>
        <a:p>
          <a:endParaRPr lang="en-US"/>
        </a:p>
      </dgm:t>
    </dgm:pt>
    <dgm:pt modelId="{B7579C46-C0A2-4AD0-B3F4-CC88B8F48A0A}" type="sibTrans" cxnId="{1A462E9E-4CD3-4DED-952E-D97B03D6057E}">
      <dgm:prSet/>
      <dgm:spPr/>
      <dgm:t>
        <a:bodyPr/>
        <a:lstStyle/>
        <a:p>
          <a:endParaRPr lang="en-US"/>
        </a:p>
      </dgm:t>
    </dgm:pt>
    <dgm:pt modelId="{111B110A-C982-44D9-90A1-21AD247BD038}">
      <dgm:prSet/>
      <dgm:spPr/>
      <dgm:t>
        <a:bodyPr/>
        <a:lstStyle/>
        <a:p>
          <a:r>
            <a:rPr lang="en-US" b="1" dirty="0"/>
            <a:t>Why use it?</a:t>
          </a:r>
        </a:p>
      </dgm:t>
    </dgm:pt>
    <dgm:pt modelId="{2C2F88BB-3C79-4497-88D7-085A5BD90CAE}" type="parTrans" cxnId="{DD7D228F-961E-4D27-BB8F-30D429BC70F9}">
      <dgm:prSet/>
      <dgm:spPr/>
      <dgm:t>
        <a:bodyPr/>
        <a:lstStyle/>
        <a:p>
          <a:endParaRPr lang="en-US"/>
        </a:p>
      </dgm:t>
    </dgm:pt>
    <dgm:pt modelId="{834BB3CA-CFA5-49B7-8BCD-8EC8F7D79453}" type="sibTrans" cxnId="{DD7D228F-961E-4D27-BB8F-30D429BC70F9}">
      <dgm:prSet/>
      <dgm:spPr/>
      <dgm:t>
        <a:bodyPr/>
        <a:lstStyle/>
        <a:p>
          <a:endParaRPr lang="en-US"/>
        </a:p>
      </dgm:t>
    </dgm:pt>
    <dgm:pt modelId="{C888ECD4-D51D-48AC-843D-833E0BDF6846}">
      <dgm:prSet/>
      <dgm:spPr/>
      <dgm:t>
        <a:bodyPr/>
        <a:lstStyle/>
        <a:p>
          <a:r>
            <a:rPr lang="en-US" dirty="0"/>
            <a:t>Preserves variance</a:t>
          </a:r>
        </a:p>
      </dgm:t>
    </dgm:pt>
    <dgm:pt modelId="{D81B993A-37D2-4BCB-AB0D-A0F91A1C8421}" type="parTrans" cxnId="{37C4CC93-7662-4979-B839-8C8E2F8E45D6}">
      <dgm:prSet/>
      <dgm:spPr/>
      <dgm:t>
        <a:bodyPr/>
        <a:lstStyle/>
        <a:p>
          <a:endParaRPr lang="en-US"/>
        </a:p>
      </dgm:t>
    </dgm:pt>
    <dgm:pt modelId="{3ADB6688-BEF3-49F6-A289-495B9A215EDA}" type="sibTrans" cxnId="{37C4CC93-7662-4979-B839-8C8E2F8E45D6}">
      <dgm:prSet/>
      <dgm:spPr/>
      <dgm:t>
        <a:bodyPr/>
        <a:lstStyle/>
        <a:p>
          <a:endParaRPr lang="en-US"/>
        </a:p>
      </dgm:t>
    </dgm:pt>
    <dgm:pt modelId="{92E0446C-F1B4-479E-A302-9A8F465A7C52}">
      <dgm:prSet/>
      <dgm:spPr/>
      <dgm:t>
        <a:bodyPr/>
        <a:lstStyle/>
        <a:p>
          <a:r>
            <a:rPr lang="en-US" dirty="0"/>
            <a:t>Produces interpretable loadings</a:t>
          </a:r>
        </a:p>
      </dgm:t>
    </dgm:pt>
    <dgm:pt modelId="{7BE56131-DD6A-48BE-8CAD-F283110223E3}" type="parTrans" cxnId="{9C6BE941-14CD-4DAB-B746-2510ADE955F0}">
      <dgm:prSet/>
      <dgm:spPr/>
      <dgm:t>
        <a:bodyPr/>
        <a:lstStyle/>
        <a:p>
          <a:endParaRPr lang="en-US"/>
        </a:p>
      </dgm:t>
    </dgm:pt>
    <dgm:pt modelId="{E75FC0EA-C7A5-409C-9DB4-2749A342DBC1}" type="sibTrans" cxnId="{9C6BE941-14CD-4DAB-B746-2510ADE955F0}">
      <dgm:prSet/>
      <dgm:spPr/>
      <dgm:t>
        <a:bodyPr/>
        <a:lstStyle/>
        <a:p>
          <a:endParaRPr lang="en-US"/>
        </a:p>
      </dgm:t>
    </dgm:pt>
    <dgm:pt modelId="{CDA3033D-DF05-4274-AC68-4E404D50317D}">
      <dgm:prSet/>
      <dgm:spPr/>
      <dgm:t>
        <a:bodyPr/>
        <a:lstStyle/>
        <a:p>
          <a:r>
            <a:rPr lang="en-US" dirty="0"/>
            <a:t>Establishes a baseline representation</a:t>
          </a:r>
        </a:p>
      </dgm:t>
    </dgm:pt>
    <dgm:pt modelId="{449FAD47-592E-43F5-B883-6DEBD32A1773}" type="parTrans" cxnId="{F0C11B42-082E-49AB-ADB2-EAAD2F89AE23}">
      <dgm:prSet/>
      <dgm:spPr/>
      <dgm:t>
        <a:bodyPr/>
        <a:lstStyle/>
        <a:p>
          <a:endParaRPr lang="en-US"/>
        </a:p>
      </dgm:t>
    </dgm:pt>
    <dgm:pt modelId="{D6E246DA-3654-41A1-8862-16058D56A66F}" type="sibTrans" cxnId="{F0C11B42-082E-49AB-ADB2-EAAD2F89AE23}">
      <dgm:prSet/>
      <dgm:spPr/>
      <dgm:t>
        <a:bodyPr/>
        <a:lstStyle/>
        <a:p>
          <a:endParaRPr lang="en-US"/>
        </a:p>
      </dgm:t>
    </dgm:pt>
    <dgm:pt modelId="{C360BC60-B00B-43C0-AB72-DE9471EE632D}">
      <dgm:prSet/>
      <dgm:spPr/>
      <dgm:t>
        <a:bodyPr/>
        <a:lstStyle/>
        <a:p>
          <a:r>
            <a:rPr lang="en-US" b="1" dirty="0"/>
            <a:t>Kernel PCA</a:t>
          </a:r>
        </a:p>
      </dgm:t>
    </dgm:pt>
    <dgm:pt modelId="{AC185DA3-F629-4C3F-96A7-470837C3E0C6}" type="parTrans" cxnId="{F305A376-53CE-46FE-8D3E-84D10F3F1707}">
      <dgm:prSet/>
      <dgm:spPr/>
      <dgm:t>
        <a:bodyPr/>
        <a:lstStyle/>
        <a:p>
          <a:endParaRPr lang="en-US"/>
        </a:p>
      </dgm:t>
    </dgm:pt>
    <dgm:pt modelId="{31513E8F-D579-43B9-95A6-0CF79C837005}" type="sibTrans" cxnId="{F305A376-53CE-46FE-8D3E-84D10F3F1707}">
      <dgm:prSet/>
      <dgm:spPr/>
      <dgm:t>
        <a:bodyPr/>
        <a:lstStyle/>
        <a:p>
          <a:endParaRPr lang="en-US"/>
        </a:p>
      </dgm:t>
    </dgm:pt>
    <dgm:pt modelId="{445793B8-53DE-447E-9F04-5EC7CA86DC96}">
      <dgm:prSet/>
      <dgm:spPr/>
      <dgm:t>
        <a:bodyPr/>
        <a:lstStyle/>
        <a:p>
          <a:r>
            <a:rPr lang="en-US" b="1" dirty="0"/>
            <a:t>What is it?</a:t>
          </a:r>
        </a:p>
      </dgm:t>
    </dgm:pt>
    <dgm:pt modelId="{A32E8D8E-8736-4903-8D99-FAE3822E03F9}" type="parTrans" cxnId="{4B2590C9-A804-4B49-8E66-AE7AE6B41369}">
      <dgm:prSet/>
      <dgm:spPr/>
      <dgm:t>
        <a:bodyPr/>
        <a:lstStyle/>
        <a:p>
          <a:endParaRPr lang="en-US"/>
        </a:p>
      </dgm:t>
    </dgm:pt>
    <dgm:pt modelId="{D4EE385A-F32F-43C5-B219-16A48F59025C}" type="sibTrans" cxnId="{4B2590C9-A804-4B49-8E66-AE7AE6B41369}">
      <dgm:prSet/>
      <dgm:spPr/>
      <dgm:t>
        <a:bodyPr/>
        <a:lstStyle/>
        <a:p>
          <a:endParaRPr lang="en-US"/>
        </a:p>
      </dgm:t>
    </dgm:pt>
    <dgm:pt modelId="{0DA21D7D-C876-4715-8815-BF260C67308A}">
      <dgm:prSet/>
      <dgm:spPr/>
      <dgm:t>
        <a:bodyPr/>
        <a:lstStyle/>
        <a:p>
          <a:r>
            <a:rPr lang="en-US" dirty="0"/>
            <a:t>A nonlinear extension of PCA that uses kernel functions to reveal curved and complex relationships.</a:t>
          </a:r>
        </a:p>
      </dgm:t>
    </dgm:pt>
    <dgm:pt modelId="{27007401-C3F8-42EE-933A-40AC8D433F6B}" type="parTrans" cxnId="{A3D853A2-95BB-4620-99DD-F9DC39225C23}">
      <dgm:prSet/>
      <dgm:spPr/>
      <dgm:t>
        <a:bodyPr/>
        <a:lstStyle/>
        <a:p>
          <a:endParaRPr lang="en-US"/>
        </a:p>
      </dgm:t>
    </dgm:pt>
    <dgm:pt modelId="{5BBE8B4F-4242-4DBF-AA6C-C1F8B73E8408}" type="sibTrans" cxnId="{A3D853A2-95BB-4620-99DD-F9DC39225C23}">
      <dgm:prSet/>
      <dgm:spPr/>
      <dgm:t>
        <a:bodyPr/>
        <a:lstStyle/>
        <a:p>
          <a:endParaRPr lang="en-US"/>
        </a:p>
      </dgm:t>
    </dgm:pt>
    <dgm:pt modelId="{B0D752A5-1917-4016-ACBF-9E5737FC2203}">
      <dgm:prSet/>
      <dgm:spPr/>
      <dgm:t>
        <a:bodyPr/>
        <a:lstStyle/>
        <a:p>
          <a:r>
            <a:rPr lang="en-US" b="1" dirty="0"/>
            <a:t>Why use it?</a:t>
          </a:r>
        </a:p>
      </dgm:t>
    </dgm:pt>
    <dgm:pt modelId="{AA7C8ADC-F7D2-4F16-A3E7-DD5B9980C0D0}" type="parTrans" cxnId="{96CED3B9-7687-4325-926D-D8314D126E7B}">
      <dgm:prSet/>
      <dgm:spPr/>
      <dgm:t>
        <a:bodyPr/>
        <a:lstStyle/>
        <a:p>
          <a:endParaRPr lang="en-US"/>
        </a:p>
      </dgm:t>
    </dgm:pt>
    <dgm:pt modelId="{CE7AD9FC-F135-4E0E-B39D-A03C014C5BED}" type="sibTrans" cxnId="{96CED3B9-7687-4325-926D-D8314D126E7B}">
      <dgm:prSet/>
      <dgm:spPr/>
      <dgm:t>
        <a:bodyPr/>
        <a:lstStyle/>
        <a:p>
          <a:endParaRPr lang="en-US"/>
        </a:p>
      </dgm:t>
    </dgm:pt>
    <dgm:pt modelId="{5B8C4B97-66F7-490D-B1BA-E4A6A196CD63}">
      <dgm:prSet/>
      <dgm:spPr/>
      <dgm:t>
        <a:bodyPr/>
        <a:lstStyle/>
        <a:p>
          <a:r>
            <a:rPr lang="en-US" dirty="0"/>
            <a:t>Captures nonlinear structure</a:t>
          </a:r>
        </a:p>
      </dgm:t>
    </dgm:pt>
    <dgm:pt modelId="{4077D904-2AB9-4D48-BE65-37101E0EBD2D}" type="parTrans" cxnId="{42D0170E-D036-409B-9497-5658232D4332}">
      <dgm:prSet/>
      <dgm:spPr/>
      <dgm:t>
        <a:bodyPr/>
        <a:lstStyle/>
        <a:p>
          <a:endParaRPr lang="en-US"/>
        </a:p>
      </dgm:t>
    </dgm:pt>
    <dgm:pt modelId="{803372E3-4981-427B-B632-317435F24971}" type="sibTrans" cxnId="{42D0170E-D036-409B-9497-5658232D4332}">
      <dgm:prSet/>
      <dgm:spPr/>
      <dgm:t>
        <a:bodyPr/>
        <a:lstStyle/>
        <a:p>
          <a:endParaRPr lang="en-US"/>
        </a:p>
      </dgm:t>
    </dgm:pt>
    <dgm:pt modelId="{46CB0E49-FCF8-4CDC-AF40-79645125517B}">
      <dgm:prSet/>
      <dgm:spPr/>
      <dgm:t>
        <a:bodyPr/>
        <a:lstStyle/>
        <a:p>
          <a:r>
            <a:rPr lang="en-US" dirty="0"/>
            <a:t>Improves separation when PCA is limited</a:t>
          </a:r>
        </a:p>
      </dgm:t>
    </dgm:pt>
    <dgm:pt modelId="{AD6BF4DC-9C6F-44BB-AB6E-C3606B74F2D4}" type="parTrans" cxnId="{7D663FB4-7C48-4AD4-BFE6-E470BA67BA5E}">
      <dgm:prSet/>
      <dgm:spPr/>
      <dgm:t>
        <a:bodyPr/>
        <a:lstStyle/>
        <a:p>
          <a:endParaRPr lang="en-US"/>
        </a:p>
      </dgm:t>
    </dgm:pt>
    <dgm:pt modelId="{96501079-9351-4F77-A8CC-49DE861B8369}" type="sibTrans" cxnId="{7D663FB4-7C48-4AD4-BFE6-E470BA67BA5E}">
      <dgm:prSet/>
      <dgm:spPr/>
      <dgm:t>
        <a:bodyPr/>
        <a:lstStyle/>
        <a:p>
          <a:endParaRPr lang="en-US"/>
        </a:p>
      </dgm:t>
    </dgm:pt>
    <dgm:pt modelId="{5F2D033B-F51F-471F-8E28-61AC023CCFCF}">
      <dgm:prSet/>
      <dgm:spPr/>
      <dgm:t>
        <a:bodyPr/>
        <a:lstStyle/>
        <a:p>
          <a:r>
            <a:rPr lang="en-US" dirty="0"/>
            <a:t>Reveals hidden geometry in feature space</a:t>
          </a:r>
        </a:p>
      </dgm:t>
    </dgm:pt>
    <dgm:pt modelId="{474BBE22-1591-406D-830D-02985B463748}" type="parTrans" cxnId="{4109A75A-DA7F-435E-8621-E05B6345AB47}">
      <dgm:prSet/>
      <dgm:spPr/>
      <dgm:t>
        <a:bodyPr/>
        <a:lstStyle/>
        <a:p>
          <a:endParaRPr lang="en-US"/>
        </a:p>
      </dgm:t>
    </dgm:pt>
    <dgm:pt modelId="{7D74A30A-082A-4F95-8A4B-EDBA2C41A367}" type="sibTrans" cxnId="{4109A75A-DA7F-435E-8621-E05B6345AB47}">
      <dgm:prSet/>
      <dgm:spPr/>
      <dgm:t>
        <a:bodyPr/>
        <a:lstStyle/>
        <a:p>
          <a:endParaRPr lang="en-US"/>
        </a:p>
      </dgm:t>
    </dgm:pt>
    <dgm:pt modelId="{4BC4679C-0A3A-4C6C-86A8-ED1BE4ECFEF3}">
      <dgm:prSet/>
      <dgm:spPr/>
      <dgm:t>
        <a:bodyPr/>
        <a:lstStyle/>
        <a:p>
          <a:r>
            <a:rPr lang="en-US" b="1"/>
            <a:t>t-SNE</a:t>
          </a:r>
          <a:endParaRPr lang="en-US" b="1" dirty="0"/>
        </a:p>
      </dgm:t>
    </dgm:pt>
    <dgm:pt modelId="{ACA7C3DC-4BE5-4EC0-911C-67B741556A54}" type="parTrans" cxnId="{4AD9E31A-77DA-4A2C-B54D-DB753F0510AF}">
      <dgm:prSet/>
      <dgm:spPr/>
      <dgm:t>
        <a:bodyPr/>
        <a:lstStyle/>
        <a:p>
          <a:endParaRPr lang="en-US"/>
        </a:p>
      </dgm:t>
    </dgm:pt>
    <dgm:pt modelId="{B64C8A82-B50E-4928-BE37-4801E8FE2E1E}" type="sibTrans" cxnId="{4AD9E31A-77DA-4A2C-B54D-DB753F0510AF}">
      <dgm:prSet/>
      <dgm:spPr/>
      <dgm:t>
        <a:bodyPr/>
        <a:lstStyle/>
        <a:p>
          <a:endParaRPr lang="en-US"/>
        </a:p>
      </dgm:t>
    </dgm:pt>
    <dgm:pt modelId="{EB23212D-7571-4EFF-A1EE-A7932315C274}">
      <dgm:prSet/>
      <dgm:spPr/>
      <dgm:t>
        <a:bodyPr/>
        <a:lstStyle/>
        <a:p>
          <a:r>
            <a:rPr lang="en-US" b="1" dirty="0"/>
            <a:t>What is it?</a:t>
          </a:r>
        </a:p>
      </dgm:t>
    </dgm:pt>
    <dgm:pt modelId="{0D81C932-B201-43C4-9673-7B5896069FBB}" type="parTrans" cxnId="{7A69A15F-C1B7-4E0D-92F2-10A650B7F062}">
      <dgm:prSet/>
      <dgm:spPr/>
      <dgm:t>
        <a:bodyPr/>
        <a:lstStyle/>
        <a:p>
          <a:endParaRPr lang="en-US"/>
        </a:p>
      </dgm:t>
    </dgm:pt>
    <dgm:pt modelId="{76DF1BA5-E668-4298-9035-433804EC40D9}" type="sibTrans" cxnId="{7A69A15F-C1B7-4E0D-92F2-10A650B7F062}">
      <dgm:prSet/>
      <dgm:spPr/>
      <dgm:t>
        <a:bodyPr/>
        <a:lstStyle/>
        <a:p>
          <a:endParaRPr lang="en-US"/>
        </a:p>
      </dgm:t>
    </dgm:pt>
    <dgm:pt modelId="{2A911878-C453-4911-847C-99BFA9D3CD04}">
      <dgm:prSet/>
      <dgm:spPr/>
      <dgm:t>
        <a:bodyPr/>
        <a:lstStyle/>
        <a:p>
          <a:r>
            <a:rPr lang="en-US" dirty="0"/>
            <a:t>A nonlinear embedding method that focuses on preserving local neighborhood relationships.</a:t>
          </a:r>
        </a:p>
      </dgm:t>
    </dgm:pt>
    <dgm:pt modelId="{70A5AF76-0A07-4DBC-8558-8C80FA2C92EB}" type="parTrans" cxnId="{430C0C11-12BF-456F-A952-7260561F30E2}">
      <dgm:prSet/>
      <dgm:spPr/>
      <dgm:t>
        <a:bodyPr/>
        <a:lstStyle/>
        <a:p>
          <a:endParaRPr lang="en-US"/>
        </a:p>
      </dgm:t>
    </dgm:pt>
    <dgm:pt modelId="{24E1F2E7-764D-4C39-8E77-887229126CAC}" type="sibTrans" cxnId="{430C0C11-12BF-456F-A952-7260561F30E2}">
      <dgm:prSet/>
      <dgm:spPr/>
      <dgm:t>
        <a:bodyPr/>
        <a:lstStyle/>
        <a:p>
          <a:endParaRPr lang="en-US"/>
        </a:p>
      </dgm:t>
    </dgm:pt>
    <dgm:pt modelId="{F140D2FC-4CC5-42E2-B79F-642E8999A13B}">
      <dgm:prSet/>
      <dgm:spPr/>
      <dgm:t>
        <a:bodyPr/>
        <a:lstStyle/>
        <a:p>
          <a:r>
            <a:rPr lang="en-US" b="1" dirty="0"/>
            <a:t>Why use it?</a:t>
          </a:r>
        </a:p>
      </dgm:t>
    </dgm:pt>
    <dgm:pt modelId="{111A07E1-ECC9-425B-95DB-DE245ED578F5}" type="parTrans" cxnId="{A649893D-0448-49AC-95A3-E314BDC49D77}">
      <dgm:prSet/>
      <dgm:spPr/>
      <dgm:t>
        <a:bodyPr/>
        <a:lstStyle/>
        <a:p>
          <a:endParaRPr lang="en-US"/>
        </a:p>
      </dgm:t>
    </dgm:pt>
    <dgm:pt modelId="{F6AA8ABB-4929-41C9-8F37-C1113F6394F8}" type="sibTrans" cxnId="{A649893D-0448-49AC-95A3-E314BDC49D77}">
      <dgm:prSet/>
      <dgm:spPr/>
      <dgm:t>
        <a:bodyPr/>
        <a:lstStyle/>
        <a:p>
          <a:endParaRPr lang="en-US"/>
        </a:p>
      </dgm:t>
    </dgm:pt>
    <dgm:pt modelId="{CD7FA5FE-917E-4673-A107-B56D65B3BA33}">
      <dgm:prSet/>
      <dgm:spPr/>
      <dgm:t>
        <a:bodyPr/>
        <a:lstStyle/>
        <a:p>
          <a:r>
            <a:rPr lang="en-US" dirty="0"/>
            <a:t>Excellent for visualization</a:t>
          </a:r>
        </a:p>
      </dgm:t>
    </dgm:pt>
    <dgm:pt modelId="{9A7E990B-15FE-4A1B-B24D-04460A2BF98F}" type="parTrans" cxnId="{1B37C80C-E406-4481-961E-2CECA44A8982}">
      <dgm:prSet/>
      <dgm:spPr/>
      <dgm:t>
        <a:bodyPr/>
        <a:lstStyle/>
        <a:p>
          <a:endParaRPr lang="en-US"/>
        </a:p>
      </dgm:t>
    </dgm:pt>
    <dgm:pt modelId="{167B5804-0737-420E-B33F-1D9194E97D0A}" type="sibTrans" cxnId="{1B37C80C-E406-4481-961E-2CECA44A8982}">
      <dgm:prSet/>
      <dgm:spPr/>
      <dgm:t>
        <a:bodyPr/>
        <a:lstStyle/>
        <a:p>
          <a:endParaRPr lang="en-US"/>
        </a:p>
      </dgm:t>
    </dgm:pt>
    <dgm:pt modelId="{A493E8D8-737E-459F-A217-A8464F6B3476}">
      <dgm:prSet/>
      <dgm:spPr/>
      <dgm:t>
        <a:bodyPr/>
        <a:lstStyle/>
        <a:p>
          <a:r>
            <a:rPr lang="en-US" dirty="0"/>
            <a:t>Reveals cluster separation</a:t>
          </a:r>
        </a:p>
      </dgm:t>
    </dgm:pt>
    <dgm:pt modelId="{FA0F1EC1-CB37-4C18-A7D3-924F7BF46EAE}" type="parTrans" cxnId="{1901B229-2ACD-4453-B51B-8E9F1E5D9B4B}">
      <dgm:prSet/>
      <dgm:spPr/>
      <dgm:t>
        <a:bodyPr/>
        <a:lstStyle/>
        <a:p>
          <a:endParaRPr lang="en-US"/>
        </a:p>
      </dgm:t>
    </dgm:pt>
    <dgm:pt modelId="{60B60F0D-00F9-49B8-8413-DB0B8E87CAC3}" type="sibTrans" cxnId="{1901B229-2ACD-4453-B51B-8E9F1E5D9B4B}">
      <dgm:prSet/>
      <dgm:spPr/>
      <dgm:t>
        <a:bodyPr/>
        <a:lstStyle/>
        <a:p>
          <a:endParaRPr lang="en-US"/>
        </a:p>
      </dgm:t>
    </dgm:pt>
    <dgm:pt modelId="{F972293E-BDAA-45B5-BBFD-C69C2CFE32E3}">
      <dgm:prSet/>
      <dgm:spPr/>
      <dgm:t>
        <a:bodyPr/>
        <a:lstStyle/>
        <a:p>
          <a:r>
            <a:rPr lang="en-US" dirty="0"/>
            <a:t>Highlights local population structure</a:t>
          </a:r>
        </a:p>
      </dgm:t>
    </dgm:pt>
    <dgm:pt modelId="{1229AD07-202A-4A80-A075-BAF4B9CDDD8B}" type="parTrans" cxnId="{A43A236E-30FD-48A6-98EC-2D7318C93823}">
      <dgm:prSet/>
      <dgm:spPr/>
      <dgm:t>
        <a:bodyPr/>
        <a:lstStyle/>
        <a:p>
          <a:endParaRPr lang="en-US"/>
        </a:p>
      </dgm:t>
    </dgm:pt>
    <dgm:pt modelId="{D8116C45-EB00-4DB4-9DF3-90F5AD46AC8E}" type="sibTrans" cxnId="{A43A236E-30FD-48A6-98EC-2D7318C93823}">
      <dgm:prSet/>
      <dgm:spPr/>
      <dgm:t>
        <a:bodyPr/>
        <a:lstStyle/>
        <a:p>
          <a:endParaRPr lang="en-US"/>
        </a:p>
      </dgm:t>
    </dgm:pt>
    <dgm:pt modelId="{9D7FBC5E-7A59-4B38-8AB3-5E2B0E0502BA}">
      <dgm:prSet/>
      <dgm:spPr/>
      <dgm:t>
        <a:bodyPr/>
        <a:lstStyle/>
        <a:p>
          <a:r>
            <a:rPr lang="en-US" b="1"/>
            <a:t>UMAP</a:t>
          </a:r>
          <a:endParaRPr lang="en-US" b="1" dirty="0"/>
        </a:p>
      </dgm:t>
    </dgm:pt>
    <dgm:pt modelId="{F6500C4A-2165-4856-926B-5396BF211DCB}" type="parTrans" cxnId="{380A29A8-04B5-4468-91B5-D2D10CD4BC42}">
      <dgm:prSet/>
      <dgm:spPr/>
      <dgm:t>
        <a:bodyPr/>
        <a:lstStyle/>
        <a:p>
          <a:endParaRPr lang="en-US"/>
        </a:p>
      </dgm:t>
    </dgm:pt>
    <dgm:pt modelId="{80B5420E-71AC-46A6-9CFB-9DCD0B40AF95}" type="sibTrans" cxnId="{380A29A8-04B5-4468-91B5-D2D10CD4BC42}">
      <dgm:prSet/>
      <dgm:spPr/>
      <dgm:t>
        <a:bodyPr/>
        <a:lstStyle/>
        <a:p>
          <a:endParaRPr lang="en-US"/>
        </a:p>
      </dgm:t>
    </dgm:pt>
    <dgm:pt modelId="{B3858954-12D2-46E2-9A9D-61423C7C9082}">
      <dgm:prSet/>
      <dgm:spPr/>
      <dgm:t>
        <a:bodyPr/>
        <a:lstStyle/>
        <a:p>
          <a:r>
            <a:rPr lang="en-US" b="1" dirty="0"/>
            <a:t>What is it?</a:t>
          </a:r>
          <a:endParaRPr lang="en-US" dirty="0"/>
        </a:p>
      </dgm:t>
    </dgm:pt>
    <dgm:pt modelId="{C07A2E65-5672-4827-A03A-C70F81D29CF8}" type="parTrans" cxnId="{0F302D1D-EC85-4240-968D-FCFF19B0EAF4}">
      <dgm:prSet/>
      <dgm:spPr/>
      <dgm:t>
        <a:bodyPr/>
        <a:lstStyle/>
        <a:p>
          <a:endParaRPr lang="en-US"/>
        </a:p>
      </dgm:t>
    </dgm:pt>
    <dgm:pt modelId="{7E8DD7DA-EE3A-4E93-9A04-81726049679F}" type="sibTrans" cxnId="{0F302D1D-EC85-4240-968D-FCFF19B0EAF4}">
      <dgm:prSet/>
      <dgm:spPr/>
      <dgm:t>
        <a:bodyPr/>
        <a:lstStyle/>
        <a:p>
          <a:endParaRPr lang="en-US"/>
        </a:p>
      </dgm:t>
    </dgm:pt>
    <dgm:pt modelId="{43F01F60-1101-4A80-93AD-805A09F07105}">
      <dgm:prSet/>
      <dgm:spPr/>
      <dgm:t>
        <a:bodyPr/>
        <a:lstStyle/>
        <a:p>
          <a:r>
            <a:rPr lang="en-US" dirty="0"/>
            <a:t>A nonlinear manifold-learning algorithm that preserves both local and global relationships.</a:t>
          </a:r>
        </a:p>
      </dgm:t>
    </dgm:pt>
    <dgm:pt modelId="{7F18F06E-B208-4B19-8C4F-7DC870CFFDF1}" type="parTrans" cxnId="{D9F3C164-C037-4AB1-A283-0AC00FC0586B}">
      <dgm:prSet/>
      <dgm:spPr/>
      <dgm:t>
        <a:bodyPr/>
        <a:lstStyle/>
        <a:p>
          <a:endParaRPr lang="en-US"/>
        </a:p>
      </dgm:t>
    </dgm:pt>
    <dgm:pt modelId="{ACC88615-C474-4AB3-9AB4-0843631614D9}" type="sibTrans" cxnId="{D9F3C164-C037-4AB1-A283-0AC00FC0586B}">
      <dgm:prSet/>
      <dgm:spPr/>
      <dgm:t>
        <a:bodyPr/>
        <a:lstStyle/>
        <a:p>
          <a:endParaRPr lang="en-US"/>
        </a:p>
      </dgm:t>
    </dgm:pt>
    <dgm:pt modelId="{3AE0305D-CCC8-4A3A-9DA4-F370674B61CF}">
      <dgm:prSet/>
      <dgm:spPr/>
      <dgm:t>
        <a:bodyPr/>
        <a:lstStyle/>
        <a:p>
          <a:r>
            <a:rPr lang="en-US" b="1" dirty="0"/>
            <a:t>Why use it?</a:t>
          </a:r>
          <a:endParaRPr lang="en-US" dirty="0"/>
        </a:p>
      </dgm:t>
    </dgm:pt>
    <dgm:pt modelId="{097774F1-B6DA-4DDC-BCDC-D7228E89CBDE}" type="parTrans" cxnId="{03F2DC6A-A433-497F-A10A-9990925F67FC}">
      <dgm:prSet/>
      <dgm:spPr/>
      <dgm:t>
        <a:bodyPr/>
        <a:lstStyle/>
        <a:p>
          <a:endParaRPr lang="en-US"/>
        </a:p>
      </dgm:t>
    </dgm:pt>
    <dgm:pt modelId="{99A669C1-FF02-48F2-A708-7E79CC522B21}" type="sibTrans" cxnId="{03F2DC6A-A433-497F-A10A-9990925F67FC}">
      <dgm:prSet/>
      <dgm:spPr/>
      <dgm:t>
        <a:bodyPr/>
        <a:lstStyle/>
        <a:p>
          <a:endParaRPr lang="en-US"/>
        </a:p>
      </dgm:t>
    </dgm:pt>
    <dgm:pt modelId="{C90EEFAC-BCDF-4F76-9A7B-C06FFFCE72B3}">
      <dgm:prSet/>
      <dgm:spPr/>
      <dgm:t>
        <a:bodyPr/>
        <a:lstStyle/>
        <a:p>
          <a:r>
            <a:rPr lang="en-US" dirty="0"/>
            <a:t>Strong cluster separation</a:t>
          </a:r>
        </a:p>
      </dgm:t>
    </dgm:pt>
    <dgm:pt modelId="{E7CE24E6-0B26-48FD-BA1A-0BD35EE8A0A2}" type="parTrans" cxnId="{B9F526D2-44A5-4630-8C5C-AC3D2AD3EC79}">
      <dgm:prSet/>
      <dgm:spPr/>
      <dgm:t>
        <a:bodyPr/>
        <a:lstStyle/>
        <a:p>
          <a:endParaRPr lang="en-US"/>
        </a:p>
      </dgm:t>
    </dgm:pt>
    <dgm:pt modelId="{F4158CEA-609B-4AC5-BB8F-B373E97A4372}" type="sibTrans" cxnId="{B9F526D2-44A5-4630-8C5C-AC3D2AD3EC79}">
      <dgm:prSet/>
      <dgm:spPr/>
      <dgm:t>
        <a:bodyPr/>
        <a:lstStyle/>
        <a:p>
          <a:endParaRPr lang="en-US"/>
        </a:p>
      </dgm:t>
    </dgm:pt>
    <dgm:pt modelId="{393299FD-1142-49D4-9ACA-D9179EFAD67C}">
      <dgm:prSet/>
      <dgm:spPr/>
      <dgm:t>
        <a:bodyPr/>
        <a:lstStyle/>
        <a:p>
          <a:r>
            <a:rPr lang="en-US" dirty="0"/>
            <a:t>Maintains broader dataset structure</a:t>
          </a:r>
        </a:p>
      </dgm:t>
    </dgm:pt>
    <dgm:pt modelId="{83D20A65-7174-454A-A575-9C5A1CDA430B}" type="parTrans" cxnId="{37DF4789-C029-4BD4-BD9E-ADB57B00E1D9}">
      <dgm:prSet/>
      <dgm:spPr/>
      <dgm:t>
        <a:bodyPr/>
        <a:lstStyle/>
        <a:p>
          <a:endParaRPr lang="en-US"/>
        </a:p>
      </dgm:t>
    </dgm:pt>
    <dgm:pt modelId="{BF1C0600-1AF3-4C10-9907-627C130A25D4}" type="sibTrans" cxnId="{37DF4789-C029-4BD4-BD9E-ADB57B00E1D9}">
      <dgm:prSet/>
      <dgm:spPr/>
      <dgm:t>
        <a:bodyPr/>
        <a:lstStyle/>
        <a:p>
          <a:endParaRPr lang="en-US"/>
        </a:p>
      </dgm:t>
    </dgm:pt>
    <dgm:pt modelId="{4AA13CDA-7C1D-49E6-9D33-F321229635F0}">
      <dgm:prSet/>
      <dgm:spPr/>
      <dgm:t>
        <a:bodyPr/>
        <a:lstStyle/>
        <a:p>
          <a:r>
            <a:rPr lang="en-US" dirty="0"/>
            <a:t>Generates highly interpretable visualizations</a:t>
          </a:r>
        </a:p>
      </dgm:t>
    </dgm:pt>
    <dgm:pt modelId="{FAD72279-866C-4A5C-BCCF-3CA4DD5BAA02}" type="parTrans" cxnId="{B239553A-3D74-4E7A-B93D-75F3334AC66C}">
      <dgm:prSet/>
      <dgm:spPr/>
      <dgm:t>
        <a:bodyPr/>
        <a:lstStyle/>
        <a:p>
          <a:endParaRPr lang="en-US"/>
        </a:p>
      </dgm:t>
    </dgm:pt>
    <dgm:pt modelId="{086FE589-704A-4241-ACCB-CB645B7CE97F}" type="sibTrans" cxnId="{B239553A-3D74-4E7A-B93D-75F3334AC66C}">
      <dgm:prSet/>
      <dgm:spPr/>
      <dgm:t>
        <a:bodyPr/>
        <a:lstStyle/>
        <a:p>
          <a:endParaRPr lang="en-US"/>
        </a:p>
      </dgm:t>
    </dgm:pt>
    <dgm:pt modelId="{072BE71A-D95B-44E4-9476-2D6FDF984CF2}">
      <dgm:prSet/>
      <dgm:spPr/>
      <dgm:t>
        <a:bodyPr/>
        <a:lstStyle/>
        <a:p>
          <a:r>
            <a:rPr lang="en-US" b="1"/>
            <a:t>Non-Negative Matrix Factorization (NMF)</a:t>
          </a:r>
          <a:endParaRPr lang="en-US" b="1" dirty="0"/>
        </a:p>
      </dgm:t>
    </dgm:pt>
    <dgm:pt modelId="{E2A86733-A362-4207-AA65-4E59A844E3AA}" type="parTrans" cxnId="{22E6DDAD-6A96-4AB6-8C22-B7073A319AC8}">
      <dgm:prSet/>
      <dgm:spPr/>
      <dgm:t>
        <a:bodyPr/>
        <a:lstStyle/>
        <a:p>
          <a:endParaRPr lang="en-US"/>
        </a:p>
      </dgm:t>
    </dgm:pt>
    <dgm:pt modelId="{F6C181EF-5A51-4D25-BD4E-6BA0E2F16D38}" type="sibTrans" cxnId="{22E6DDAD-6A96-4AB6-8C22-B7073A319AC8}">
      <dgm:prSet/>
      <dgm:spPr/>
      <dgm:t>
        <a:bodyPr/>
        <a:lstStyle/>
        <a:p>
          <a:endParaRPr lang="en-US"/>
        </a:p>
      </dgm:t>
    </dgm:pt>
    <dgm:pt modelId="{DBA1BC7D-1377-4C52-B4FB-FB376A03F60F}">
      <dgm:prSet/>
      <dgm:spPr/>
      <dgm:t>
        <a:bodyPr/>
        <a:lstStyle/>
        <a:p>
          <a:r>
            <a:rPr lang="en-US" b="1" dirty="0"/>
            <a:t>What is it?</a:t>
          </a:r>
          <a:endParaRPr lang="en-US" dirty="0"/>
        </a:p>
      </dgm:t>
    </dgm:pt>
    <dgm:pt modelId="{F1A2255D-5D46-41D9-B24A-44B92C76FCA8}" type="parTrans" cxnId="{82B11F6D-44F1-4B50-8C21-015E6E8BE47F}">
      <dgm:prSet/>
      <dgm:spPr/>
      <dgm:t>
        <a:bodyPr/>
        <a:lstStyle/>
        <a:p>
          <a:endParaRPr lang="en-US"/>
        </a:p>
      </dgm:t>
    </dgm:pt>
    <dgm:pt modelId="{607381E9-E2DC-4B33-B2C2-64D8D02B9712}" type="sibTrans" cxnId="{82B11F6D-44F1-4B50-8C21-015E6E8BE47F}">
      <dgm:prSet/>
      <dgm:spPr/>
      <dgm:t>
        <a:bodyPr/>
        <a:lstStyle/>
        <a:p>
          <a:endParaRPr lang="en-US"/>
        </a:p>
      </dgm:t>
    </dgm:pt>
    <dgm:pt modelId="{3FF5F8A1-7590-4E10-9DD1-2C87BEC2E737}">
      <dgm:prSet/>
      <dgm:spPr/>
      <dgm:t>
        <a:bodyPr/>
        <a:lstStyle/>
        <a:p>
          <a:r>
            <a:rPr lang="en-US" dirty="0"/>
            <a:t>A factorization technique that represents data as additive non-negative components.</a:t>
          </a:r>
        </a:p>
      </dgm:t>
    </dgm:pt>
    <dgm:pt modelId="{9360F83B-D5EF-4C91-B08D-1C4A526F993C}" type="parTrans" cxnId="{794ABBA6-E191-4DC8-9366-823020220C62}">
      <dgm:prSet/>
      <dgm:spPr/>
      <dgm:t>
        <a:bodyPr/>
        <a:lstStyle/>
        <a:p>
          <a:endParaRPr lang="en-US"/>
        </a:p>
      </dgm:t>
    </dgm:pt>
    <dgm:pt modelId="{D5996D24-CD28-4564-91F1-ADE2B5F7E7C2}" type="sibTrans" cxnId="{794ABBA6-E191-4DC8-9366-823020220C62}">
      <dgm:prSet/>
      <dgm:spPr/>
      <dgm:t>
        <a:bodyPr/>
        <a:lstStyle/>
        <a:p>
          <a:endParaRPr lang="en-US"/>
        </a:p>
      </dgm:t>
    </dgm:pt>
    <dgm:pt modelId="{0C19E3DC-7B69-48F4-9E09-BE38759F9DE9}">
      <dgm:prSet/>
      <dgm:spPr/>
      <dgm:t>
        <a:bodyPr/>
        <a:lstStyle/>
        <a:p>
          <a:r>
            <a:rPr lang="en-US" b="1" dirty="0"/>
            <a:t>Why use it?</a:t>
          </a:r>
          <a:endParaRPr lang="en-US" dirty="0"/>
        </a:p>
      </dgm:t>
    </dgm:pt>
    <dgm:pt modelId="{D6234CAF-6D0E-4D3D-8FA5-3DDD88385D81}" type="parTrans" cxnId="{9282885F-E7F4-4615-AC7F-36802D6B8E92}">
      <dgm:prSet/>
      <dgm:spPr/>
      <dgm:t>
        <a:bodyPr/>
        <a:lstStyle/>
        <a:p>
          <a:endParaRPr lang="en-US"/>
        </a:p>
      </dgm:t>
    </dgm:pt>
    <dgm:pt modelId="{90FE933B-7541-4AFC-B4B8-1E6E8BC91E1E}" type="sibTrans" cxnId="{9282885F-E7F4-4615-AC7F-36802D6B8E92}">
      <dgm:prSet/>
      <dgm:spPr/>
      <dgm:t>
        <a:bodyPr/>
        <a:lstStyle/>
        <a:p>
          <a:endParaRPr lang="en-US"/>
        </a:p>
      </dgm:t>
    </dgm:pt>
    <dgm:pt modelId="{1C2AFD2F-4564-4AC4-A45E-B20037F24FF3}">
      <dgm:prSet/>
      <dgm:spPr/>
      <dgm:t>
        <a:bodyPr/>
        <a:lstStyle/>
        <a:p>
          <a:r>
            <a:rPr lang="en-US" dirty="0"/>
            <a:t>Produces interpretable latent factors</a:t>
          </a:r>
        </a:p>
      </dgm:t>
    </dgm:pt>
    <dgm:pt modelId="{67A58B6E-0A92-4516-A5C9-5F2AFBBD74E3}" type="parTrans" cxnId="{022186D3-3A71-4137-802D-C29BE619E8E8}">
      <dgm:prSet/>
      <dgm:spPr/>
      <dgm:t>
        <a:bodyPr/>
        <a:lstStyle/>
        <a:p>
          <a:endParaRPr lang="en-US"/>
        </a:p>
      </dgm:t>
    </dgm:pt>
    <dgm:pt modelId="{53EF1BD3-7E63-4D6E-8684-E3A7F78AFD75}" type="sibTrans" cxnId="{022186D3-3A71-4137-802D-C29BE619E8E8}">
      <dgm:prSet/>
      <dgm:spPr/>
      <dgm:t>
        <a:bodyPr/>
        <a:lstStyle/>
        <a:p>
          <a:endParaRPr lang="en-US"/>
        </a:p>
      </dgm:t>
    </dgm:pt>
    <dgm:pt modelId="{A11964A1-BB2C-4939-AD87-4CF38789E314}">
      <dgm:prSet/>
      <dgm:spPr/>
      <dgm:t>
        <a:bodyPr/>
        <a:lstStyle/>
        <a:p>
          <a:r>
            <a:rPr lang="en-US" dirty="0"/>
            <a:t>Identifies chemistry building blocks</a:t>
          </a:r>
        </a:p>
      </dgm:t>
    </dgm:pt>
    <dgm:pt modelId="{6A00A5E6-3953-41E5-BAC1-C7EFF09B7E0D}" type="parTrans" cxnId="{09D66171-D195-4B6E-8678-37427F7B390D}">
      <dgm:prSet/>
      <dgm:spPr/>
      <dgm:t>
        <a:bodyPr/>
        <a:lstStyle/>
        <a:p>
          <a:endParaRPr lang="en-US"/>
        </a:p>
      </dgm:t>
    </dgm:pt>
    <dgm:pt modelId="{BE30F670-1353-4F37-8332-9F52E99104F2}" type="sibTrans" cxnId="{09D66171-D195-4B6E-8678-37427F7B390D}">
      <dgm:prSet/>
      <dgm:spPr/>
      <dgm:t>
        <a:bodyPr/>
        <a:lstStyle/>
        <a:p>
          <a:endParaRPr lang="en-US"/>
        </a:p>
      </dgm:t>
    </dgm:pt>
    <dgm:pt modelId="{5285917F-4DD7-466C-8240-7E07403FE1A2}">
      <dgm:prSet/>
      <dgm:spPr/>
      <dgm:t>
        <a:bodyPr/>
        <a:lstStyle/>
        <a:p>
          <a:r>
            <a:rPr lang="en-US" dirty="0"/>
            <a:t>Explains how wine characteristics combine</a:t>
          </a:r>
        </a:p>
      </dgm:t>
    </dgm:pt>
    <dgm:pt modelId="{18B1042B-6EC5-4C08-B541-B81995428C0F}" type="parTrans" cxnId="{573018EE-CCD7-4E94-B14E-D5AC1EB7A805}">
      <dgm:prSet/>
      <dgm:spPr/>
      <dgm:t>
        <a:bodyPr/>
        <a:lstStyle/>
        <a:p>
          <a:endParaRPr lang="en-US"/>
        </a:p>
      </dgm:t>
    </dgm:pt>
    <dgm:pt modelId="{7D2F8DC1-7186-4E7C-A888-3160E878E124}" type="sibTrans" cxnId="{573018EE-CCD7-4E94-B14E-D5AC1EB7A805}">
      <dgm:prSet/>
      <dgm:spPr/>
      <dgm:t>
        <a:bodyPr/>
        <a:lstStyle/>
        <a:p>
          <a:endParaRPr lang="en-US"/>
        </a:p>
      </dgm:t>
    </dgm:pt>
    <dgm:pt modelId="{0B8F5780-C037-45BD-BF08-2AA586872C9F}" type="pres">
      <dgm:prSet presAssocID="{000489C8-3B23-445D-A67C-13BDA7F872B9}" presName="Name0" presStyleCnt="0">
        <dgm:presLayoutVars>
          <dgm:dir/>
          <dgm:animLvl val="lvl"/>
          <dgm:resizeHandles val="exact"/>
        </dgm:presLayoutVars>
      </dgm:prSet>
      <dgm:spPr/>
    </dgm:pt>
    <dgm:pt modelId="{8424D546-8687-402F-8320-0F4046F624E1}" type="pres">
      <dgm:prSet presAssocID="{64CDEE18-F150-49FE-8DFC-B31719C69270}" presName="composite" presStyleCnt="0"/>
      <dgm:spPr/>
    </dgm:pt>
    <dgm:pt modelId="{C087C704-1882-4C0E-99ED-A666270AF24D}" type="pres">
      <dgm:prSet presAssocID="{64CDEE18-F150-49FE-8DFC-B31719C69270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EF1B44F6-3FF2-4033-BAE1-0DF2406E8297}" type="pres">
      <dgm:prSet presAssocID="{64CDEE18-F150-49FE-8DFC-B31719C69270}" presName="desTx" presStyleLbl="alignAccFollowNode1" presStyleIdx="0" presStyleCnt="5">
        <dgm:presLayoutVars>
          <dgm:bulletEnabled val="1"/>
        </dgm:presLayoutVars>
      </dgm:prSet>
      <dgm:spPr/>
    </dgm:pt>
    <dgm:pt modelId="{B2FCDC03-FA6C-422C-B007-57B481FE878A}" type="pres">
      <dgm:prSet presAssocID="{5F99CFDC-8C01-4089-B6E7-9CF22FF3DFAD}" presName="space" presStyleCnt="0"/>
      <dgm:spPr/>
    </dgm:pt>
    <dgm:pt modelId="{E2259B97-9BBD-4710-82F5-34ED2D13CAC0}" type="pres">
      <dgm:prSet presAssocID="{C360BC60-B00B-43C0-AB72-DE9471EE632D}" presName="composite" presStyleCnt="0"/>
      <dgm:spPr/>
    </dgm:pt>
    <dgm:pt modelId="{C5F43264-723F-4B50-B3F5-8C497AB87E56}" type="pres">
      <dgm:prSet presAssocID="{C360BC60-B00B-43C0-AB72-DE9471EE632D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EA9F1A88-6905-4F2F-B503-C124914A8AF7}" type="pres">
      <dgm:prSet presAssocID="{C360BC60-B00B-43C0-AB72-DE9471EE632D}" presName="desTx" presStyleLbl="alignAccFollowNode1" presStyleIdx="1" presStyleCnt="5">
        <dgm:presLayoutVars>
          <dgm:bulletEnabled val="1"/>
        </dgm:presLayoutVars>
      </dgm:prSet>
      <dgm:spPr/>
    </dgm:pt>
    <dgm:pt modelId="{952939BD-3871-4502-8CFD-3665FFEDA22F}" type="pres">
      <dgm:prSet presAssocID="{31513E8F-D579-43B9-95A6-0CF79C837005}" presName="space" presStyleCnt="0"/>
      <dgm:spPr/>
    </dgm:pt>
    <dgm:pt modelId="{59C5DBFD-D413-4DEB-B02C-3F039B6F767D}" type="pres">
      <dgm:prSet presAssocID="{4BC4679C-0A3A-4C6C-86A8-ED1BE4ECFEF3}" presName="composite" presStyleCnt="0"/>
      <dgm:spPr/>
    </dgm:pt>
    <dgm:pt modelId="{8055D981-DD07-4F9B-82D7-2EA526C47DE8}" type="pres">
      <dgm:prSet presAssocID="{4BC4679C-0A3A-4C6C-86A8-ED1BE4ECFEF3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1615C446-6FBC-4DEE-A3B7-836344595E36}" type="pres">
      <dgm:prSet presAssocID="{4BC4679C-0A3A-4C6C-86A8-ED1BE4ECFEF3}" presName="desTx" presStyleLbl="alignAccFollowNode1" presStyleIdx="2" presStyleCnt="5">
        <dgm:presLayoutVars>
          <dgm:bulletEnabled val="1"/>
        </dgm:presLayoutVars>
      </dgm:prSet>
      <dgm:spPr/>
    </dgm:pt>
    <dgm:pt modelId="{D7CE2025-EBE4-4E47-B579-4F4DAE9F1E12}" type="pres">
      <dgm:prSet presAssocID="{B64C8A82-B50E-4928-BE37-4801E8FE2E1E}" presName="space" presStyleCnt="0"/>
      <dgm:spPr/>
    </dgm:pt>
    <dgm:pt modelId="{953768ED-F599-4483-B379-9AEF29D48FE0}" type="pres">
      <dgm:prSet presAssocID="{9D7FBC5E-7A59-4B38-8AB3-5E2B0E0502BA}" presName="composite" presStyleCnt="0"/>
      <dgm:spPr/>
    </dgm:pt>
    <dgm:pt modelId="{DBECE819-E234-4068-A4F1-583D763BC476}" type="pres">
      <dgm:prSet presAssocID="{9D7FBC5E-7A59-4B38-8AB3-5E2B0E0502BA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52E52791-ED50-4D7D-9779-F0D363FF52C2}" type="pres">
      <dgm:prSet presAssocID="{9D7FBC5E-7A59-4B38-8AB3-5E2B0E0502BA}" presName="desTx" presStyleLbl="alignAccFollowNode1" presStyleIdx="3" presStyleCnt="5">
        <dgm:presLayoutVars>
          <dgm:bulletEnabled val="1"/>
        </dgm:presLayoutVars>
      </dgm:prSet>
      <dgm:spPr/>
    </dgm:pt>
    <dgm:pt modelId="{3A186E41-1F94-4DE8-A98B-6A2BEDF6C6DB}" type="pres">
      <dgm:prSet presAssocID="{80B5420E-71AC-46A6-9CFB-9DCD0B40AF95}" presName="space" presStyleCnt="0"/>
      <dgm:spPr/>
    </dgm:pt>
    <dgm:pt modelId="{68754404-797C-4E03-9FEA-0EB6498BA0FD}" type="pres">
      <dgm:prSet presAssocID="{072BE71A-D95B-44E4-9476-2D6FDF984CF2}" presName="composite" presStyleCnt="0"/>
      <dgm:spPr/>
    </dgm:pt>
    <dgm:pt modelId="{86970DA5-A9B0-44C3-8E33-C935B3C5CE22}" type="pres">
      <dgm:prSet presAssocID="{072BE71A-D95B-44E4-9476-2D6FDF984CF2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B339770-26AA-47B1-B09B-6B593BDED843}" type="pres">
      <dgm:prSet presAssocID="{072BE71A-D95B-44E4-9476-2D6FDF984CF2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5C866D07-EAE2-4A72-85C7-2ED83E790845}" type="presOf" srcId="{C90EEFAC-BCDF-4F76-9A7B-C06FFFCE72B3}" destId="{52E52791-ED50-4D7D-9779-F0D363FF52C2}" srcOrd="0" destOrd="3" presId="urn:microsoft.com/office/officeart/2005/8/layout/hList1"/>
    <dgm:cxn modelId="{6A65EF0A-4CA7-4E8F-846B-277E14662FC7}" type="presOf" srcId="{B45B2865-0886-4DE9-9F47-53F38195CD25}" destId="{EF1B44F6-3FF2-4033-BAE1-0DF2406E8297}" srcOrd="0" destOrd="1" presId="urn:microsoft.com/office/officeart/2005/8/layout/hList1"/>
    <dgm:cxn modelId="{1B37C80C-E406-4481-961E-2CECA44A8982}" srcId="{F140D2FC-4CC5-42E2-B79F-642E8999A13B}" destId="{CD7FA5FE-917E-4673-A107-B56D65B3BA33}" srcOrd="0" destOrd="0" parTransId="{9A7E990B-15FE-4A1B-B24D-04460A2BF98F}" sibTransId="{167B5804-0737-420E-B33F-1D9194E97D0A}"/>
    <dgm:cxn modelId="{42D0170E-D036-409B-9497-5658232D4332}" srcId="{B0D752A5-1917-4016-ACBF-9E5737FC2203}" destId="{5B8C4B97-66F7-490D-B1BA-E4A6A196CD63}" srcOrd="0" destOrd="0" parTransId="{4077D904-2AB9-4D48-BE65-37101E0EBD2D}" sibTransId="{803372E3-4981-427B-B632-317435F24971}"/>
    <dgm:cxn modelId="{430C0C11-12BF-456F-A952-7260561F30E2}" srcId="{EB23212D-7571-4EFF-A1EE-A7932315C274}" destId="{2A911878-C453-4911-847C-99BFA9D3CD04}" srcOrd="0" destOrd="0" parTransId="{70A5AF76-0A07-4DBC-8558-8C80FA2C92EB}" sibTransId="{24E1F2E7-764D-4C39-8E77-887229126CAC}"/>
    <dgm:cxn modelId="{33814213-3E50-465F-BDA7-E769E9E9747E}" srcId="{000489C8-3B23-445D-A67C-13BDA7F872B9}" destId="{64CDEE18-F150-49FE-8DFC-B31719C69270}" srcOrd="0" destOrd="0" parTransId="{10103A96-7DA0-4852-A799-F4BE0B901217}" sibTransId="{5F99CFDC-8C01-4089-B6E7-9CF22FF3DFAD}"/>
    <dgm:cxn modelId="{6FA1B415-E443-4717-9A84-BA8587623117}" type="presOf" srcId="{F140D2FC-4CC5-42E2-B79F-642E8999A13B}" destId="{1615C446-6FBC-4DEE-A3B7-836344595E36}" srcOrd="0" destOrd="2" presId="urn:microsoft.com/office/officeart/2005/8/layout/hList1"/>
    <dgm:cxn modelId="{A0C1A617-CE8A-489E-ADB2-277804431DBC}" type="presOf" srcId="{0DA21D7D-C876-4715-8815-BF260C67308A}" destId="{EA9F1A88-6905-4F2F-B503-C124914A8AF7}" srcOrd="0" destOrd="1" presId="urn:microsoft.com/office/officeart/2005/8/layout/hList1"/>
    <dgm:cxn modelId="{8704DA17-4222-4351-9C32-733F9A7B9277}" type="presOf" srcId="{445793B8-53DE-447E-9F04-5EC7CA86DC96}" destId="{EA9F1A88-6905-4F2F-B503-C124914A8AF7}" srcOrd="0" destOrd="0" presId="urn:microsoft.com/office/officeart/2005/8/layout/hList1"/>
    <dgm:cxn modelId="{4AD9E31A-77DA-4A2C-B54D-DB753F0510AF}" srcId="{000489C8-3B23-445D-A67C-13BDA7F872B9}" destId="{4BC4679C-0A3A-4C6C-86A8-ED1BE4ECFEF3}" srcOrd="2" destOrd="0" parTransId="{ACA7C3DC-4BE5-4EC0-911C-67B741556A54}" sibTransId="{B64C8A82-B50E-4928-BE37-4801E8FE2E1E}"/>
    <dgm:cxn modelId="{AC91FB1C-D300-44E1-872E-41436850734F}" type="presOf" srcId="{A11964A1-BB2C-4939-AD87-4CF38789E314}" destId="{FB339770-26AA-47B1-B09B-6B593BDED843}" srcOrd="0" destOrd="4" presId="urn:microsoft.com/office/officeart/2005/8/layout/hList1"/>
    <dgm:cxn modelId="{0F302D1D-EC85-4240-968D-FCFF19B0EAF4}" srcId="{9D7FBC5E-7A59-4B38-8AB3-5E2B0E0502BA}" destId="{B3858954-12D2-46E2-9A9D-61423C7C9082}" srcOrd="0" destOrd="0" parTransId="{C07A2E65-5672-4827-A03A-C70F81D29CF8}" sibTransId="{7E8DD7DA-EE3A-4E93-9A04-81726049679F}"/>
    <dgm:cxn modelId="{1901B229-2ACD-4453-B51B-8E9F1E5D9B4B}" srcId="{F140D2FC-4CC5-42E2-B79F-642E8999A13B}" destId="{A493E8D8-737E-459F-A217-A8464F6B3476}" srcOrd="1" destOrd="0" parTransId="{FA0F1EC1-CB37-4C18-A7D3-924F7BF46EAE}" sibTransId="{60B60F0D-00F9-49B8-8413-DB0B8E87CAC3}"/>
    <dgm:cxn modelId="{5B53E329-B6A2-4DFD-AEC1-5A9AE7465860}" type="presOf" srcId="{4AA13CDA-7C1D-49E6-9D33-F321229635F0}" destId="{52E52791-ED50-4D7D-9779-F0D363FF52C2}" srcOrd="0" destOrd="5" presId="urn:microsoft.com/office/officeart/2005/8/layout/hList1"/>
    <dgm:cxn modelId="{BC46F031-6425-4084-BA11-9ED9D3C435DD}" type="presOf" srcId="{43F01F60-1101-4A80-93AD-805A09F07105}" destId="{52E52791-ED50-4D7D-9779-F0D363FF52C2}" srcOrd="0" destOrd="1" presId="urn:microsoft.com/office/officeart/2005/8/layout/hList1"/>
    <dgm:cxn modelId="{AE821237-B729-4608-929E-6D2E9CDC7865}" type="presOf" srcId="{EB23212D-7571-4EFF-A1EE-A7932315C274}" destId="{1615C446-6FBC-4DEE-A3B7-836344595E36}" srcOrd="0" destOrd="0" presId="urn:microsoft.com/office/officeart/2005/8/layout/hList1"/>
    <dgm:cxn modelId="{B239553A-3D74-4E7A-B93D-75F3334AC66C}" srcId="{3AE0305D-CCC8-4A3A-9DA4-F370674B61CF}" destId="{4AA13CDA-7C1D-49E6-9D33-F321229635F0}" srcOrd="2" destOrd="0" parTransId="{FAD72279-866C-4A5C-BCCF-3CA4DD5BAA02}" sibTransId="{086FE589-704A-4241-ACCB-CB645B7CE97F}"/>
    <dgm:cxn modelId="{A649893D-0448-49AC-95A3-E314BDC49D77}" srcId="{4BC4679C-0A3A-4C6C-86A8-ED1BE4ECFEF3}" destId="{F140D2FC-4CC5-42E2-B79F-642E8999A13B}" srcOrd="1" destOrd="0" parTransId="{111A07E1-ECC9-425B-95DB-DE245ED578F5}" sibTransId="{F6AA8ABB-4929-41C9-8F37-C1113F6394F8}"/>
    <dgm:cxn modelId="{9282885F-E7F4-4615-AC7F-36802D6B8E92}" srcId="{072BE71A-D95B-44E4-9476-2D6FDF984CF2}" destId="{0C19E3DC-7B69-48F4-9E09-BE38759F9DE9}" srcOrd="1" destOrd="0" parTransId="{D6234CAF-6D0E-4D3D-8FA5-3DDD88385D81}" sibTransId="{90FE933B-7541-4AFC-B4B8-1E6E8BC91E1E}"/>
    <dgm:cxn modelId="{7A69A15F-C1B7-4E0D-92F2-10A650B7F062}" srcId="{4BC4679C-0A3A-4C6C-86A8-ED1BE4ECFEF3}" destId="{EB23212D-7571-4EFF-A1EE-A7932315C274}" srcOrd="0" destOrd="0" parTransId="{0D81C932-B201-43C4-9673-7B5896069FBB}" sibTransId="{76DF1BA5-E668-4298-9035-433804EC40D9}"/>
    <dgm:cxn modelId="{9C6BE941-14CD-4DAB-B746-2510ADE955F0}" srcId="{111B110A-C982-44D9-90A1-21AD247BD038}" destId="{92E0446C-F1B4-479E-A302-9A8F465A7C52}" srcOrd="1" destOrd="0" parTransId="{7BE56131-DD6A-48BE-8CAD-F283110223E3}" sibTransId="{E75FC0EA-C7A5-409C-9DB4-2749A342DBC1}"/>
    <dgm:cxn modelId="{F0C11B42-082E-49AB-ADB2-EAAD2F89AE23}" srcId="{111B110A-C982-44D9-90A1-21AD247BD038}" destId="{CDA3033D-DF05-4274-AC68-4E404D50317D}" srcOrd="2" destOrd="0" parTransId="{449FAD47-592E-43F5-B883-6DEBD32A1773}" sibTransId="{D6E246DA-3654-41A1-8862-16058D56A66F}"/>
    <dgm:cxn modelId="{D9F3C164-C037-4AB1-A283-0AC00FC0586B}" srcId="{B3858954-12D2-46E2-9A9D-61423C7C9082}" destId="{43F01F60-1101-4A80-93AD-805A09F07105}" srcOrd="0" destOrd="0" parTransId="{7F18F06E-B208-4B19-8C4F-7DC870CFFDF1}" sibTransId="{ACC88615-C474-4AB3-9AB4-0843631614D9}"/>
    <dgm:cxn modelId="{03F2DC6A-A433-497F-A10A-9990925F67FC}" srcId="{9D7FBC5E-7A59-4B38-8AB3-5E2B0E0502BA}" destId="{3AE0305D-CCC8-4A3A-9DA4-F370674B61CF}" srcOrd="1" destOrd="0" parTransId="{097774F1-B6DA-4DDC-BCDC-D7228E89CBDE}" sibTransId="{99A669C1-FF02-48F2-A708-7E79CC522B21}"/>
    <dgm:cxn modelId="{82B11F6D-44F1-4B50-8C21-015E6E8BE47F}" srcId="{072BE71A-D95B-44E4-9476-2D6FDF984CF2}" destId="{DBA1BC7D-1377-4C52-B4FB-FB376A03F60F}" srcOrd="0" destOrd="0" parTransId="{F1A2255D-5D46-41D9-B24A-44B92C76FCA8}" sibTransId="{607381E9-E2DC-4B33-B2C2-64D8D02B9712}"/>
    <dgm:cxn modelId="{A43A236E-30FD-48A6-98EC-2D7318C93823}" srcId="{F140D2FC-4CC5-42E2-B79F-642E8999A13B}" destId="{F972293E-BDAA-45B5-BBFD-C69C2CFE32E3}" srcOrd="2" destOrd="0" parTransId="{1229AD07-202A-4A80-A075-BAF4B9CDDD8B}" sibTransId="{D8116C45-EB00-4DB4-9DF3-90F5AD46AC8E}"/>
    <dgm:cxn modelId="{67429B4F-9175-4FFF-A23A-2A445730164D}" type="presOf" srcId="{CD7FA5FE-917E-4673-A107-B56D65B3BA33}" destId="{1615C446-6FBC-4DEE-A3B7-836344595E36}" srcOrd="0" destOrd="3" presId="urn:microsoft.com/office/officeart/2005/8/layout/hList1"/>
    <dgm:cxn modelId="{09D66171-D195-4B6E-8678-37427F7B390D}" srcId="{0C19E3DC-7B69-48F4-9E09-BE38759F9DE9}" destId="{A11964A1-BB2C-4939-AD87-4CF38789E314}" srcOrd="1" destOrd="0" parTransId="{6A00A5E6-3953-41E5-BAC1-C7EFF09B7E0D}" sibTransId="{BE30F670-1353-4F37-8332-9F52E99104F2}"/>
    <dgm:cxn modelId="{F305A376-53CE-46FE-8D3E-84D10F3F1707}" srcId="{000489C8-3B23-445D-A67C-13BDA7F872B9}" destId="{C360BC60-B00B-43C0-AB72-DE9471EE632D}" srcOrd="1" destOrd="0" parTransId="{AC185DA3-F629-4C3F-96A7-470837C3E0C6}" sibTransId="{31513E8F-D579-43B9-95A6-0CF79C837005}"/>
    <dgm:cxn modelId="{396BA376-AA7D-4483-BF2D-7D64791ECF65}" type="presOf" srcId="{F972293E-BDAA-45B5-BBFD-C69C2CFE32E3}" destId="{1615C446-6FBC-4DEE-A3B7-836344595E36}" srcOrd="0" destOrd="5" presId="urn:microsoft.com/office/officeart/2005/8/layout/hList1"/>
    <dgm:cxn modelId="{4109A75A-DA7F-435E-8621-E05B6345AB47}" srcId="{B0D752A5-1917-4016-ACBF-9E5737FC2203}" destId="{5F2D033B-F51F-471F-8E28-61AC023CCFCF}" srcOrd="2" destOrd="0" parTransId="{474BBE22-1591-406D-830D-02985B463748}" sibTransId="{7D74A30A-082A-4F95-8A4B-EDBA2C41A367}"/>
    <dgm:cxn modelId="{EF94F07D-8A50-4E52-9E4B-7E95170C194F}" type="presOf" srcId="{3FF5F8A1-7590-4E10-9DD1-2C87BEC2E737}" destId="{FB339770-26AA-47B1-B09B-6B593BDED843}" srcOrd="0" destOrd="1" presId="urn:microsoft.com/office/officeart/2005/8/layout/hList1"/>
    <dgm:cxn modelId="{2D8E0D80-58F5-4600-A7EB-899B27CFD5CB}" type="presOf" srcId="{A493E8D8-737E-459F-A217-A8464F6B3476}" destId="{1615C446-6FBC-4DEE-A3B7-836344595E36}" srcOrd="0" destOrd="4" presId="urn:microsoft.com/office/officeart/2005/8/layout/hList1"/>
    <dgm:cxn modelId="{2ECFB882-34A9-4CCB-9D75-DA8C91D29736}" type="presOf" srcId="{CDA3033D-DF05-4274-AC68-4E404D50317D}" destId="{EF1B44F6-3FF2-4033-BAE1-0DF2406E8297}" srcOrd="0" destOrd="5" presId="urn:microsoft.com/office/officeart/2005/8/layout/hList1"/>
    <dgm:cxn modelId="{37DF4789-C029-4BD4-BD9E-ADB57B00E1D9}" srcId="{3AE0305D-CCC8-4A3A-9DA4-F370674B61CF}" destId="{393299FD-1142-49D4-9ACA-D9179EFAD67C}" srcOrd="1" destOrd="0" parTransId="{83D20A65-7174-454A-A575-9C5A1CDA430B}" sibTransId="{BF1C0600-1AF3-4C10-9907-627C130A25D4}"/>
    <dgm:cxn modelId="{F413768A-B1E9-42CB-8C62-79AB0410ECC6}" type="presOf" srcId="{1C2AFD2F-4564-4AC4-A45E-B20037F24FF3}" destId="{FB339770-26AA-47B1-B09B-6B593BDED843}" srcOrd="0" destOrd="3" presId="urn:microsoft.com/office/officeart/2005/8/layout/hList1"/>
    <dgm:cxn modelId="{1612B98E-B02A-4CEA-8DAD-58A9ED1770C4}" type="presOf" srcId="{072BE71A-D95B-44E4-9476-2D6FDF984CF2}" destId="{86970DA5-A9B0-44C3-8E33-C935B3C5CE22}" srcOrd="0" destOrd="0" presId="urn:microsoft.com/office/officeart/2005/8/layout/hList1"/>
    <dgm:cxn modelId="{DD7D228F-961E-4D27-BB8F-30D429BC70F9}" srcId="{64CDEE18-F150-49FE-8DFC-B31719C69270}" destId="{111B110A-C982-44D9-90A1-21AD247BD038}" srcOrd="1" destOrd="0" parTransId="{2C2F88BB-3C79-4497-88D7-085A5BD90CAE}" sibTransId="{834BB3CA-CFA5-49B7-8BCD-8EC8F7D79453}"/>
    <dgm:cxn modelId="{37C4CC93-7662-4979-B839-8C8E2F8E45D6}" srcId="{111B110A-C982-44D9-90A1-21AD247BD038}" destId="{C888ECD4-D51D-48AC-843D-833E0BDF6846}" srcOrd="0" destOrd="0" parTransId="{D81B993A-37D2-4BCB-AB0D-A0F91A1C8421}" sibTransId="{3ADB6688-BEF3-49F6-A289-495B9A215EDA}"/>
    <dgm:cxn modelId="{1A462E9E-4CD3-4DED-952E-D97B03D6057E}" srcId="{57D255E3-22E2-44D9-801C-18E6FEBF5D34}" destId="{B45B2865-0886-4DE9-9F47-53F38195CD25}" srcOrd="0" destOrd="0" parTransId="{9E8D70A9-B464-4D3F-91D2-9BD89533AD4C}" sibTransId="{B7579C46-C0A2-4AD0-B3F4-CC88B8F48A0A}"/>
    <dgm:cxn modelId="{909D03A0-0A32-4AE2-A885-B7CC454DE78A}" type="presOf" srcId="{2A911878-C453-4911-847C-99BFA9D3CD04}" destId="{1615C446-6FBC-4DEE-A3B7-836344595E36}" srcOrd="0" destOrd="1" presId="urn:microsoft.com/office/officeart/2005/8/layout/hList1"/>
    <dgm:cxn modelId="{A3D853A2-95BB-4620-99DD-F9DC39225C23}" srcId="{445793B8-53DE-447E-9F04-5EC7CA86DC96}" destId="{0DA21D7D-C876-4715-8815-BF260C67308A}" srcOrd="0" destOrd="0" parTransId="{27007401-C3F8-42EE-933A-40AC8D433F6B}" sibTransId="{5BBE8B4F-4242-4DBF-AA6C-C1F8B73E8408}"/>
    <dgm:cxn modelId="{FC580DA5-8561-46CF-95C7-8A22DB31800D}" type="presOf" srcId="{B3858954-12D2-46E2-9A9D-61423C7C9082}" destId="{52E52791-ED50-4D7D-9779-F0D363FF52C2}" srcOrd="0" destOrd="0" presId="urn:microsoft.com/office/officeart/2005/8/layout/hList1"/>
    <dgm:cxn modelId="{794ABBA6-E191-4DC8-9366-823020220C62}" srcId="{DBA1BC7D-1377-4C52-B4FB-FB376A03F60F}" destId="{3FF5F8A1-7590-4E10-9DD1-2C87BEC2E737}" srcOrd="0" destOrd="0" parTransId="{9360F83B-D5EF-4C91-B08D-1C4A526F993C}" sibTransId="{D5996D24-CD28-4564-91F1-ADE2B5F7E7C2}"/>
    <dgm:cxn modelId="{380A29A8-04B5-4468-91B5-D2D10CD4BC42}" srcId="{000489C8-3B23-445D-A67C-13BDA7F872B9}" destId="{9D7FBC5E-7A59-4B38-8AB3-5E2B0E0502BA}" srcOrd="3" destOrd="0" parTransId="{F6500C4A-2165-4856-926B-5396BF211DCB}" sibTransId="{80B5420E-71AC-46A6-9CFB-9DCD0B40AF95}"/>
    <dgm:cxn modelId="{E18D9DAB-170A-4105-A6B3-4E2F104FDEA1}" type="presOf" srcId="{5F2D033B-F51F-471F-8E28-61AC023CCFCF}" destId="{EA9F1A88-6905-4F2F-B503-C124914A8AF7}" srcOrd="0" destOrd="5" presId="urn:microsoft.com/office/officeart/2005/8/layout/hList1"/>
    <dgm:cxn modelId="{9FAC3BAD-8314-4FD2-8170-2F2AFFDB7B52}" type="presOf" srcId="{B0D752A5-1917-4016-ACBF-9E5737FC2203}" destId="{EA9F1A88-6905-4F2F-B503-C124914A8AF7}" srcOrd="0" destOrd="2" presId="urn:microsoft.com/office/officeart/2005/8/layout/hList1"/>
    <dgm:cxn modelId="{22E6DDAD-6A96-4AB6-8C22-B7073A319AC8}" srcId="{000489C8-3B23-445D-A67C-13BDA7F872B9}" destId="{072BE71A-D95B-44E4-9476-2D6FDF984CF2}" srcOrd="4" destOrd="0" parTransId="{E2A86733-A362-4207-AA65-4E59A844E3AA}" sibTransId="{F6C181EF-5A51-4D25-BD4E-6BA0E2F16D38}"/>
    <dgm:cxn modelId="{8095D6B0-384C-44C8-9EE3-A8F11D2D1885}" type="presOf" srcId="{DBA1BC7D-1377-4C52-B4FB-FB376A03F60F}" destId="{FB339770-26AA-47B1-B09B-6B593BDED843}" srcOrd="0" destOrd="0" presId="urn:microsoft.com/office/officeart/2005/8/layout/hList1"/>
    <dgm:cxn modelId="{7D663FB4-7C48-4AD4-BFE6-E470BA67BA5E}" srcId="{B0D752A5-1917-4016-ACBF-9E5737FC2203}" destId="{46CB0E49-FCF8-4CDC-AF40-79645125517B}" srcOrd="1" destOrd="0" parTransId="{AD6BF4DC-9C6F-44BB-AB6E-C3606B74F2D4}" sibTransId="{96501079-9351-4F77-A8CC-49DE861B8369}"/>
    <dgm:cxn modelId="{7CB363B4-2D90-4C76-8833-429D17E6E3E3}" type="presOf" srcId="{57D255E3-22E2-44D9-801C-18E6FEBF5D34}" destId="{EF1B44F6-3FF2-4033-BAE1-0DF2406E8297}" srcOrd="0" destOrd="0" presId="urn:microsoft.com/office/officeart/2005/8/layout/hList1"/>
    <dgm:cxn modelId="{D4F2B4B5-FEE5-4DB9-9DCE-EE9E00A70717}" type="presOf" srcId="{111B110A-C982-44D9-90A1-21AD247BD038}" destId="{EF1B44F6-3FF2-4033-BAE1-0DF2406E8297}" srcOrd="0" destOrd="2" presId="urn:microsoft.com/office/officeart/2005/8/layout/hList1"/>
    <dgm:cxn modelId="{96CED3B9-7687-4325-926D-D8314D126E7B}" srcId="{C360BC60-B00B-43C0-AB72-DE9471EE632D}" destId="{B0D752A5-1917-4016-ACBF-9E5737FC2203}" srcOrd="1" destOrd="0" parTransId="{AA7C8ADC-F7D2-4F16-A3E7-DD5B9980C0D0}" sibTransId="{CE7AD9FC-F135-4E0E-B39D-A03C014C5BED}"/>
    <dgm:cxn modelId="{482023C2-8000-4965-A453-A13E705F5D0C}" type="presOf" srcId="{92E0446C-F1B4-479E-A302-9A8F465A7C52}" destId="{EF1B44F6-3FF2-4033-BAE1-0DF2406E8297}" srcOrd="0" destOrd="4" presId="urn:microsoft.com/office/officeart/2005/8/layout/hList1"/>
    <dgm:cxn modelId="{4B2590C9-A804-4B49-8E66-AE7AE6B41369}" srcId="{C360BC60-B00B-43C0-AB72-DE9471EE632D}" destId="{445793B8-53DE-447E-9F04-5EC7CA86DC96}" srcOrd="0" destOrd="0" parTransId="{A32E8D8E-8736-4903-8D99-FAE3822E03F9}" sibTransId="{D4EE385A-F32F-43C5-B219-16A48F59025C}"/>
    <dgm:cxn modelId="{380A75CA-EC0B-4147-B68A-C782CDBD7054}" srcId="{64CDEE18-F150-49FE-8DFC-B31719C69270}" destId="{57D255E3-22E2-44D9-801C-18E6FEBF5D34}" srcOrd="0" destOrd="0" parTransId="{4EF54441-4E27-4920-8F12-E1630C7233C3}" sibTransId="{D1FE785D-F0FF-4D4D-87A2-65E882D28E2E}"/>
    <dgm:cxn modelId="{AAF2D5CB-B93C-4F42-B22E-0920E8BADE48}" type="presOf" srcId="{4BC4679C-0A3A-4C6C-86A8-ED1BE4ECFEF3}" destId="{8055D981-DD07-4F9B-82D7-2EA526C47DE8}" srcOrd="0" destOrd="0" presId="urn:microsoft.com/office/officeart/2005/8/layout/hList1"/>
    <dgm:cxn modelId="{D3392FCE-3BB7-450D-8418-4F70435BE225}" type="presOf" srcId="{5285917F-4DD7-466C-8240-7E07403FE1A2}" destId="{FB339770-26AA-47B1-B09B-6B593BDED843}" srcOrd="0" destOrd="5" presId="urn:microsoft.com/office/officeart/2005/8/layout/hList1"/>
    <dgm:cxn modelId="{AC89A1D1-1E5E-4ABA-8A6C-5E6BADB6754F}" type="presOf" srcId="{46CB0E49-FCF8-4CDC-AF40-79645125517B}" destId="{EA9F1A88-6905-4F2F-B503-C124914A8AF7}" srcOrd="0" destOrd="4" presId="urn:microsoft.com/office/officeart/2005/8/layout/hList1"/>
    <dgm:cxn modelId="{B9F526D2-44A5-4630-8C5C-AC3D2AD3EC79}" srcId="{3AE0305D-CCC8-4A3A-9DA4-F370674B61CF}" destId="{C90EEFAC-BCDF-4F76-9A7B-C06FFFCE72B3}" srcOrd="0" destOrd="0" parTransId="{E7CE24E6-0B26-48FD-BA1A-0BD35EE8A0A2}" sibTransId="{F4158CEA-609B-4AC5-BB8F-B373E97A4372}"/>
    <dgm:cxn modelId="{022186D3-3A71-4137-802D-C29BE619E8E8}" srcId="{0C19E3DC-7B69-48F4-9E09-BE38759F9DE9}" destId="{1C2AFD2F-4564-4AC4-A45E-B20037F24FF3}" srcOrd="0" destOrd="0" parTransId="{67A58B6E-0A92-4516-A5C9-5F2AFBBD74E3}" sibTransId="{53EF1BD3-7E63-4D6E-8684-E3A7F78AFD75}"/>
    <dgm:cxn modelId="{1E3277D4-7AF9-4A3B-80C2-C1C42D35677D}" type="presOf" srcId="{000489C8-3B23-445D-A67C-13BDA7F872B9}" destId="{0B8F5780-C037-45BD-BF08-2AA586872C9F}" srcOrd="0" destOrd="0" presId="urn:microsoft.com/office/officeart/2005/8/layout/hList1"/>
    <dgm:cxn modelId="{AF7C90D4-D64F-4440-966C-492CBBD6A0C6}" type="presOf" srcId="{C360BC60-B00B-43C0-AB72-DE9471EE632D}" destId="{C5F43264-723F-4B50-B3F5-8C497AB87E56}" srcOrd="0" destOrd="0" presId="urn:microsoft.com/office/officeart/2005/8/layout/hList1"/>
    <dgm:cxn modelId="{564D6DD5-7963-4ADC-ADF0-18C03DBAD561}" type="presOf" srcId="{3AE0305D-CCC8-4A3A-9DA4-F370674B61CF}" destId="{52E52791-ED50-4D7D-9779-F0D363FF52C2}" srcOrd="0" destOrd="2" presId="urn:microsoft.com/office/officeart/2005/8/layout/hList1"/>
    <dgm:cxn modelId="{719B39E9-2313-4142-81D6-54C048005C89}" type="presOf" srcId="{393299FD-1142-49D4-9ACA-D9179EFAD67C}" destId="{52E52791-ED50-4D7D-9779-F0D363FF52C2}" srcOrd="0" destOrd="4" presId="urn:microsoft.com/office/officeart/2005/8/layout/hList1"/>
    <dgm:cxn modelId="{6E5456EC-B01D-44BB-A31D-5643DF7D292D}" type="presOf" srcId="{9D7FBC5E-7A59-4B38-8AB3-5E2B0E0502BA}" destId="{DBECE819-E234-4068-A4F1-583D763BC476}" srcOrd="0" destOrd="0" presId="urn:microsoft.com/office/officeart/2005/8/layout/hList1"/>
    <dgm:cxn modelId="{573018EE-CCD7-4E94-B14E-D5AC1EB7A805}" srcId="{0C19E3DC-7B69-48F4-9E09-BE38759F9DE9}" destId="{5285917F-4DD7-466C-8240-7E07403FE1A2}" srcOrd="2" destOrd="0" parTransId="{18B1042B-6EC5-4C08-B541-B81995428C0F}" sibTransId="{7D2F8DC1-7186-4E7C-A888-3160E878E124}"/>
    <dgm:cxn modelId="{01C18DF0-BCCB-453B-A2EA-96BDA3B4C5E3}" type="presOf" srcId="{0C19E3DC-7B69-48F4-9E09-BE38759F9DE9}" destId="{FB339770-26AA-47B1-B09B-6B593BDED843}" srcOrd="0" destOrd="2" presId="urn:microsoft.com/office/officeart/2005/8/layout/hList1"/>
    <dgm:cxn modelId="{59529BF5-F249-476E-B9A2-0C1EAD113125}" type="presOf" srcId="{C888ECD4-D51D-48AC-843D-833E0BDF6846}" destId="{EF1B44F6-3FF2-4033-BAE1-0DF2406E8297}" srcOrd="0" destOrd="3" presId="urn:microsoft.com/office/officeart/2005/8/layout/hList1"/>
    <dgm:cxn modelId="{F867D1F9-6D96-4A0D-84F8-CB188B43FB49}" type="presOf" srcId="{64CDEE18-F150-49FE-8DFC-B31719C69270}" destId="{C087C704-1882-4C0E-99ED-A666270AF24D}" srcOrd="0" destOrd="0" presId="urn:microsoft.com/office/officeart/2005/8/layout/hList1"/>
    <dgm:cxn modelId="{EFBDA0FC-AE1E-47D4-873B-C3FF322FF02E}" type="presOf" srcId="{5B8C4B97-66F7-490D-B1BA-E4A6A196CD63}" destId="{EA9F1A88-6905-4F2F-B503-C124914A8AF7}" srcOrd="0" destOrd="3" presId="urn:microsoft.com/office/officeart/2005/8/layout/hList1"/>
    <dgm:cxn modelId="{030534DC-0316-48E3-BA1D-1E0342F21147}" type="presParOf" srcId="{0B8F5780-C037-45BD-BF08-2AA586872C9F}" destId="{8424D546-8687-402F-8320-0F4046F624E1}" srcOrd="0" destOrd="0" presId="urn:microsoft.com/office/officeart/2005/8/layout/hList1"/>
    <dgm:cxn modelId="{4438B24E-0BB4-4684-BE5D-9BD8E7F400E4}" type="presParOf" srcId="{8424D546-8687-402F-8320-0F4046F624E1}" destId="{C087C704-1882-4C0E-99ED-A666270AF24D}" srcOrd="0" destOrd="0" presId="urn:microsoft.com/office/officeart/2005/8/layout/hList1"/>
    <dgm:cxn modelId="{4C6A10D4-8007-442C-B516-B7294C116C84}" type="presParOf" srcId="{8424D546-8687-402F-8320-0F4046F624E1}" destId="{EF1B44F6-3FF2-4033-BAE1-0DF2406E8297}" srcOrd="1" destOrd="0" presId="urn:microsoft.com/office/officeart/2005/8/layout/hList1"/>
    <dgm:cxn modelId="{507A8E2A-299F-4F88-96A2-0EE7C7233FD3}" type="presParOf" srcId="{0B8F5780-C037-45BD-BF08-2AA586872C9F}" destId="{B2FCDC03-FA6C-422C-B007-57B481FE878A}" srcOrd="1" destOrd="0" presId="urn:microsoft.com/office/officeart/2005/8/layout/hList1"/>
    <dgm:cxn modelId="{8237441A-5253-443E-B704-E050C8BFAB58}" type="presParOf" srcId="{0B8F5780-C037-45BD-BF08-2AA586872C9F}" destId="{E2259B97-9BBD-4710-82F5-34ED2D13CAC0}" srcOrd="2" destOrd="0" presId="urn:microsoft.com/office/officeart/2005/8/layout/hList1"/>
    <dgm:cxn modelId="{29FC55F5-D88C-49EE-A417-98B20004AE1D}" type="presParOf" srcId="{E2259B97-9BBD-4710-82F5-34ED2D13CAC0}" destId="{C5F43264-723F-4B50-B3F5-8C497AB87E56}" srcOrd="0" destOrd="0" presId="urn:microsoft.com/office/officeart/2005/8/layout/hList1"/>
    <dgm:cxn modelId="{3DC4D6A9-3E02-4657-9DA7-8776D75BE3B9}" type="presParOf" srcId="{E2259B97-9BBD-4710-82F5-34ED2D13CAC0}" destId="{EA9F1A88-6905-4F2F-B503-C124914A8AF7}" srcOrd="1" destOrd="0" presId="urn:microsoft.com/office/officeart/2005/8/layout/hList1"/>
    <dgm:cxn modelId="{51C0C2B7-509F-4B4D-978B-C8558FB53DAC}" type="presParOf" srcId="{0B8F5780-C037-45BD-BF08-2AA586872C9F}" destId="{952939BD-3871-4502-8CFD-3665FFEDA22F}" srcOrd="3" destOrd="0" presId="urn:microsoft.com/office/officeart/2005/8/layout/hList1"/>
    <dgm:cxn modelId="{2BAE3E28-AA9D-4948-B958-37FD9DE28919}" type="presParOf" srcId="{0B8F5780-C037-45BD-BF08-2AA586872C9F}" destId="{59C5DBFD-D413-4DEB-B02C-3F039B6F767D}" srcOrd="4" destOrd="0" presId="urn:microsoft.com/office/officeart/2005/8/layout/hList1"/>
    <dgm:cxn modelId="{86DDCD96-DB3D-4F50-8EA5-D1D035D6C49C}" type="presParOf" srcId="{59C5DBFD-D413-4DEB-B02C-3F039B6F767D}" destId="{8055D981-DD07-4F9B-82D7-2EA526C47DE8}" srcOrd="0" destOrd="0" presId="urn:microsoft.com/office/officeart/2005/8/layout/hList1"/>
    <dgm:cxn modelId="{6626A0C5-5A62-4960-8141-E220951B72C3}" type="presParOf" srcId="{59C5DBFD-D413-4DEB-B02C-3F039B6F767D}" destId="{1615C446-6FBC-4DEE-A3B7-836344595E36}" srcOrd="1" destOrd="0" presId="urn:microsoft.com/office/officeart/2005/8/layout/hList1"/>
    <dgm:cxn modelId="{959E297A-3CF9-424A-B5F9-B6FEAE81CF29}" type="presParOf" srcId="{0B8F5780-C037-45BD-BF08-2AA586872C9F}" destId="{D7CE2025-EBE4-4E47-B579-4F4DAE9F1E12}" srcOrd="5" destOrd="0" presId="urn:microsoft.com/office/officeart/2005/8/layout/hList1"/>
    <dgm:cxn modelId="{DF76323E-2731-4E44-8848-C36E9D2D27C1}" type="presParOf" srcId="{0B8F5780-C037-45BD-BF08-2AA586872C9F}" destId="{953768ED-F599-4483-B379-9AEF29D48FE0}" srcOrd="6" destOrd="0" presId="urn:microsoft.com/office/officeart/2005/8/layout/hList1"/>
    <dgm:cxn modelId="{DBB40D68-79EB-461B-8AB2-BFB8E3D22040}" type="presParOf" srcId="{953768ED-F599-4483-B379-9AEF29D48FE0}" destId="{DBECE819-E234-4068-A4F1-583D763BC476}" srcOrd="0" destOrd="0" presId="urn:microsoft.com/office/officeart/2005/8/layout/hList1"/>
    <dgm:cxn modelId="{F389A4EA-FD25-441A-BB25-9952756ABA79}" type="presParOf" srcId="{953768ED-F599-4483-B379-9AEF29D48FE0}" destId="{52E52791-ED50-4D7D-9779-F0D363FF52C2}" srcOrd="1" destOrd="0" presId="urn:microsoft.com/office/officeart/2005/8/layout/hList1"/>
    <dgm:cxn modelId="{71A5DD95-96EE-48F4-8A7F-316041D03011}" type="presParOf" srcId="{0B8F5780-C037-45BD-BF08-2AA586872C9F}" destId="{3A186E41-1F94-4DE8-A98B-6A2BEDF6C6DB}" srcOrd="7" destOrd="0" presId="urn:microsoft.com/office/officeart/2005/8/layout/hList1"/>
    <dgm:cxn modelId="{5705817E-8C9A-4DA7-AB8F-534151830723}" type="presParOf" srcId="{0B8F5780-C037-45BD-BF08-2AA586872C9F}" destId="{68754404-797C-4E03-9FEA-0EB6498BA0FD}" srcOrd="8" destOrd="0" presId="urn:microsoft.com/office/officeart/2005/8/layout/hList1"/>
    <dgm:cxn modelId="{CE0C4A36-4A7B-4F89-A718-26476F991A49}" type="presParOf" srcId="{68754404-797C-4E03-9FEA-0EB6498BA0FD}" destId="{86970DA5-A9B0-44C3-8E33-C935B3C5CE22}" srcOrd="0" destOrd="0" presId="urn:microsoft.com/office/officeart/2005/8/layout/hList1"/>
    <dgm:cxn modelId="{B348EA65-4A2B-481F-A12B-A53BE1EC4B67}" type="presParOf" srcId="{68754404-797C-4E03-9FEA-0EB6498BA0FD}" destId="{FB339770-26AA-47B1-B09B-6B593BDED8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79D45CC-FDA9-4FAE-964B-5566512748A2}" type="doc">
      <dgm:prSet loTypeId="urn:microsoft.com/office/officeart/2005/8/layout/hList1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E40492-D1F2-4314-A2AF-91F72346CF01}">
      <dgm:prSet phldrT="[Text]"/>
      <dgm:spPr/>
      <dgm:t>
        <a:bodyPr/>
        <a:lstStyle/>
        <a:p>
          <a:r>
            <a:rPr lang="en-US" b="1"/>
            <a:t>PCA</a:t>
          </a:r>
          <a:endParaRPr lang="en-US"/>
        </a:p>
      </dgm:t>
    </dgm:pt>
    <dgm:pt modelId="{FB21E542-10F4-4D2F-B7CE-0C8CD02FC9D6}" type="parTrans" cxnId="{713FA558-18C3-458E-AFBD-8127FA167FE0}">
      <dgm:prSet/>
      <dgm:spPr/>
      <dgm:t>
        <a:bodyPr/>
        <a:lstStyle/>
        <a:p>
          <a:endParaRPr lang="en-US"/>
        </a:p>
      </dgm:t>
    </dgm:pt>
    <dgm:pt modelId="{02DA67B9-9702-4651-B320-53001E63CA68}" type="sibTrans" cxnId="{713FA558-18C3-458E-AFBD-8127FA167FE0}">
      <dgm:prSet/>
      <dgm:spPr/>
      <dgm:t>
        <a:bodyPr/>
        <a:lstStyle/>
        <a:p>
          <a:endParaRPr lang="en-US"/>
        </a:p>
      </dgm:t>
    </dgm:pt>
    <dgm:pt modelId="{0F57FE38-6DF9-4CCC-916A-BA8299293C7C}">
      <dgm:prSet/>
      <dgm:spPr/>
      <dgm:t>
        <a:bodyPr/>
        <a:lstStyle/>
        <a:p>
          <a:r>
            <a:rPr lang="en-US" dirty="0"/>
            <a:t>Explained nearly 50% of variance using two components</a:t>
          </a:r>
        </a:p>
      </dgm:t>
    </dgm:pt>
    <dgm:pt modelId="{FB85DCC6-8607-4D4E-9580-DFBA9F562FEF}" type="parTrans" cxnId="{970BC0AE-D7A4-4042-9ACD-8D698CF1D7AB}">
      <dgm:prSet/>
      <dgm:spPr/>
      <dgm:t>
        <a:bodyPr/>
        <a:lstStyle/>
        <a:p>
          <a:endParaRPr lang="en-US"/>
        </a:p>
      </dgm:t>
    </dgm:pt>
    <dgm:pt modelId="{7D649192-0006-4C6D-840E-F14ED044EF9B}" type="sibTrans" cxnId="{970BC0AE-D7A4-4042-9ACD-8D698CF1D7AB}">
      <dgm:prSet/>
      <dgm:spPr/>
      <dgm:t>
        <a:bodyPr/>
        <a:lstStyle/>
        <a:p>
          <a:endParaRPr lang="en-US"/>
        </a:p>
      </dgm:t>
    </dgm:pt>
    <dgm:pt modelId="{F2EA2497-FB39-4FE2-8472-AAB77FF18739}">
      <dgm:prSet/>
      <dgm:spPr/>
      <dgm:t>
        <a:bodyPr/>
        <a:lstStyle/>
        <a:p>
          <a:r>
            <a:rPr lang="en-US" dirty="0"/>
            <a:t>Clearly separated red and white wines</a:t>
          </a:r>
        </a:p>
      </dgm:t>
    </dgm:pt>
    <dgm:pt modelId="{D9DB488A-CAEA-4DF7-807B-6026736CDBC9}" type="parTrans" cxnId="{A06D7398-9DFF-4546-88F2-FCCB9C25528F}">
      <dgm:prSet/>
      <dgm:spPr/>
      <dgm:t>
        <a:bodyPr/>
        <a:lstStyle/>
        <a:p>
          <a:endParaRPr lang="en-US"/>
        </a:p>
      </dgm:t>
    </dgm:pt>
    <dgm:pt modelId="{8B397BE4-F4C7-438C-99E3-0FB9B09501FD}" type="sibTrans" cxnId="{A06D7398-9DFF-4546-88F2-FCCB9C25528F}">
      <dgm:prSet/>
      <dgm:spPr/>
      <dgm:t>
        <a:bodyPr/>
        <a:lstStyle/>
        <a:p>
          <a:endParaRPr lang="en-US"/>
        </a:p>
      </dgm:t>
    </dgm:pt>
    <dgm:pt modelId="{B06161F5-E327-461B-8BBB-8698B7A138B2}">
      <dgm:prSet/>
      <dgm:spPr/>
      <dgm:t>
        <a:bodyPr/>
        <a:lstStyle/>
        <a:p>
          <a:r>
            <a:rPr lang="en-US" dirty="0"/>
            <a:t>Provided interpretable feature loadings</a:t>
          </a:r>
        </a:p>
      </dgm:t>
    </dgm:pt>
    <dgm:pt modelId="{6D6A68D2-7111-4C8A-8419-AED62FDB8763}" type="parTrans" cxnId="{EBC3DC72-1F71-43A4-89CF-721900EE7FEE}">
      <dgm:prSet/>
      <dgm:spPr/>
      <dgm:t>
        <a:bodyPr/>
        <a:lstStyle/>
        <a:p>
          <a:endParaRPr lang="en-US"/>
        </a:p>
      </dgm:t>
    </dgm:pt>
    <dgm:pt modelId="{DC40892E-BE5F-4FDA-A00E-16B4F3401A8A}" type="sibTrans" cxnId="{EBC3DC72-1F71-43A4-89CF-721900EE7FEE}">
      <dgm:prSet/>
      <dgm:spPr/>
      <dgm:t>
        <a:bodyPr/>
        <a:lstStyle/>
        <a:p>
          <a:endParaRPr lang="en-US"/>
        </a:p>
      </dgm:t>
    </dgm:pt>
    <dgm:pt modelId="{259294C5-38DE-4DAB-B506-18E4E0B6F37A}">
      <dgm:prSet/>
      <dgm:spPr/>
      <dgm:t>
        <a:bodyPr/>
        <a:lstStyle/>
        <a:p>
          <a:r>
            <a:rPr lang="en-US" dirty="0"/>
            <a:t>Primary strength is </a:t>
          </a:r>
          <a:r>
            <a:rPr lang="en-US" dirty="0">
              <a:effectLst/>
            </a:rPr>
            <a:t>Variance Explanation</a:t>
          </a:r>
          <a:endParaRPr lang="en-US" dirty="0"/>
        </a:p>
      </dgm:t>
    </dgm:pt>
    <dgm:pt modelId="{1D2577DC-1E26-4222-874C-E4CA16352482}" type="parTrans" cxnId="{4768CD47-864E-45E3-AB7E-6B229C3E595C}">
      <dgm:prSet/>
      <dgm:spPr/>
      <dgm:t>
        <a:bodyPr/>
        <a:lstStyle/>
        <a:p>
          <a:endParaRPr lang="en-US"/>
        </a:p>
      </dgm:t>
    </dgm:pt>
    <dgm:pt modelId="{1719C469-FEC6-4C39-8DE9-C1B701D946B2}" type="sibTrans" cxnId="{4768CD47-864E-45E3-AB7E-6B229C3E595C}">
      <dgm:prSet/>
      <dgm:spPr/>
      <dgm:t>
        <a:bodyPr/>
        <a:lstStyle/>
        <a:p>
          <a:endParaRPr lang="en-US"/>
        </a:p>
      </dgm:t>
    </dgm:pt>
    <dgm:pt modelId="{BC002B37-02E6-40BD-ABBE-CEE07454B341}">
      <dgm:prSet/>
      <dgm:spPr/>
      <dgm:t>
        <a:bodyPr/>
        <a:lstStyle/>
        <a:p>
          <a:r>
            <a:rPr lang="en-US" b="1" dirty="0"/>
            <a:t>Kernel PCA</a:t>
          </a:r>
        </a:p>
      </dgm:t>
    </dgm:pt>
    <dgm:pt modelId="{A1990C10-E303-4841-A8B9-DFB13B3E08C0}" type="parTrans" cxnId="{E959BD99-EE0A-4D77-A85C-4B76A0140FFE}">
      <dgm:prSet/>
      <dgm:spPr/>
      <dgm:t>
        <a:bodyPr/>
        <a:lstStyle/>
        <a:p>
          <a:endParaRPr lang="en-US"/>
        </a:p>
      </dgm:t>
    </dgm:pt>
    <dgm:pt modelId="{4A0A7D82-AED6-441A-82C2-5D9BD3130A9D}" type="sibTrans" cxnId="{E959BD99-EE0A-4D77-A85C-4B76A0140FFE}">
      <dgm:prSet/>
      <dgm:spPr/>
      <dgm:t>
        <a:bodyPr/>
        <a:lstStyle/>
        <a:p>
          <a:endParaRPr lang="en-US"/>
        </a:p>
      </dgm:t>
    </dgm:pt>
    <dgm:pt modelId="{2B5B44AC-A411-4CB8-8EDC-E312C7C98EF1}">
      <dgm:prSet/>
      <dgm:spPr/>
      <dgm:t>
        <a:bodyPr/>
        <a:lstStyle/>
        <a:p>
          <a:r>
            <a:rPr lang="en-US" dirty="0"/>
            <a:t>Revealed nonlinear chemical structure</a:t>
          </a:r>
        </a:p>
      </dgm:t>
    </dgm:pt>
    <dgm:pt modelId="{908597BB-0F0E-4D09-93DA-3D273C9651F9}" type="parTrans" cxnId="{A5A6105B-A1A4-4E96-8EFA-80FF8EB12F0E}">
      <dgm:prSet/>
      <dgm:spPr/>
      <dgm:t>
        <a:bodyPr/>
        <a:lstStyle/>
        <a:p>
          <a:endParaRPr lang="en-US"/>
        </a:p>
      </dgm:t>
    </dgm:pt>
    <dgm:pt modelId="{77679061-9B46-407A-8BFF-42686A941C25}" type="sibTrans" cxnId="{A5A6105B-A1A4-4E96-8EFA-80FF8EB12F0E}">
      <dgm:prSet/>
      <dgm:spPr/>
      <dgm:t>
        <a:bodyPr/>
        <a:lstStyle/>
        <a:p>
          <a:endParaRPr lang="en-US"/>
        </a:p>
      </dgm:t>
    </dgm:pt>
    <dgm:pt modelId="{B8E4409E-3291-4C3F-86A9-678BB352652A}">
      <dgm:prSet/>
      <dgm:spPr/>
      <dgm:t>
        <a:bodyPr/>
        <a:lstStyle/>
        <a:p>
          <a:r>
            <a:rPr lang="en-US" dirty="0"/>
            <a:t>Improved separation relative to standard PCA</a:t>
          </a:r>
        </a:p>
      </dgm:t>
    </dgm:pt>
    <dgm:pt modelId="{1315D443-2BA0-4B0D-82A3-7D2BB79A89F3}" type="parTrans" cxnId="{4CBCD859-65FF-4003-932D-4EFDD7464487}">
      <dgm:prSet/>
      <dgm:spPr/>
      <dgm:t>
        <a:bodyPr/>
        <a:lstStyle/>
        <a:p>
          <a:endParaRPr lang="en-US"/>
        </a:p>
      </dgm:t>
    </dgm:pt>
    <dgm:pt modelId="{B0E44E8A-3064-4ED8-B37D-A02B8A39177B}" type="sibTrans" cxnId="{4CBCD859-65FF-4003-932D-4EFDD7464487}">
      <dgm:prSet/>
      <dgm:spPr/>
      <dgm:t>
        <a:bodyPr/>
        <a:lstStyle/>
        <a:p>
          <a:endParaRPr lang="en-US"/>
        </a:p>
      </dgm:t>
    </dgm:pt>
    <dgm:pt modelId="{989CFA2E-BE57-4D22-BE0E-C9D8070BF504}">
      <dgm:prSet/>
      <dgm:spPr/>
      <dgm:t>
        <a:bodyPr/>
        <a:lstStyle/>
        <a:p>
          <a:r>
            <a:rPr lang="en-US" dirty="0"/>
            <a:t>Best method for Nonlinear Structure Discovery
Primary strength: Nonlinear Structure Discovery</a:t>
          </a:r>
        </a:p>
      </dgm:t>
    </dgm:pt>
    <dgm:pt modelId="{7BD25B96-9233-4952-B48C-DD8B27DBD259}" type="parTrans" cxnId="{5B7192FB-9B2A-4AF4-A138-5BF0FCABA711}">
      <dgm:prSet/>
      <dgm:spPr/>
      <dgm:t>
        <a:bodyPr/>
        <a:lstStyle/>
        <a:p>
          <a:endParaRPr lang="en-US"/>
        </a:p>
      </dgm:t>
    </dgm:pt>
    <dgm:pt modelId="{FE9879F8-AF95-4101-9FE1-0CA9A56A1067}" type="sibTrans" cxnId="{5B7192FB-9B2A-4AF4-A138-5BF0FCABA711}">
      <dgm:prSet/>
      <dgm:spPr/>
      <dgm:t>
        <a:bodyPr/>
        <a:lstStyle/>
        <a:p>
          <a:endParaRPr lang="en-US"/>
        </a:p>
      </dgm:t>
    </dgm:pt>
    <dgm:pt modelId="{722CD4E6-BB54-472F-BE2C-82E777711E61}">
      <dgm:prSet/>
      <dgm:spPr/>
      <dgm:t>
        <a:bodyPr/>
        <a:lstStyle/>
        <a:p>
          <a:r>
            <a:rPr lang="en-US" b="1"/>
            <a:t>t-SNE</a:t>
          </a:r>
        </a:p>
      </dgm:t>
    </dgm:pt>
    <dgm:pt modelId="{18FD6164-2C45-4E16-B4A7-672C608CF825}" type="parTrans" cxnId="{DD73A8D7-2149-498D-9E68-BB9A2920C0F7}">
      <dgm:prSet/>
      <dgm:spPr/>
      <dgm:t>
        <a:bodyPr/>
        <a:lstStyle/>
        <a:p>
          <a:endParaRPr lang="en-US"/>
        </a:p>
      </dgm:t>
    </dgm:pt>
    <dgm:pt modelId="{B9B12255-7461-4CBE-9BE0-A5409B8EA569}" type="sibTrans" cxnId="{DD73A8D7-2149-498D-9E68-BB9A2920C0F7}">
      <dgm:prSet/>
      <dgm:spPr/>
      <dgm:t>
        <a:bodyPr/>
        <a:lstStyle/>
        <a:p>
          <a:endParaRPr lang="en-US"/>
        </a:p>
      </dgm:t>
    </dgm:pt>
    <dgm:pt modelId="{5BF50A8B-E236-4D78-A64C-214A54ED9DA4}">
      <dgm:prSet/>
      <dgm:spPr/>
      <dgm:t>
        <a:bodyPr/>
        <a:lstStyle/>
        <a:p>
          <a:r>
            <a:rPr lang="en-US" dirty="0"/>
            <a:t>Produced outstanding local cluster separation</a:t>
          </a:r>
        </a:p>
      </dgm:t>
    </dgm:pt>
    <dgm:pt modelId="{33B81B83-3E00-4443-B2D3-7493D1582F0D}" type="parTrans" cxnId="{E9D0E107-31B2-4561-B37E-84DAB7D07A76}">
      <dgm:prSet/>
      <dgm:spPr/>
      <dgm:t>
        <a:bodyPr/>
        <a:lstStyle/>
        <a:p>
          <a:endParaRPr lang="en-US"/>
        </a:p>
      </dgm:t>
    </dgm:pt>
    <dgm:pt modelId="{77AD15FC-73AB-47DD-81C8-8B1E55AECE6D}" type="sibTrans" cxnId="{E9D0E107-31B2-4561-B37E-84DAB7D07A76}">
      <dgm:prSet/>
      <dgm:spPr/>
      <dgm:t>
        <a:bodyPr/>
        <a:lstStyle/>
        <a:p>
          <a:endParaRPr lang="en-US"/>
        </a:p>
      </dgm:t>
    </dgm:pt>
    <dgm:pt modelId="{CE9C97D0-CC1E-4C6D-94EF-8692979A2700}">
      <dgm:prSet/>
      <dgm:spPr/>
      <dgm:t>
        <a:bodyPr/>
        <a:lstStyle/>
        <a:p>
          <a:r>
            <a:rPr lang="en-US" dirty="0"/>
            <a:t>Revealed highly distinct wine populations</a:t>
          </a:r>
        </a:p>
      </dgm:t>
    </dgm:pt>
    <dgm:pt modelId="{E9D84375-C11D-4FC6-89F7-DE43B284DB6A}" type="parTrans" cxnId="{CF21577C-9E44-42E9-B76F-FC6A5C9B300C}">
      <dgm:prSet/>
      <dgm:spPr/>
      <dgm:t>
        <a:bodyPr/>
        <a:lstStyle/>
        <a:p>
          <a:endParaRPr lang="en-US"/>
        </a:p>
      </dgm:t>
    </dgm:pt>
    <dgm:pt modelId="{DB9CF098-1E07-4C65-BE18-64DC06B54351}" type="sibTrans" cxnId="{CF21577C-9E44-42E9-B76F-FC6A5C9B300C}">
      <dgm:prSet/>
      <dgm:spPr/>
      <dgm:t>
        <a:bodyPr/>
        <a:lstStyle/>
        <a:p>
          <a:endParaRPr lang="en-US"/>
        </a:p>
      </dgm:t>
    </dgm:pt>
    <dgm:pt modelId="{336D5BE3-58AD-4B87-9364-298F0A11E9ED}">
      <dgm:prSet/>
      <dgm:spPr/>
      <dgm:t>
        <a:bodyPr/>
        <a:lstStyle/>
        <a:p>
          <a:r>
            <a:rPr lang="en-US" b="1" dirty="0"/>
            <a:t>UMAP</a:t>
          </a:r>
        </a:p>
      </dgm:t>
    </dgm:pt>
    <dgm:pt modelId="{524632A9-69BA-478B-A4E4-0E20B9C5439D}" type="parTrans" cxnId="{859E9250-458F-49E4-A0A4-715523CAC8F1}">
      <dgm:prSet/>
      <dgm:spPr/>
      <dgm:t>
        <a:bodyPr/>
        <a:lstStyle/>
        <a:p>
          <a:endParaRPr lang="en-US"/>
        </a:p>
      </dgm:t>
    </dgm:pt>
    <dgm:pt modelId="{FCB20450-3C7F-431F-9D50-63FBB4FFFDD5}" type="sibTrans" cxnId="{859E9250-458F-49E4-A0A4-715523CAC8F1}">
      <dgm:prSet/>
      <dgm:spPr/>
      <dgm:t>
        <a:bodyPr/>
        <a:lstStyle/>
        <a:p>
          <a:endParaRPr lang="en-US"/>
        </a:p>
      </dgm:t>
    </dgm:pt>
    <dgm:pt modelId="{A85627CD-BE32-4509-908E-4DF8E2FBD81D}">
      <dgm:prSet/>
      <dgm:spPr/>
      <dgm:t>
        <a:bodyPr/>
        <a:lstStyle/>
        <a:p>
          <a:r>
            <a:rPr lang="en-US" dirty="0"/>
            <a:t>Produced the strongest overall embedding</a:t>
          </a:r>
        </a:p>
      </dgm:t>
    </dgm:pt>
    <dgm:pt modelId="{83239401-97AF-4C35-8590-483C0B04B427}" type="parTrans" cxnId="{328049E8-7DD7-488C-A9DD-480BD56C2050}">
      <dgm:prSet/>
      <dgm:spPr/>
      <dgm:t>
        <a:bodyPr/>
        <a:lstStyle/>
        <a:p>
          <a:endParaRPr lang="en-US"/>
        </a:p>
      </dgm:t>
    </dgm:pt>
    <dgm:pt modelId="{8EA8A676-7CDF-4B2C-9591-90A093A1C006}" type="sibTrans" cxnId="{328049E8-7DD7-488C-A9DD-480BD56C2050}">
      <dgm:prSet/>
      <dgm:spPr/>
      <dgm:t>
        <a:bodyPr/>
        <a:lstStyle/>
        <a:p>
          <a:endParaRPr lang="en-US"/>
        </a:p>
      </dgm:t>
    </dgm:pt>
    <dgm:pt modelId="{116CF1B8-A1AB-4A48-ADAD-9C65EC6F8E84}">
      <dgm:prSet/>
      <dgm:spPr/>
      <dgm:t>
        <a:bodyPr/>
        <a:lstStyle/>
        <a:p>
          <a:r>
            <a:rPr lang="en-US" dirty="0"/>
            <a:t>Balanced separation and structure preservation</a:t>
          </a:r>
        </a:p>
      </dgm:t>
    </dgm:pt>
    <dgm:pt modelId="{F7EF73D4-0032-4863-BF51-ED4DC74EE1AD}" type="parTrans" cxnId="{0C0DB77F-35B5-4FFE-B3AE-C33149BE7E06}">
      <dgm:prSet/>
      <dgm:spPr/>
      <dgm:t>
        <a:bodyPr/>
        <a:lstStyle/>
        <a:p>
          <a:endParaRPr lang="en-US"/>
        </a:p>
      </dgm:t>
    </dgm:pt>
    <dgm:pt modelId="{89DD57C4-02C7-4D9B-9902-DB8A343733EE}" type="sibTrans" cxnId="{0C0DB77F-35B5-4FFE-B3AE-C33149BE7E06}">
      <dgm:prSet/>
      <dgm:spPr/>
      <dgm:t>
        <a:bodyPr/>
        <a:lstStyle/>
        <a:p>
          <a:endParaRPr lang="en-US"/>
        </a:p>
      </dgm:t>
    </dgm:pt>
    <dgm:pt modelId="{71826B5C-6967-42E7-9C37-213859919440}">
      <dgm:prSet/>
      <dgm:spPr/>
      <dgm:t>
        <a:bodyPr/>
        <a:lstStyle/>
        <a:p>
          <a:r>
            <a:rPr lang="en-US" dirty="0"/>
            <a:t>Generated the </a:t>
          </a:r>
          <a:r>
            <a:rPr lang="en-US"/>
            <a:t>clearest visualization</a:t>
          </a:r>
          <a:endParaRPr lang="en-US" dirty="0"/>
        </a:p>
      </dgm:t>
    </dgm:pt>
    <dgm:pt modelId="{A2D0C90F-FBF8-417A-ABD5-DAF96450E000}" type="parTrans" cxnId="{CC2C339A-C9EB-4CA0-B1BF-4A5D84398DD5}">
      <dgm:prSet/>
      <dgm:spPr/>
      <dgm:t>
        <a:bodyPr/>
        <a:lstStyle/>
        <a:p>
          <a:endParaRPr lang="en-US"/>
        </a:p>
      </dgm:t>
    </dgm:pt>
    <dgm:pt modelId="{AB9F2703-3149-4F7C-9A6B-307E41611D35}" type="sibTrans" cxnId="{CC2C339A-C9EB-4CA0-B1BF-4A5D84398DD5}">
      <dgm:prSet/>
      <dgm:spPr/>
      <dgm:t>
        <a:bodyPr/>
        <a:lstStyle/>
        <a:p>
          <a:endParaRPr lang="en-US"/>
        </a:p>
      </dgm:t>
    </dgm:pt>
    <dgm:pt modelId="{76A5D076-1FD5-408D-8D5D-6397843BEF1B}">
      <dgm:prSet/>
      <dgm:spPr/>
      <dgm:t>
        <a:bodyPr/>
        <a:lstStyle/>
        <a:p>
          <a:r>
            <a:rPr lang="en-US" b="1" dirty="0"/>
            <a:t>NMF</a:t>
          </a:r>
        </a:p>
      </dgm:t>
    </dgm:pt>
    <dgm:pt modelId="{8F86F838-814B-484F-9F75-CF8310F49E13}" type="parTrans" cxnId="{3666539F-73A8-4BB5-A7DC-05D7BA25518D}">
      <dgm:prSet/>
      <dgm:spPr/>
      <dgm:t>
        <a:bodyPr/>
        <a:lstStyle/>
        <a:p>
          <a:endParaRPr lang="en-US"/>
        </a:p>
      </dgm:t>
    </dgm:pt>
    <dgm:pt modelId="{4676D83F-622C-43E1-996D-3DF0187DD001}" type="sibTrans" cxnId="{3666539F-73A8-4BB5-A7DC-05D7BA25518D}">
      <dgm:prSet/>
      <dgm:spPr/>
      <dgm:t>
        <a:bodyPr/>
        <a:lstStyle/>
        <a:p>
          <a:endParaRPr lang="en-US"/>
        </a:p>
      </dgm:t>
    </dgm:pt>
    <dgm:pt modelId="{FCFB300F-B536-4977-ADF3-1202502F86E6}">
      <dgm:prSet/>
      <dgm:spPr/>
      <dgm:t>
        <a:bodyPr/>
        <a:lstStyle/>
        <a:p>
          <a:r>
            <a:rPr lang="en-US" dirty="0"/>
            <a:t>Identified interpretable chemistry components</a:t>
          </a:r>
        </a:p>
      </dgm:t>
    </dgm:pt>
    <dgm:pt modelId="{2C54051F-712A-4480-B9D2-803CE91231D1}" type="parTrans" cxnId="{B1A6D1D8-F35F-4B78-B1B8-51B0AA9DDB40}">
      <dgm:prSet/>
      <dgm:spPr/>
      <dgm:t>
        <a:bodyPr/>
        <a:lstStyle/>
        <a:p>
          <a:endParaRPr lang="en-US"/>
        </a:p>
      </dgm:t>
    </dgm:pt>
    <dgm:pt modelId="{8DB0EAB0-9A18-4593-837D-5FA4B4D4D635}" type="sibTrans" cxnId="{B1A6D1D8-F35F-4B78-B1B8-51B0AA9DDB40}">
      <dgm:prSet/>
      <dgm:spPr/>
      <dgm:t>
        <a:bodyPr/>
        <a:lstStyle/>
        <a:p>
          <a:endParaRPr lang="en-US"/>
        </a:p>
      </dgm:t>
    </dgm:pt>
    <dgm:pt modelId="{0363C3CE-4A63-4F1E-985E-FDF4924914A0}">
      <dgm:prSet/>
      <dgm:spPr/>
      <dgm:t>
        <a:bodyPr/>
        <a:lstStyle/>
        <a:p>
          <a:r>
            <a:rPr lang="en-US" dirty="0"/>
            <a:t>Revealed latent additive </a:t>
          </a:r>
          <a:r>
            <a:rPr lang="en-US"/>
            <a:t>wine characteristics</a:t>
          </a:r>
          <a:endParaRPr lang="en-US" dirty="0"/>
        </a:p>
      </dgm:t>
    </dgm:pt>
    <dgm:pt modelId="{059410B1-B004-4EA7-8DE0-BBAE77CF9E9B}" type="parTrans" cxnId="{FB7DE2E9-DE4B-4B05-9282-93182F45C4E9}">
      <dgm:prSet/>
      <dgm:spPr/>
      <dgm:t>
        <a:bodyPr/>
        <a:lstStyle/>
        <a:p>
          <a:endParaRPr lang="en-US"/>
        </a:p>
      </dgm:t>
    </dgm:pt>
    <dgm:pt modelId="{54B9AE65-32FD-4714-812B-9FCBF05E6935}" type="sibTrans" cxnId="{FB7DE2E9-DE4B-4B05-9282-93182F45C4E9}">
      <dgm:prSet/>
      <dgm:spPr/>
      <dgm:t>
        <a:bodyPr/>
        <a:lstStyle/>
        <a:p>
          <a:endParaRPr lang="en-US"/>
        </a:p>
      </dgm:t>
    </dgm:pt>
    <dgm:pt modelId="{FF138F3B-9B6B-4038-B41B-911E23A7BCC9}">
      <dgm:prSet/>
      <dgm:spPr/>
      <dgm:t>
        <a:bodyPr/>
        <a:lstStyle/>
        <a:p>
          <a:r>
            <a:rPr lang="en-US"/>
            <a:t>Best method for </a:t>
          </a:r>
          <a:r>
            <a:rPr lang="en-US">
              <a:effectLst/>
            </a:rPr>
            <a:t>Variance Explanation</a:t>
          </a:r>
          <a:endParaRPr lang="en-US" dirty="0"/>
        </a:p>
      </dgm:t>
    </dgm:pt>
    <dgm:pt modelId="{6E6FCE94-16AC-4E84-ADD5-3513FC08475B}" type="parTrans" cxnId="{F6DBC86A-47A8-4557-8EC4-3DC89C75E1B2}">
      <dgm:prSet/>
      <dgm:spPr/>
      <dgm:t>
        <a:bodyPr/>
        <a:lstStyle/>
        <a:p>
          <a:endParaRPr lang="en-US"/>
        </a:p>
      </dgm:t>
    </dgm:pt>
    <dgm:pt modelId="{37061275-4CE6-41CF-B92B-711BEE12A01C}" type="sibTrans" cxnId="{F6DBC86A-47A8-4557-8EC4-3DC89C75E1B2}">
      <dgm:prSet/>
      <dgm:spPr/>
      <dgm:t>
        <a:bodyPr/>
        <a:lstStyle/>
        <a:p>
          <a:endParaRPr lang="en-US"/>
        </a:p>
      </dgm:t>
    </dgm:pt>
    <dgm:pt modelId="{86B2556A-A5DF-4C7D-86B8-2C4ACDA82694}">
      <dgm:prSet/>
      <dgm:spPr/>
      <dgm:t>
        <a:bodyPr/>
        <a:lstStyle/>
        <a:p>
          <a:r>
            <a:rPr lang="en-US" dirty="0"/>
            <a:t>Best method for Local Cluster Separation</a:t>
          </a:r>
        </a:p>
      </dgm:t>
    </dgm:pt>
    <dgm:pt modelId="{D238388A-4ECB-4009-976B-DBE5A6D3FFCE}" type="parTrans" cxnId="{935E1D52-7F83-4247-9608-93A2AA2CA106}">
      <dgm:prSet/>
      <dgm:spPr/>
      <dgm:t>
        <a:bodyPr/>
        <a:lstStyle/>
        <a:p>
          <a:endParaRPr lang="en-US"/>
        </a:p>
      </dgm:t>
    </dgm:pt>
    <dgm:pt modelId="{2B5870D9-605A-4C80-B841-FE03AC25306A}" type="sibTrans" cxnId="{935E1D52-7F83-4247-9608-93A2AA2CA106}">
      <dgm:prSet/>
      <dgm:spPr/>
      <dgm:t>
        <a:bodyPr/>
        <a:lstStyle/>
        <a:p>
          <a:endParaRPr lang="en-US"/>
        </a:p>
      </dgm:t>
    </dgm:pt>
    <dgm:pt modelId="{24E63145-9849-4CF0-BE2C-F069687662AE}">
      <dgm:prSet/>
      <dgm:spPr/>
      <dgm:t>
        <a:bodyPr/>
        <a:lstStyle/>
        <a:p>
          <a:r>
            <a:rPr lang="en-US" dirty="0"/>
            <a:t>Primary strength is nonlinear structure discovery</a:t>
          </a:r>
        </a:p>
      </dgm:t>
    </dgm:pt>
    <dgm:pt modelId="{63C7A1E6-B90A-4DA6-9485-437F6DC7C65E}" type="parTrans" cxnId="{389C2586-D39A-45C7-BACE-747C2E7B6B7E}">
      <dgm:prSet/>
      <dgm:spPr/>
      <dgm:t>
        <a:bodyPr/>
        <a:lstStyle/>
        <a:p>
          <a:endParaRPr lang="en-US"/>
        </a:p>
      </dgm:t>
    </dgm:pt>
    <dgm:pt modelId="{4A25A0AD-1143-402F-BA0F-E89107B9A319}" type="sibTrans" cxnId="{389C2586-D39A-45C7-BACE-747C2E7B6B7E}">
      <dgm:prSet/>
      <dgm:spPr/>
      <dgm:t>
        <a:bodyPr/>
        <a:lstStyle/>
        <a:p>
          <a:endParaRPr lang="en-US"/>
        </a:p>
      </dgm:t>
    </dgm:pt>
    <dgm:pt modelId="{BA341D32-51E7-4AA8-BED3-03295E9F9F92}">
      <dgm:prSet/>
      <dgm:spPr/>
      <dgm:t>
        <a:bodyPr/>
        <a:lstStyle/>
        <a:p>
          <a:r>
            <a:rPr lang="en-US" dirty="0">
              <a:effectLst/>
            </a:rPr>
            <a:t>Best method for overall visualization</a:t>
          </a:r>
          <a:endParaRPr lang="en-US" dirty="0"/>
        </a:p>
      </dgm:t>
    </dgm:pt>
    <dgm:pt modelId="{FC436F68-1CA1-4C43-BCBA-986F199EB746}" type="parTrans" cxnId="{4B187F2C-E8F3-4EB9-B6AC-DBA33859C571}">
      <dgm:prSet/>
      <dgm:spPr/>
      <dgm:t>
        <a:bodyPr/>
        <a:lstStyle/>
        <a:p>
          <a:endParaRPr lang="en-US"/>
        </a:p>
      </dgm:t>
    </dgm:pt>
    <dgm:pt modelId="{6157BF6E-DD6A-4B6B-904F-DE5B592FCFC1}" type="sibTrans" cxnId="{4B187F2C-E8F3-4EB9-B6AC-DBA33859C571}">
      <dgm:prSet/>
      <dgm:spPr/>
      <dgm:t>
        <a:bodyPr/>
        <a:lstStyle/>
        <a:p>
          <a:endParaRPr lang="en-US"/>
        </a:p>
      </dgm:t>
    </dgm:pt>
    <dgm:pt modelId="{DC8C09BA-126F-4DE9-BEE3-6F9F45B94EE9}">
      <dgm:prSet/>
      <dgm:spPr/>
      <dgm:t>
        <a:bodyPr/>
        <a:lstStyle/>
        <a:p>
          <a:r>
            <a:rPr lang="en-US"/>
            <a:t>Primary strength was local and global structure preservation</a:t>
          </a:r>
          <a:endParaRPr lang="en-US" dirty="0"/>
        </a:p>
      </dgm:t>
    </dgm:pt>
    <dgm:pt modelId="{6E3CF923-18C9-4AFB-B070-43AADD2804FC}" type="parTrans" cxnId="{0AD43FB8-CC1B-4629-9CFA-592C4A01A482}">
      <dgm:prSet/>
      <dgm:spPr/>
      <dgm:t>
        <a:bodyPr/>
        <a:lstStyle/>
        <a:p>
          <a:endParaRPr lang="en-US"/>
        </a:p>
      </dgm:t>
    </dgm:pt>
    <dgm:pt modelId="{8BC841F4-ACDC-4C8C-BBB7-706D1032621F}" type="sibTrans" cxnId="{0AD43FB8-CC1B-4629-9CFA-592C4A01A482}">
      <dgm:prSet/>
      <dgm:spPr/>
      <dgm:t>
        <a:bodyPr/>
        <a:lstStyle/>
        <a:p>
          <a:endParaRPr lang="en-US"/>
        </a:p>
      </dgm:t>
    </dgm:pt>
    <dgm:pt modelId="{84DA3ECF-A2B9-4FDB-83DB-DEDCFB70155A}">
      <dgm:prSet/>
      <dgm:spPr/>
      <dgm:t>
        <a:bodyPr/>
        <a:lstStyle/>
        <a:p>
          <a:r>
            <a:rPr lang="en-US" dirty="0"/>
            <a:t>Best Method for feature interpretation</a:t>
          </a:r>
        </a:p>
      </dgm:t>
    </dgm:pt>
    <dgm:pt modelId="{6459EB82-ACED-428D-9499-13DD913960A8}" type="parTrans" cxnId="{B8BE409E-D14D-4EE3-B03C-A8592AE64AA6}">
      <dgm:prSet/>
      <dgm:spPr/>
      <dgm:t>
        <a:bodyPr/>
        <a:lstStyle/>
        <a:p>
          <a:endParaRPr lang="en-US"/>
        </a:p>
      </dgm:t>
    </dgm:pt>
    <dgm:pt modelId="{3DAC5C4C-35CB-4CA1-A768-50DD21868C95}" type="sibTrans" cxnId="{B8BE409E-D14D-4EE3-B03C-A8592AE64AA6}">
      <dgm:prSet/>
      <dgm:spPr/>
      <dgm:t>
        <a:bodyPr/>
        <a:lstStyle/>
        <a:p>
          <a:endParaRPr lang="en-US"/>
        </a:p>
      </dgm:t>
    </dgm:pt>
    <dgm:pt modelId="{EC128C2C-51AB-4C4E-AFC1-B8232B5A14E1}">
      <dgm:prSet/>
      <dgm:spPr/>
      <dgm:t>
        <a:bodyPr/>
        <a:lstStyle/>
        <a:p>
          <a:r>
            <a:rPr lang="en-US"/>
            <a:t>Primary strength was latent chemistry interpretation </a:t>
          </a:r>
          <a:endParaRPr lang="en-US" dirty="0"/>
        </a:p>
      </dgm:t>
    </dgm:pt>
    <dgm:pt modelId="{2F2F79E6-CD58-43E1-9E78-1BF392C625AA}" type="parTrans" cxnId="{B7010188-1345-4389-A350-2D942410EDA0}">
      <dgm:prSet/>
      <dgm:spPr/>
      <dgm:t>
        <a:bodyPr/>
        <a:lstStyle/>
        <a:p>
          <a:endParaRPr lang="en-US"/>
        </a:p>
      </dgm:t>
    </dgm:pt>
    <dgm:pt modelId="{96D4B401-ABC5-43E2-8F1E-5AA9BDF28CD7}" type="sibTrans" cxnId="{B7010188-1345-4389-A350-2D942410EDA0}">
      <dgm:prSet/>
      <dgm:spPr/>
      <dgm:t>
        <a:bodyPr/>
        <a:lstStyle/>
        <a:p>
          <a:endParaRPr lang="en-US"/>
        </a:p>
      </dgm:t>
    </dgm:pt>
    <dgm:pt modelId="{1F3B3ABB-C9CE-43BE-8BFD-7C2F09334315}" type="pres">
      <dgm:prSet presAssocID="{479D45CC-FDA9-4FAE-964B-5566512748A2}" presName="Name0" presStyleCnt="0">
        <dgm:presLayoutVars>
          <dgm:dir/>
          <dgm:animLvl val="lvl"/>
          <dgm:resizeHandles val="exact"/>
        </dgm:presLayoutVars>
      </dgm:prSet>
      <dgm:spPr/>
    </dgm:pt>
    <dgm:pt modelId="{D3732113-AB08-4620-8FB3-8E8E908A49A7}" type="pres">
      <dgm:prSet presAssocID="{40E40492-D1F2-4314-A2AF-91F72346CF01}" presName="composite" presStyleCnt="0"/>
      <dgm:spPr/>
    </dgm:pt>
    <dgm:pt modelId="{49608220-59C6-447E-B5B4-D7FD18FC33C1}" type="pres">
      <dgm:prSet presAssocID="{40E40492-D1F2-4314-A2AF-91F72346CF01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F7D8FAF5-B54A-4D6D-9D66-6DA94F3F5E03}" type="pres">
      <dgm:prSet presAssocID="{40E40492-D1F2-4314-A2AF-91F72346CF01}" presName="desTx" presStyleLbl="alignAccFollowNode1" presStyleIdx="0" presStyleCnt="5">
        <dgm:presLayoutVars>
          <dgm:bulletEnabled val="1"/>
        </dgm:presLayoutVars>
      </dgm:prSet>
      <dgm:spPr/>
    </dgm:pt>
    <dgm:pt modelId="{71489E35-55FB-4706-B06E-8F048A52F204}" type="pres">
      <dgm:prSet presAssocID="{02DA67B9-9702-4651-B320-53001E63CA68}" presName="space" presStyleCnt="0"/>
      <dgm:spPr/>
    </dgm:pt>
    <dgm:pt modelId="{28485ADD-CF0B-4883-8DA5-CBC22C4BE53E}" type="pres">
      <dgm:prSet presAssocID="{BC002B37-02E6-40BD-ABBE-CEE07454B341}" presName="composite" presStyleCnt="0"/>
      <dgm:spPr/>
    </dgm:pt>
    <dgm:pt modelId="{633991BC-12DE-4A9E-A4E6-137B5327345C}" type="pres">
      <dgm:prSet presAssocID="{BC002B37-02E6-40BD-ABBE-CEE07454B34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9A15F67E-89A6-4CA5-9FCA-A9C407764D46}" type="pres">
      <dgm:prSet presAssocID="{BC002B37-02E6-40BD-ABBE-CEE07454B341}" presName="desTx" presStyleLbl="alignAccFollowNode1" presStyleIdx="1" presStyleCnt="5">
        <dgm:presLayoutVars>
          <dgm:bulletEnabled val="1"/>
        </dgm:presLayoutVars>
      </dgm:prSet>
      <dgm:spPr/>
    </dgm:pt>
    <dgm:pt modelId="{EE0CA8A9-A363-41AB-BB34-6DE14AC70228}" type="pres">
      <dgm:prSet presAssocID="{4A0A7D82-AED6-441A-82C2-5D9BD3130A9D}" presName="space" presStyleCnt="0"/>
      <dgm:spPr/>
    </dgm:pt>
    <dgm:pt modelId="{278B9AB6-FCE6-42A9-A283-BB8A2699B6CD}" type="pres">
      <dgm:prSet presAssocID="{722CD4E6-BB54-472F-BE2C-82E777711E61}" presName="composite" presStyleCnt="0"/>
      <dgm:spPr/>
    </dgm:pt>
    <dgm:pt modelId="{EDDF89EF-DB3B-456A-90CB-65F4C63FB503}" type="pres">
      <dgm:prSet presAssocID="{722CD4E6-BB54-472F-BE2C-82E777711E61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E4737EF-1C5F-475E-82D2-0498928EAEE6}" type="pres">
      <dgm:prSet presAssocID="{722CD4E6-BB54-472F-BE2C-82E777711E61}" presName="desTx" presStyleLbl="alignAccFollowNode1" presStyleIdx="2" presStyleCnt="5">
        <dgm:presLayoutVars>
          <dgm:bulletEnabled val="1"/>
        </dgm:presLayoutVars>
      </dgm:prSet>
      <dgm:spPr/>
    </dgm:pt>
    <dgm:pt modelId="{008FB452-C04B-4541-9812-F8116B423877}" type="pres">
      <dgm:prSet presAssocID="{B9B12255-7461-4CBE-9BE0-A5409B8EA569}" presName="space" presStyleCnt="0"/>
      <dgm:spPr/>
    </dgm:pt>
    <dgm:pt modelId="{2F1FD573-E705-4DEA-9C4C-FDA9A79EEE04}" type="pres">
      <dgm:prSet presAssocID="{336D5BE3-58AD-4B87-9364-298F0A11E9ED}" presName="composite" presStyleCnt="0"/>
      <dgm:spPr/>
    </dgm:pt>
    <dgm:pt modelId="{08ED13CE-3C9A-4978-AA0F-852E46D2BB17}" type="pres">
      <dgm:prSet presAssocID="{336D5BE3-58AD-4B87-9364-298F0A11E9ED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B748011-5435-4539-AAFE-19D5F8C0AC87}" type="pres">
      <dgm:prSet presAssocID="{336D5BE3-58AD-4B87-9364-298F0A11E9ED}" presName="desTx" presStyleLbl="alignAccFollowNode1" presStyleIdx="3" presStyleCnt="5">
        <dgm:presLayoutVars>
          <dgm:bulletEnabled val="1"/>
        </dgm:presLayoutVars>
      </dgm:prSet>
      <dgm:spPr/>
    </dgm:pt>
    <dgm:pt modelId="{5066E773-BEFE-4BE7-8A5E-BFB9E7EC8A95}" type="pres">
      <dgm:prSet presAssocID="{FCB20450-3C7F-431F-9D50-63FBB4FFFDD5}" presName="space" presStyleCnt="0"/>
      <dgm:spPr/>
    </dgm:pt>
    <dgm:pt modelId="{1167BF5E-1DBB-4942-92CD-8C6673417F7A}" type="pres">
      <dgm:prSet presAssocID="{76A5D076-1FD5-408D-8D5D-6397843BEF1B}" presName="composite" presStyleCnt="0"/>
      <dgm:spPr/>
    </dgm:pt>
    <dgm:pt modelId="{2ADA0DBC-8397-4218-82A4-63C30CF18033}" type="pres">
      <dgm:prSet presAssocID="{76A5D076-1FD5-408D-8D5D-6397843BEF1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E2F4741C-6CE5-437D-93E4-1B8E6C936B1E}" type="pres">
      <dgm:prSet presAssocID="{76A5D076-1FD5-408D-8D5D-6397843BEF1B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9C98F204-DF53-4AB0-A063-C8C9D8CD17CD}" type="presOf" srcId="{FCFB300F-B536-4977-ADF3-1202502F86E6}" destId="{E2F4741C-6CE5-437D-93E4-1B8E6C936B1E}" srcOrd="0" destOrd="0" presId="urn:microsoft.com/office/officeart/2005/8/layout/hList1"/>
    <dgm:cxn modelId="{FDC66305-5DFB-460F-A203-2337EE1688E4}" type="presOf" srcId="{116CF1B8-A1AB-4A48-ADAD-9C65EC6F8E84}" destId="{4B748011-5435-4539-AAFE-19D5F8C0AC87}" srcOrd="0" destOrd="1" presId="urn:microsoft.com/office/officeart/2005/8/layout/hList1"/>
    <dgm:cxn modelId="{4772A705-A35E-44E5-B09C-ECAD9C868F4F}" type="presOf" srcId="{259294C5-38DE-4DAB-B506-18E4E0B6F37A}" destId="{F7D8FAF5-B54A-4D6D-9D66-6DA94F3F5E03}" srcOrd="0" destOrd="4" presId="urn:microsoft.com/office/officeart/2005/8/layout/hList1"/>
    <dgm:cxn modelId="{E9D0E107-31B2-4561-B37E-84DAB7D07A76}" srcId="{722CD4E6-BB54-472F-BE2C-82E777711E61}" destId="{5BF50A8B-E236-4D78-A64C-214A54ED9DA4}" srcOrd="0" destOrd="0" parTransId="{33B81B83-3E00-4443-B2D3-7493D1582F0D}" sibTransId="{77AD15FC-73AB-47DD-81C8-8B1E55AECE6D}"/>
    <dgm:cxn modelId="{4B187F2C-E8F3-4EB9-B6AC-DBA33859C571}" srcId="{336D5BE3-58AD-4B87-9364-298F0A11E9ED}" destId="{BA341D32-51E7-4AA8-BED3-03295E9F9F92}" srcOrd="3" destOrd="0" parTransId="{FC436F68-1CA1-4C43-BCBA-986F199EB746}" sibTransId="{6157BF6E-DD6A-4B6B-904F-DE5B592FCFC1}"/>
    <dgm:cxn modelId="{E8AC4935-72B6-4EDB-809E-12D33B7425D6}" type="presOf" srcId="{76A5D076-1FD5-408D-8D5D-6397843BEF1B}" destId="{2ADA0DBC-8397-4218-82A4-63C30CF18033}" srcOrd="0" destOrd="0" presId="urn:microsoft.com/office/officeart/2005/8/layout/hList1"/>
    <dgm:cxn modelId="{9F16EC3B-91F5-45C3-BBBA-73888B9CA7D4}" type="presOf" srcId="{40E40492-D1F2-4314-A2AF-91F72346CF01}" destId="{49608220-59C6-447E-B5B4-D7FD18FC33C1}" srcOrd="0" destOrd="0" presId="urn:microsoft.com/office/officeart/2005/8/layout/hList1"/>
    <dgm:cxn modelId="{1B63EC3F-0F37-4650-AA19-F2E5B0F7D09A}" type="presOf" srcId="{EC128C2C-51AB-4C4E-AFC1-B8232B5A14E1}" destId="{E2F4741C-6CE5-437D-93E4-1B8E6C936B1E}" srcOrd="0" destOrd="3" presId="urn:microsoft.com/office/officeart/2005/8/layout/hList1"/>
    <dgm:cxn modelId="{A5A6105B-A1A4-4E96-8EFA-80FF8EB12F0E}" srcId="{BC002B37-02E6-40BD-ABBE-CEE07454B341}" destId="{2B5B44AC-A411-4CB8-8EDC-E312C7C98EF1}" srcOrd="0" destOrd="0" parTransId="{908597BB-0F0E-4D09-93DA-3D273C9651F9}" sibTransId="{77679061-9B46-407A-8BFF-42686A941C25}"/>
    <dgm:cxn modelId="{4768CD47-864E-45E3-AB7E-6B229C3E595C}" srcId="{40E40492-D1F2-4314-A2AF-91F72346CF01}" destId="{259294C5-38DE-4DAB-B506-18E4E0B6F37A}" srcOrd="4" destOrd="0" parTransId="{1D2577DC-1E26-4222-874C-E4CA16352482}" sibTransId="{1719C469-FEC6-4C39-8DE9-C1B701D946B2}"/>
    <dgm:cxn modelId="{F6DBC86A-47A8-4557-8EC4-3DC89C75E1B2}" srcId="{40E40492-D1F2-4314-A2AF-91F72346CF01}" destId="{FF138F3B-9B6B-4038-B41B-911E23A7BCC9}" srcOrd="3" destOrd="0" parTransId="{6E6FCE94-16AC-4E84-ADD5-3513FC08475B}" sibTransId="{37061275-4CE6-41CF-B92B-711BEE12A01C}"/>
    <dgm:cxn modelId="{03FFFE4E-0528-4441-A3B8-4C7A37D75F8C}" type="presOf" srcId="{336D5BE3-58AD-4B87-9364-298F0A11E9ED}" destId="{08ED13CE-3C9A-4978-AA0F-852E46D2BB17}" srcOrd="0" destOrd="0" presId="urn:microsoft.com/office/officeart/2005/8/layout/hList1"/>
    <dgm:cxn modelId="{2C82D16F-17D6-4983-A9D8-7581844127F1}" type="presOf" srcId="{BC002B37-02E6-40BD-ABBE-CEE07454B341}" destId="{633991BC-12DE-4A9E-A4E6-137B5327345C}" srcOrd="0" destOrd="0" presId="urn:microsoft.com/office/officeart/2005/8/layout/hList1"/>
    <dgm:cxn modelId="{859E9250-458F-49E4-A0A4-715523CAC8F1}" srcId="{479D45CC-FDA9-4FAE-964B-5566512748A2}" destId="{336D5BE3-58AD-4B87-9364-298F0A11E9ED}" srcOrd="3" destOrd="0" parTransId="{524632A9-69BA-478B-A4E4-0E20B9C5439D}" sibTransId="{FCB20450-3C7F-431F-9D50-63FBB4FFFDD5}"/>
    <dgm:cxn modelId="{935E1D52-7F83-4247-9608-93A2AA2CA106}" srcId="{722CD4E6-BB54-472F-BE2C-82E777711E61}" destId="{86B2556A-A5DF-4C7D-86B8-2C4ACDA82694}" srcOrd="2" destOrd="0" parTransId="{D238388A-4ECB-4009-976B-DBE5A6D3FFCE}" sibTransId="{2B5870D9-605A-4C80-B841-FE03AC25306A}"/>
    <dgm:cxn modelId="{851A2652-B48C-4F02-BEC2-9495DA43B7EE}" type="presOf" srcId="{722CD4E6-BB54-472F-BE2C-82E777711E61}" destId="{EDDF89EF-DB3B-456A-90CB-65F4C63FB503}" srcOrd="0" destOrd="0" presId="urn:microsoft.com/office/officeart/2005/8/layout/hList1"/>
    <dgm:cxn modelId="{EBC3DC72-1F71-43A4-89CF-721900EE7FEE}" srcId="{40E40492-D1F2-4314-A2AF-91F72346CF01}" destId="{B06161F5-E327-461B-8BBB-8698B7A138B2}" srcOrd="2" destOrd="0" parTransId="{6D6A68D2-7111-4C8A-8419-AED62FDB8763}" sibTransId="{DC40892E-BE5F-4FDA-A00E-16B4F3401A8A}"/>
    <dgm:cxn modelId="{713FA558-18C3-458E-AFBD-8127FA167FE0}" srcId="{479D45CC-FDA9-4FAE-964B-5566512748A2}" destId="{40E40492-D1F2-4314-A2AF-91F72346CF01}" srcOrd="0" destOrd="0" parTransId="{FB21E542-10F4-4D2F-B7CE-0C8CD02FC9D6}" sibTransId="{02DA67B9-9702-4651-B320-53001E63CA68}"/>
    <dgm:cxn modelId="{2A81AA79-4CC4-4209-9123-4DE895B45A79}" type="presOf" srcId="{71826B5C-6967-42E7-9C37-213859919440}" destId="{4B748011-5435-4539-AAFE-19D5F8C0AC87}" srcOrd="0" destOrd="2" presId="urn:microsoft.com/office/officeart/2005/8/layout/hList1"/>
    <dgm:cxn modelId="{4CBCD859-65FF-4003-932D-4EFDD7464487}" srcId="{BC002B37-02E6-40BD-ABBE-CEE07454B341}" destId="{B8E4409E-3291-4C3F-86A9-678BB352652A}" srcOrd="1" destOrd="0" parTransId="{1315D443-2BA0-4B0D-82A3-7D2BB79A89F3}" sibTransId="{B0E44E8A-3064-4ED8-B37D-A02B8A39177B}"/>
    <dgm:cxn modelId="{9D495E7A-CD49-472C-997B-FF7B18FFFCE3}" type="presOf" srcId="{DC8C09BA-126F-4DE9-BEE3-6F9F45B94EE9}" destId="{4B748011-5435-4539-AAFE-19D5F8C0AC87}" srcOrd="0" destOrd="4" presId="urn:microsoft.com/office/officeart/2005/8/layout/hList1"/>
    <dgm:cxn modelId="{B113D37B-E555-4067-B3F3-D378DE6A8E61}" type="presOf" srcId="{BA341D32-51E7-4AA8-BED3-03295E9F9F92}" destId="{4B748011-5435-4539-AAFE-19D5F8C0AC87}" srcOrd="0" destOrd="3" presId="urn:microsoft.com/office/officeart/2005/8/layout/hList1"/>
    <dgm:cxn modelId="{CF21577C-9E44-42E9-B76F-FC6A5C9B300C}" srcId="{722CD4E6-BB54-472F-BE2C-82E777711E61}" destId="{CE9C97D0-CC1E-4C6D-94EF-8692979A2700}" srcOrd="1" destOrd="0" parTransId="{E9D84375-C11D-4FC6-89F7-DE43B284DB6A}" sibTransId="{DB9CF098-1E07-4C65-BE18-64DC06B54351}"/>
    <dgm:cxn modelId="{26C15D7E-0978-4EF3-B85D-FF60718503E3}" type="presOf" srcId="{0F57FE38-6DF9-4CCC-916A-BA8299293C7C}" destId="{F7D8FAF5-B54A-4D6D-9D66-6DA94F3F5E03}" srcOrd="0" destOrd="0" presId="urn:microsoft.com/office/officeart/2005/8/layout/hList1"/>
    <dgm:cxn modelId="{0C0DB77F-35B5-4FFE-B3AE-C33149BE7E06}" srcId="{336D5BE3-58AD-4B87-9364-298F0A11E9ED}" destId="{116CF1B8-A1AB-4A48-ADAD-9C65EC6F8E84}" srcOrd="1" destOrd="0" parTransId="{F7EF73D4-0032-4863-BF51-ED4DC74EE1AD}" sibTransId="{89DD57C4-02C7-4D9B-9902-DB8A343733EE}"/>
    <dgm:cxn modelId="{99FBB87F-1BAE-4753-BCEF-7BA15B111D7F}" type="presOf" srcId="{CE9C97D0-CC1E-4C6D-94EF-8692979A2700}" destId="{4E4737EF-1C5F-475E-82D2-0498928EAEE6}" srcOrd="0" destOrd="1" presId="urn:microsoft.com/office/officeart/2005/8/layout/hList1"/>
    <dgm:cxn modelId="{389C2586-D39A-45C7-BACE-747C2E7B6B7E}" srcId="{722CD4E6-BB54-472F-BE2C-82E777711E61}" destId="{24E63145-9849-4CF0-BE2C-F069687662AE}" srcOrd="3" destOrd="0" parTransId="{63C7A1E6-B90A-4DA6-9485-437F6DC7C65E}" sibTransId="{4A25A0AD-1143-402F-BA0F-E89107B9A319}"/>
    <dgm:cxn modelId="{B7010188-1345-4389-A350-2D942410EDA0}" srcId="{76A5D076-1FD5-408D-8D5D-6397843BEF1B}" destId="{EC128C2C-51AB-4C4E-AFC1-B8232B5A14E1}" srcOrd="3" destOrd="0" parTransId="{2F2F79E6-CD58-43E1-9E78-1BF392C625AA}" sibTransId="{96D4B401-ABC5-43E2-8F1E-5AA9BDF28CD7}"/>
    <dgm:cxn modelId="{D10CE989-87AD-4B6E-B668-83CD1AFACC9A}" type="presOf" srcId="{989CFA2E-BE57-4D22-BE0E-C9D8070BF504}" destId="{9A15F67E-89A6-4CA5-9FCA-A9C407764D46}" srcOrd="0" destOrd="2" presId="urn:microsoft.com/office/officeart/2005/8/layout/hList1"/>
    <dgm:cxn modelId="{A06D7398-9DFF-4546-88F2-FCCB9C25528F}" srcId="{40E40492-D1F2-4314-A2AF-91F72346CF01}" destId="{F2EA2497-FB39-4FE2-8472-AAB77FF18739}" srcOrd="1" destOrd="0" parTransId="{D9DB488A-CAEA-4DF7-807B-6026736CDBC9}" sibTransId="{8B397BE4-F4C7-438C-99E3-0FB9B09501FD}"/>
    <dgm:cxn modelId="{E959BD99-EE0A-4D77-A85C-4B76A0140FFE}" srcId="{479D45CC-FDA9-4FAE-964B-5566512748A2}" destId="{BC002B37-02E6-40BD-ABBE-CEE07454B341}" srcOrd="1" destOrd="0" parTransId="{A1990C10-E303-4841-A8B9-DFB13B3E08C0}" sibTransId="{4A0A7D82-AED6-441A-82C2-5D9BD3130A9D}"/>
    <dgm:cxn modelId="{CC2C339A-C9EB-4CA0-B1BF-4A5D84398DD5}" srcId="{336D5BE3-58AD-4B87-9364-298F0A11E9ED}" destId="{71826B5C-6967-42E7-9C37-213859919440}" srcOrd="2" destOrd="0" parTransId="{A2D0C90F-FBF8-417A-ABD5-DAF96450E000}" sibTransId="{AB9F2703-3149-4F7C-9A6B-307E41611D35}"/>
    <dgm:cxn modelId="{8C87379B-3642-4113-BB1D-C4BFC0B736FB}" type="presOf" srcId="{B8E4409E-3291-4C3F-86A9-678BB352652A}" destId="{9A15F67E-89A6-4CA5-9FCA-A9C407764D46}" srcOrd="0" destOrd="1" presId="urn:microsoft.com/office/officeart/2005/8/layout/hList1"/>
    <dgm:cxn modelId="{B8BE409E-D14D-4EE3-B03C-A8592AE64AA6}" srcId="{76A5D076-1FD5-408D-8D5D-6397843BEF1B}" destId="{84DA3ECF-A2B9-4FDB-83DB-DEDCFB70155A}" srcOrd="2" destOrd="0" parTransId="{6459EB82-ACED-428D-9499-13DD913960A8}" sibTransId="{3DAC5C4C-35CB-4CA1-A768-50DD21868C95}"/>
    <dgm:cxn modelId="{3666539F-73A8-4BB5-A7DC-05D7BA25518D}" srcId="{479D45CC-FDA9-4FAE-964B-5566512748A2}" destId="{76A5D076-1FD5-408D-8D5D-6397843BEF1B}" srcOrd="4" destOrd="0" parTransId="{8F86F838-814B-484F-9F75-CF8310F49E13}" sibTransId="{4676D83F-622C-43E1-996D-3DF0187DD001}"/>
    <dgm:cxn modelId="{62D346A0-94DA-481E-ADDC-E486895E81A9}" type="presOf" srcId="{86B2556A-A5DF-4C7D-86B8-2C4ACDA82694}" destId="{4E4737EF-1C5F-475E-82D2-0498928EAEE6}" srcOrd="0" destOrd="2" presId="urn:microsoft.com/office/officeart/2005/8/layout/hList1"/>
    <dgm:cxn modelId="{A29FB5A6-B405-4162-8B21-C030F30A6572}" type="presOf" srcId="{24E63145-9849-4CF0-BE2C-F069687662AE}" destId="{4E4737EF-1C5F-475E-82D2-0498928EAEE6}" srcOrd="0" destOrd="3" presId="urn:microsoft.com/office/officeart/2005/8/layout/hList1"/>
    <dgm:cxn modelId="{970BC0AE-D7A4-4042-9ACD-8D698CF1D7AB}" srcId="{40E40492-D1F2-4314-A2AF-91F72346CF01}" destId="{0F57FE38-6DF9-4CCC-916A-BA8299293C7C}" srcOrd="0" destOrd="0" parTransId="{FB85DCC6-8607-4D4E-9580-DFBA9F562FEF}" sibTransId="{7D649192-0006-4C6D-840E-F14ED044EF9B}"/>
    <dgm:cxn modelId="{7DC930B5-590E-426F-9D79-88E762D0E039}" type="presOf" srcId="{F2EA2497-FB39-4FE2-8472-AAB77FF18739}" destId="{F7D8FAF5-B54A-4D6D-9D66-6DA94F3F5E03}" srcOrd="0" destOrd="1" presId="urn:microsoft.com/office/officeart/2005/8/layout/hList1"/>
    <dgm:cxn modelId="{0AD43FB8-CC1B-4629-9CFA-592C4A01A482}" srcId="{336D5BE3-58AD-4B87-9364-298F0A11E9ED}" destId="{DC8C09BA-126F-4DE9-BEE3-6F9F45B94EE9}" srcOrd="4" destOrd="0" parTransId="{6E3CF923-18C9-4AFB-B070-43AADD2804FC}" sibTransId="{8BC841F4-ACDC-4C8C-BBB7-706D1032621F}"/>
    <dgm:cxn modelId="{C69DE1B8-F7CD-43D5-84E4-FAB8058EBDA0}" type="presOf" srcId="{2B5B44AC-A411-4CB8-8EDC-E312C7C98EF1}" destId="{9A15F67E-89A6-4CA5-9FCA-A9C407764D46}" srcOrd="0" destOrd="0" presId="urn:microsoft.com/office/officeart/2005/8/layout/hList1"/>
    <dgm:cxn modelId="{39E58DBB-E5C6-4534-8D99-5F22B8930419}" type="presOf" srcId="{B06161F5-E327-461B-8BBB-8698B7A138B2}" destId="{F7D8FAF5-B54A-4D6D-9D66-6DA94F3F5E03}" srcOrd="0" destOrd="2" presId="urn:microsoft.com/office/officeart/2005/8/layout/hList1"/>
    <dgm:cxn modelId="{499931CA-E4EB-43D6-A7B0-00AF682D6C43}" type="presOf" srcId="{5BF50A8B-E236-4D78-A64C-214A54ED9DA4}" destId="{4E4737EF-1C5F-475E-82D2-0498928EAEE6}" srcOrd="0" destOrd="0" presId="urn:microsoft.com/office/officeart/2005/8/layout/hList1"/>
    <dgm:cxn modelId="{C81D04CB-E0D6-4C7E-BE84-6CBB53C6A089}" type="presOf" srcId="{84DA3ECF-A2B9-4FDB-83DB-DEDCFB70155A}" destId="{E2F4741C-6CE5-437D-93E4-1B8E6C936B1E}" srcOrd="0" destOrd="2" presId="urn:microsoft.com/office/officeart/2005/8/layout/hList1"/>
    <dgm:cxn modelId="{0C543BCD-1BF3-4EFA-8F73-A957428D9C7E}" type="presOf" srcId="{A85627CD-BE32-4509-908E-4DF8E2FBD81D}" destId="{4B748011-5435-4539-AAFE-19D5F8C0AC87}" srcOrd="0" destOrd="0" presId="urn:microsoft.com/office/officeart/2005/8/layout/hList1"/>
    <dgm:cxn modelId="{DD73A8D7-2149-498D-9E68-BB9A2920C0F7}" srcId="{479D45CC-FDA9-4FAE-964B-5566512748A2}" destId="{722CD4E6-BB54-472F-BE2C-82E777711E61}" srcOrd="2" destOrd="0" parTransId="{18FD6164-2C45-4E16-B4A7-672C608CF825}" sibTransId="{B9B12255-7461-4CBE-9BE0-A5409B8EA569}"/>
    <dgm:cxn modelId="{B1A6D1D8-F35F-4B78-B1B8-51B0AA9DDB40}" srcId="{76A5D076-1FD5-408D-8D5D-6397843BEF1B}" destId="{FCFB300F-B536-4977-ADF3-1202502F86E6}" srcOrd="0" destOrd="0" parTransId="{2C54051F-712A-4480-B9D2-803CE91231D1}" sibTransId="{8DB0EAB0-9A18-4593-837D-5FA4B4D4D635}"/>
    <dgm:cxn modelId="{C7D77BE2-1317-49DF-A52D-A45F33F5BA02}" type="presOf" srcId="{FF138F3B-9B6B-4038-B41B-911E23A7BCC9}" destId="{F7D8FAF5-B54A-4D6D-9D66-6DA94F3F5E03}" srcOrd="0" destOrd="3" presId="urn:microsoft.com/office/officeart/2005/8/layout/hList1"/>
    <dgm:cxn modelId="{328049E8-7DD7-488C-A9DD-480BD56C2050}" srcId="{336D5BE3-58AD-4B87-9364-298F0A11E9ED}" destId="{A85627CD-BE32-4509-908E-4DF8E2FBD81D}" srcOrd="0" destOrd="0" parTransId="{83239401-97AF-4C35-8590-483C0B04B427}" sibTransId="{8EA8A676-7CDF-4B2C-9591-90A093A1C006}"/>
    <dgm:cxn modelId="{FB7DE2E9-DE4B-4B05-9282-93182F45C4E9}" srcId="{76A5D076-1FD5-408D-8D5D-6397843BEF1B}" destId="{0363C3CE-4A63-4F1E-985E-FDF4924914A0}" srcOrd="1" destOrd="0" parTransId="{059410B1-B004-4EA7-8DE0-BBAE77CF9E9B}" sibTransId="{54B9AE65-32FD-4714-812B-9FCBF05E6935}"/>
    <dgm:cxn modelId="{DCCDEEEC-BD91-4EC2-A953-68E9E142B67C}" type="presOf" srcId="{479D45CC-FDA9-4FAE-964B-5566512748A2}" destId="{1F3B3ABB-C9CE-43BE-8BFD-7C2F09334315}" srcOrd="0" destOrd="0" presId="urn:microsoft.com/office/officeart/2005/8/layout/hList1"/>
    <dgm:cxn modelId="{5B7192FB-9B2A-4AF4-A138-5BF0FCABA711}" srcId="{BC002B37-02E6-40BD-ABBE-CEE07454B341}" destId="{989CFA2E-BE57-4D22-BE0E-C9D8070BF504}" srcOrd="2" destOrd="0" parTransId="{7BD25B96-9233-4952-B48C-DD8B27DBD259}" sibTransId="{FE9879F8-AF95-4101-9FE1-0CA9A56A1067}"/>
    <dgm:cxn modelId="{39B38AFC-B071-4F4C-A0D8-4B998E06FA4B}" type="presOf" srcId="{0363C3CE-4A63-4F1E-985E-FDF4924914A0}" destId="{E2F4741C-6CE5-437D-93E4-1B8E6C936B1E}" srcOrd="0" destOrd="1" presId="urn:microsoft.com/office/officeart/2005/8/layout/hList1"/>
    <dgm:cxn modelId="{E19DD5E0-6548-418A-9AA3-F92D6289FCE4}" type="presParOf" srcId="{1F3B3ABB-C9CE-43BE-8BFD-7C2F09334315}" destId="{D3732113-AB08-4620-8FB3-8E8E908A49A7}" srcOrd="0" destOrd="0" presId="urn:microsoft.com/office/officeart/2005/8/layout/hList1"/>
    <dgm:cxn modelId="{48E9AD43-8723-4BD4-A73C-6D7B4C68E150}" type="presParOf" srcId="{D3732113-AB08-4620-8FB3-8E8E908A49A7}" destId="{49608220-59C6-447E-B5B4-D7FD18FC33C1}" srcOrd="0" destOrd="0" presId="urn:microsoft.com/office/officeart/2005/8/layout/hList1"/>
    <dgm:cxn modelId="{B1F4BEAC-B95D-42F0-BF8C-B3B450642C63}" type="presParOf" srcId="{D3732113-AB08-4620-8FB3-8E8E908A49A7}" destId="{F7D8FAF5-B54A-4D6D-9D66-6DA94F3F5E03}" srcOrd="1" destOrd="0" presId="urn:microsoft.com/office/officeart/2005/8/layout/hList1"/>
    <dgm:cxn modelId="{C7B72948-D23C-4A99-94DC-0C5500840CA9}" type="presParOf" srcId="{1F3B3ABB-C9CE-43BE-8BFD-7C2F09334315}" destId="{71489E35-55FB-4706-B06E-8F048A52F204}" srcOrd="1" destOrd="0" presId="urn:microsoft.com/office/officeart/2005/8/layout/hList1"/>
    <dgm:cxn modelId="{35814177-C77C-4E40-9CE5-BB2AA2772E6A}" type="presParOf" srcId="{1F3B3ABB-C9CE-43BE-8BFD-7C2F09334315}" destId="{28485ADD-CF0B-4883-8DA5-CBC22C4BE53E}" srcOrd="2" destOrd="0" presId="urn:microsoft.com/office/officeart/2005/8/layout/hList1"/>
    <dgm:cxn modelId="{DD18EEF1-82A7-43EA-B7F7-10FC58A6DFED}" type="presParOf" srcId="{28485ADD-CF0B-4883-8DA5-CBC22C4BE53E}" destId="{633991BC-12DE-4A9E-A4E6-137B5327345C}" srcOrd="0" destOrd="0" presId="urn:microsoft.com/office/officeart/2005/8/layout/hList1"/>
    <dgm:cxn modelId="{7E64E356-1D2B-47C0-B5E4-E1D9A24687DB}" type="presParOf" srcId="{28485ADD-CF0B-4883-8DA5-CBC22C4BE53E}" destId="{9A15F67E-89A6-4CA5-9FCA-A9C407764D46}" srcOrd="1" destOrd="0" presId="urn:microsoft.com/office/officeart/2005/8/layout/hList1"/>
    <dgm:cxn modelId="{8452B8CF-854D-4599-92C9-80153DA9CAD8}" type="presParOf" srcId="{1F3B3ABB-C9CE-43BE-8BFD-7C2F09334315}" destId="{EE0CA8A9-A363-41AB-BB34-6DE14AC70228}" srcOrd="3" destOrd="0" presId="urn:microsoft.com/office/officeart/2005/8/layout/hList1"/>
    <dgm:cxn modelId="{503D4E6E-52E7-4341-95C4-B1C758322261}" type="presParOf" srcId="{1F3B3ABB-C9CE-43BE-8BFD-7C2F09334315}" destId="{278B9AB6-FCE6-42A9-A283-BB8A2699B6CD}" srcOrd="4" destOrd="0" presId="urn:microsoft.com/office/officeart/2005/8/layout/hList1"/>
    <dgm:cxn modelId="{E9B41227-6452-4002-828D-6CF3CDFE0E39}" type="presParOf" srcId="{278B9AB6-FCE6-42A9-A283-BB8A2699B6CD}" destId="{EDDF89EF-DB3B-456A-90CB-65F4C63FB503}" srcOrd="0" destOrd="0" presId="urn:microsoft.com/office/officeart/2005/8/layout/hList1"/>
    <dgm:cxn modelId="{004075CB-5BC7-4F53-9041-A30ADA1E1E7C}" type="presParOf" srcId="{278B9AB6-FCE6-42A9-A283-BB8A2699B6CD}" destId="{4E4737EF-1C5F-475E-82D2-0498928EAEE6}" srcOrd="1" destOrd="0" presId="urn:microsoft.com/office/officeart/2005/8/layout/hList1"/>
    <dgm:cxn modelId="{6CA01BA8-2FF9-41F6-94E6-09F27F4E04D0}" type="presParOf" srcId="{1F3B3ABB-C9CE-43BE-8BFD-7C2F09334315}" destId="{008FB452-C04B-4541-9812-F8116B423877}" srcOrd="5" destOrd="0" presId="urn:microsoft.com/office/officeart/2005/8/layout/hList1"/>
    <dgm:cxn modelId="{BBD8C59E-5876-4A88-95E2-99D2D53A2A1D}" type="presParOf" srcId="{1F3B3ABB-C9CE-43BE-8BFD-7C2F09334315}" destId="{2F1FD573-E705-4DEA-9C4C-FDA9A79EEE04}" srcOrd="6" destOrd="0" presId="urn:microsoft.com/office/officeart/2005/8/layout/hList1"/>
    <dgm:cxn modelId="{B2917076-775B-45FC-A381-1219714C9795}" type="presParOf" srcId="{2F1FD573-E705-4DEA-9C4C-FDA9A79EEE04}" destId="{08ED13CE-3C9A-4978-AA0F-852E46D2BB17}" srcOrd="0" destOrd="0" presId="urn:microsoft.com/office/officeart/2005/8/layout/hList1"/>
    <dgm:cxn modelId="{AA0CEEC2-1C9E-4972-A5A7-D0FE3435874D}" type="presParOf" srcId="{2F1FD573-E705-4DEA-9C4C-FDA9A79EEE04}" destId="{4B748011-5435-4539-AAFE-19D5F8C0AC87}" srcOrd="1" destOrd="0" presId="urn:microsoft.com/office/officeart/2005/8/layout/hList1"/>
    <dgm:cxn modelId="{81F57F53-0ABA-45EB-88CD-012698A58A4A}" type="presParOf" srcId="{1F3B3ABB-C9CE-43BE-8BFD-7C2F09334315}" destId="{5066E773-BEFE-4BE7-8A5E-BFB9E7EC8A95}" srcOrd="7" destOrd="0" presId="urn:microsoft.com/office/officeart/2005/8/layout/hList1"/>
    <dgm:cxn modelId="{AD510B4F-5A26-48AA-9549-92F0B851824B}" type="presParOf" srcId="{1F3B3ABB-C9CE-43BE-8BFD-7C2F09334315}" destId="{1167BF5E-1DBB-4942-92CD-8C6673417F7A}" srcOrd="8" destOrd="0" presId="urn:microsoft.com/office/officeart/2005/8/layout/hList1"/>
    <dgm:cxn modelId="{1D90940A-4745-4436-A6D1-E5B68013C8CB}" type="presParOf" srcId="{1167BF5E-1DBB-4942-92CD-8C6673417F7A}" destId="{2ADA0DBC-8397-4218-82A4-63C30CF18033}" srcOrd="0" destOrd="0" presId="urn:microsoft.com/office/officeart/2005/8/layout/hList1"/>
    <dgm:cxn modelId="{31D0D3DA-6DBF-47E9-821E-676A720BED0E}" type="presParOf" srcId="{1167BF5E-1DBB-4942-92CD-8C6673417F7A}" destId="{E2F4741C-6CE5-437D-93E4-1B8E6C936B1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F36E685-876D-428D-9570-21DF42D5761C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3A0D526-B486-4368-819F-B367790E7C91}">
      <dgm:prSet/>
      <dgm:spPr/>
      <dgm:t>
        <a:bodyPr/>
        <a:lstStyle/>
        <a:p>
          <a:r>
            <a:rPr lang="en-US" b="1"/>
            <a:t>Most Important Finding:</a:t>
          </a:r>
          <a:endParaRPr lang="en-US"/>
        </a:p>
      </dgm:t>
    </dgm:pt>
    <dgm:pt modelId="{F2900D28-CC2E-4BBB-AEDD-7F35915B268D}" type="parTrans" cxnId="{B9D93ABF-1A1E-4BE0-8344-738C3946E0BF}">
      <dgm:prSet/>
      <dgm:spPr/>
      <dgm:t>
        <a:bodyPr/>
        <a:lstStyle/>
        <a:p>
          <a:endParaRPr lang="en-US"/>
        </a:p>
      </dgm:t>
    </dgm:pt>
    <dgm:pt modelId="{B0B1E9FC-51E3-48F8-9114-70D64DD073B9}" type="sibTrans" cxnId="{B9D93ABF-1A1E-4BE0-8344-738C3946E0BF}">
      <dgm:prSet/>
      <dgm:spPr/>
      <dgm:t>
        <a:bodyPr/>
        <a:lstStyle/>
        <a:p>
          <a:endParaRPr lang="en-US"/>
        </a:p>
      </dgm:t>
    </dgm:pt>
    <dgm:pt modelId="{A9AB6E86-0FD4-4A30-A6B6-BDE3ABA14E5B}">
      <dgm:prSet/>
      <dgm:spPr/>
      <dgm:t>
        <a:bodyPr/>
        <a:lstStyle/>
        <a:p>
          <a:r>
            <a:rPr lang="en-US" dirty="0"/>
            <a:t>Wine Type was the Dominant Source of </a:t>
          </a:r>
          <a:r>
            <a:rPr lang="en-US" dirty="0" err="1"/>
            <a:t>Variation,while</a:t>
          </a:r>
          <a:r>
            <a:rPr lang="en-US" dirty="0"/>
            <a:t> Quality Scores remained Highly Overlapping</a:t>
          </a:r>
          <a:endParaRPr lang="en-US" b="1" dirty="0"/>
        </a:p>
      </dgm:t>
    </dgm:pt>
    <dgm:pt modelId="{22F7B1E8-7453-4BD3-9F83-7AF13E267C77}" type="parTrans" cxnId="{C751F7B6-A7DA-48B7-8514-7C0E13011C51}">
      <dgm:prSet/>
      <dgm:spPr/>
      <dgm:t>
        <a:bodyPr/>
        <a:lstStyle/>
        <a:p>
          <a:endParaRPr lang="en-US"/>
        </a:p>
      </dgm:t>
    </dgm:pt>
    <dgm:pt modelId="{387DE849-31F2-44D1-9E19-C2BED44A4D40}" type="sibTrans" cxnId="{C751F7B6-A7DA-48B7-8514-7C0E13011C51}">
      <dgm:prSet/>
      <dgm:spPr/>
      <dgm:t>
        <a:bodyPr/>
        <a:lstStyle/>
        <a:p>
          <a:endParaRPr lang="en-US"/>
        </a:p>
      </dgm:t>
    </dgm:pt>
    <dgm:pt modelId="{FEAA0087-54A2-4625-B58B-915A8B1DAB0C}">
      <dgm:prSet/>
      <dgm:spPr/>
      <dgm:t>
        <a:bodyPr/>
        <a:lstStyle/>
        <a:p>
          <a:r>
            <a:rPr lang="en-US" dirty="0"/>
            <a:t>All dimensionality-reduction methods consistently identified wine type as the strongest source of structure within the dataset.</a:t>
          </a:r>
        </a:p>
      </dgm:t>
    </dgm:pt>
    <dgm:pt modelId="{49842CE0-DD6C-45B2-B65F-16C60241C681}" type="parTrans" cxnId="{81BD6705-64AB-4F40-A299-B2155CFB56AA}">
      <dgm:prSet/>
      <dgm:spPr/>
      <dgm:t>
        <a:bodyPr/>
        <a:lstStyle/>
        <a:p>
          <a:endParaRPr lang="en-US"/>
        </a:p>
      </dgm:t>
    </dgm:pt>
    <dgm:pt modelId="{FF198246-E2CD-4CEA-A5E6-30A288A97B8B}" type="sibTrans" cxnId="{81BD6705-64AB-4F40-A299-B2155CFB56AA}">
      <dgm:prSet/>
      <dgm:spPr/>
      <dgm:t>
        <a:bodyPr/>
        <a:lstStyle/>
        <a:p>
          <a:endParaRPr lang="en-US"/>
        </a:p>
      </dgm:t>
    </dgm:pt>
    <dgm:pt modelId="{F10ACB4F-29EB-4FFE-BA2D-D829D43BAEE8}">
      <dgm:prSet/>
      <dgm:spPr/>
      <dgm:t>
        <a:bodyPr/>
        <a:lstStyle/>
        <a:p>
          <a:r>
            <a:rPr lang="en-US" b="1"/>
            <a:t>Conclusion</a:t>
          </a:r>
        </a:p>
      </dgm:t>
    </dgm:pt>
    <dgm:pt modelId="{8237753D-A175-4056-8313-37C5418EFF80}" type="parTrans" cxnId="{AD91E5A4-A279-4A2B-A225-BAF92D9E87F4}">
      <dgm:prSet/>
      <dgm:spPr/>
      <dgm:t>
        <a:bodyPr/>
        <a:lstStyle/>
        <a:p>
          <a:endParaRPr lang="en-US"/>
        </a:p>
      </dgm:t>
    </dgm:pt>
    <dgm:pt modelId="{077A98D9-0DD9-4902-8722-9FDFAE7C990C}" type="sibTrans" cxnId="{AD91E5A4-A279-4A2B-A225-BAF92D9E87F4}">
      <dgm:prSet/>
      <dgm:spPr/>
      <dgm:t>
        <a:bodyPr/>
        <a:lstStyle/>
        <a:p>
          <a:endParaRPr lang="en-US"/>
        </a:p>
      </dgm:t>
    </dgm:pt>
    <dgm:pt modelId="{DC667C4A-7CBC-4052-B977-3B2DD7D49AB9}">
      <dgm:prSet/>
      <dgm:spPr/>
      <dgm:t>
        <a:bodyPr/>
        <a:lstStyle/>
        <a:p>
          <a:r>
            <a:rPr lang="en-US" dirty="0"/>
            <a:t>Multiple dimensionality-reduction techniques independently arrived at the same conclusion:</a:t>
          </a:r>
        </a:p>
      </dgm:t>
    </dgm:pt>
    <dgm:pt modelId="{3D050213-DB9C-46BB-BE43-D9F131AE1FC7}" type="parTrans" cxnId="{F5B68558-EA09-4E77-9368-0EEBD2F92455}">
      <dgm:prSet/>
      <dgm:spPr/>
      <dgm:t>
        <a:bodyPr/>
        <a:lstStyle/>
        <a:p>
          <a:endParaRPr lang="en-US"/>
        </a:p>
      </dgm:t>
    </dgm:pt>
    <dgm:pt modelId="{21FE2D6D-7524-4A11-9855-32F38D53A998}" type="sibTrans" cxnId="{F5B68558-EA09-4E77-9368-0EEBD2F92455}">
      <dgm:prSet/>
      <dgm:spPr/>
      <dgm:t>
        <a:bodyPr/>
        <a:lstStyle/>
        <a:p>
          <a:endParaRPr lang="en-US"/>
        </a:p>
      </dgm:t>
    </dgm:pt>
    <dgm:pt modelId="{D4706083-308A-4D86-AC8B-BFC604AC62D0}">
      <dgm:prSet/>
      <dgm:spPr/>
      <dgm:t>
        <a:bodyPr/>
        <a:lstStyle/>
        <a:p>
          <a:r>
            <a:rPr lang="en-US" dirty="0"/>
            <a:t>Red and white wines form distinct populations.</a:t>
          </a:r>
        </a:p>
      </dgm:t>
    </dgm:pt>
    <dgm:pt modelId="{5F0430CB-5FEE-439E-9A2E-39C71FC1CD90}" type="parTrans" cxnId="{F4BBF95B-6104-4C5A-AC44-BDBCD76BAEC4}">
      <dgm:prSet/>
      <dgm:spPr/>
      <dgm:t>
        <a:bodyPr/>
        <a:lstStyle/>
        <a:p>
          <a:endParaRPr lang="en-US"/>
        </a:p>
      </dgm:t>
    </dgm:pt>
    <dgm:pt modelId="{634D0CA1-0972-4A20-ACB5-41D51A335B09}" type="sibTrans" cxnId="{F4BBF95B-6104-4C5A-AC44-BDBCD76BAEC4}">
      <dgm:prSet/>
      <dgm:spPr/>
      <dgm:t>
        <a:bodyPr/>
        <a:lstStyle/>
        <a:p>
          <a:endParaRPr lang="en-US"/>
        </a:p>
      </dgm:t>
    </dgm:pt>
    <dgm:pt modelId="{0FD92DBB-4D1C-46A2-9DC8-0B8B69128B7F}">
      <dgm:prSet/>
      <dgm:spPr/>
      <dgm:t>
        <a:bodyPr/>
        <a:lstStyle/>
        <a:p>
          <a:r>
            <a:rPr lang="en-US" dirty="0"/>
            <a:t>Quality scores do not form clearly separated groups.</a:t>
          </a:r>
        </a:p>
      </dgm:t>
    </dgm:pt>
    <dgm:pt modelId="{3B059D23-AC99-4BBA-A53C-53D7BA4DCA14}" type="parTrans" cxnId="{CABBF870-6908-4FF6-831C-B3F2C8A86205}">
      <dgm:prSet/>
      <dgm:spPr/>
      <dgm:t>
        <a:bodyPr/>
        <a:lstStyle/>
        <a:p>
          <a:endParaRPr lang="en-US"/>
        </a:p>
      </dgm:t>
    </dgm:pt>
    <dgm:pt modelId="{959489F9-BAB8-48BE-A8D3-0CCF96376D0A}" type="sibTrans" cxnId="{CABBF870-6908-4FF6-831C-B3F2C8A86205}">
      <dgm:prSet/>
      <dgm:spPr/>
      <dgm:t>
        <a:bodyPr/>
        <a:lstStyle/>
        <a:p>
          <a:endParaRPr lang="en-US"/>
        </a:p>
      </dgm:t>
    </dgm:pt>
    <dgm:pt modelId="{E9222B03-7B1D-4BDB-BEA0-6E864EAF81FB}">
      <dgm:prSet/>
      <dgm:spPr/>
      <dgm:t>
        <a:bodyPr/>
        <a:lstStyle/>
        <a:p>
          <a:r>
            <a:rPr lang="en-US" dirty="0"/>
            <a:t>UMAP provided the strongest overall visualization.</a:t>
          </a:r>
        </a:p>
      </dgm:t>
    </dgm:pt>
    <dgm:pt modelId="{FE925A53-5317-4F8F-B3CC-069EF0A79276}" type="parTrans" cxnId="{A9591608-1328-4832-8B60-044A4FBA511B}">
      <dgm:prSet/>
      <dgm:spPr/>
      <dgm:t>
        <a:bodyPr/>
        <a:lstStyle/>
        <a:p>
          <a:endParaRPr lang="en-US"/>
        </a:p>
      </dgm:t>
    </dgm:pt>
    <dgm:pt modelId="{3E7CBF9F-4395-4551-85C2-9D8E2B47EC56}" type="sibTrans" cxnId="{A9591608-1328-4832-8B60-044A4FBA511B}">
      <dgm:prSet/>
      <dgm:spPr/>
      <dgm:t>
        <a:bodyPr/>
        <a:lstStyle/>
        <a:p>
          <a:endParaRPr lang="en-US"/>
        </a:p>
      </dgm:t>
    </dgm:pt>
    <dgm:pt modelId="{CBB3E7BB-6ED1-476B-A58B-5F60FFC6E799}">
      <dgm:prSet/>
      <dgm:spPr/>
      <dgm:t>
        <a:bodyPr/>
        <a:lstStyle/>
        <a:p>
          <a:r>
            <a:rPr lang="en-US" dirty="0"/>
            <a:t>NMF delivered the strongest chemistry interpretation.</a:t>
          </a:r>
        </a:p>
      </dgm:t>
    </dgm:pt>
    <dgm:pt modelId="{2E1EF9AC-695B-4CFE-BBDB-88E00D1A5383}" type="parTrans" cxnId="{481A1D9F-8F8A-42B7-A3E0-61E583460A85}">
      <dgm:prSet/>
      <dgm:spPr/>
      <dgm:t>
        <a:bodyPr/>
        <a:lstStyle/>
        <a:p>
          <a:endParaRPr lang="en-US"/>
        </a:p>
      </dgm:t>
    </dgm:pt>
    <dgm:pt modelId="{95D5FE05-E5AD-460C-9CF4-C5B23015CDB9}" type="sibTrans" cxnId="{481A1D9F-8F8A-42B7-A3E0-61E583460A85}">
      <dgm:prSet/>
      <dgm:spPr/>
      <dgm:t>
        <a:bodyPr/>
        <a:lstStyle/>
        <a:p>
          <a:endParaRPr lang="en-US"/>
        </a:p>
      </dgm:t>
    </dgm:pt>
    <dgm:pt modelId="{6FD997D2-A0CD-4217-A1EE-AF569A95F5D6}" type="pres">
      <dgm:prSet presAssocID="{DF36E685-876D-428D-9570-21DF42D5761C}" presName="linear" presStyleCnt="0">
        <dgm:presLayoutVars>
          <dgm:animLvl val="lvl"/>
          <dgm:resizeHandles val="exact"/>
        </dgm:presLayoutVars>
      </dgm:prSet>
      <dgm:spPr/>
    </dgm:pt>
    <dgm:pt modelId="{D01BAAE5-FCCF-49DD-9518-089681DC2E49}" type="pres">
      <dgm:prSet presAssocID="{C3A0D526-B486-4368-819F-B367790E7C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4F60CD-E71E-4537-A08A-DC1F3D131AB4}" type="pres">
      <dgm:prSet presAssocID="{C3A0D526-B486-4368-819F-B367790E7C91}" presName="childText" presStyleLbl="revTx" presStyleIdx="0" presStyleCnt="2">
        <dgm:presLayoutVars>
          <dgm:bulletEnabled val="1"/>
        </dgm:presLayoutVars>
      </dgm:prSet>
      <dgm:spPr/>
    </dgm:pt>
    <dgm:pt modelId="{84B16753-D081-4DAA-A912-218351D54602}" type="pres">
      <dgm:prSet presAssocID="{F10ACB4F-29EB-4FFE-BA2D-D829D43BAEE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027425C-BA99-4EED-AF25-6C2D08DDD1C8}" type="pres">
      <dgm:prSet presAssocID="{F10ACB4F-29EB-4FFE-BA2D-D829D43BAEE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1BD6705-64AB-4F40-A299-B2155CFB56AA}" srcId="{C3A0D526-B486-4368-819F-B367790E7C91}" destId="{FEAA0087-54A2-4625-B58B-915A8B1DAB0C}" srcOrd="1" destOrd="0" parTransId="{49842CE0-DD6C-45B2-B65F-16C60241C681}" sibTransId="{FF198246-E2CD-4CEA-A5E6-30A288A97B8B}"/>
    <dgm:cxn modelId="{A9591608-1328-4832-8B60-044A4FBA511B}" srcId="{F10ACB4F-29EB-4FFE-BA2D-D829D43BAEE8}" destId="{E9222B03-7B1D-4BDB-BEA0-6E864EAF81FB}" srcOrd="3" destOrd="0" parTransId="{FE925A53-5317-4F8F-B3CC-069EF0A79276}" sibTransId="{3E7CBF9F-4395-4551-85C2-9D8E2B47EC56}"/>
    <dgm:cxn modelId="{FECFE815-0BA4-48F6-8E65-2D096E4EF41E}" type="presOf" srcId="{DF36E685-876D-428D-9570-21DF42D5761C}" destId="{6FD997D2-A0CD-4217-A1EE-AF569A95F5D6}" srcOrd="0" destOrd="0" presId="urn:microsoft.com/office/officeart/2005/8/layout/vList2"/>
    <dgm:cxn modelId="{4EA0E11E-A8E4-453D-8A20-8608FD56B6EA}" type="presOf" srcId="{E9222B03-7B1D-4BDB-BEA0-6E864EAF81FB}" destId="{9027425C-BA99-4EED-AF25-6C2D08DDD1C8}" srcOrd="0" destOrd="3" presId="urn:microsoft.com/office/officeart/2005/8/layout/vList2"/>
    <dgm:cxn modelId="{F4BBF95B-6104-4C5A-AC44-BDBCD76BAEC4}" srcId="{F10ACB4F-29EB-4FFE-BA2D-D829D43BAEE8}" destId="{D4706083-308A-4D86-AC8B-BFC604AC62D0}" srcOrd="1" destOrd="0" parTransId="{5F0430CB-5FEE-439E-9A2E-39C71FC1CD90}" sibTransId="{634D0CA1-0972-4A20-ACB5-41D51A335B09}"/>
    <dgm:cxn modelId="{67AD895D-7872-47B4-9C46-6C8EA1309DB6}" type="presOf" srcId="{CBB3E7BB-6ED1-476B-A58B-5F60FFC6E799}" destId="{9027425C-BA99-4EED-AF25-6C2D08DDD1C8}" srcOrd="0" destOrd="4" presId="urn:microsoft.com/office/officeart/2005/8/layout/vList2"/>
    <dgm:cxn modelId="{D22DE344-D70A-4C96-B431-DF598CDCA43C}" type="presOf" srcId="{0FD92DBB-4D1C-46A2-9DC8-0B8B69128B7F}" destId="{9027425C-BA99-4EED-AF25-6C2D08DDD1C8}" srcOrd="0" destOrd="2" presId="urn:microsoft.com/office/officeart/2005/8/layout/vList2"/>
    <dgm:cxn modelId="{A0FA4A6A-D2C9-44C1-A092-BF0996AC2339}" type="presOf" srcId="{DC667C4A-7CBC-4052-B977-3B2DD7D49AB9}" destId="{9027425C-BA99-4EED-AF25-6C2D08DDD1C8}" srcOrd="0" destOrd="0" presId="urn:microsoft.com/office/officeart/2005/8/layout/vList2"/>
    <dgm:cxn modelId="{CABBF870-6908-4FF6-831C-B3F2C8A86205}" srcId="{F10ACB4F-29EB-4FFE-BA2D-D829D43BAEE8}" destId="{0FD92DBB-4D1C-46A2-9DC8-0B8B69128B7F}" srcOrd="2" destOrd="0" parTransId="{3B059D23-AC99-4BBA-A53C-53D7BA4DCA14}" sibTransId="{959489F9-BAB8-48BE-A8D3-0CCF96376D0A}"/>
    <dgm:cxn modelId="{F5B68558-EA09-4E77-9368-0EEBD2F92455}" srcId="{F10ACB4F-29EB-4FFE-BA2D-D829D43BAEE8}" destId="{DC667C4A-7CBC-4052-B977-3B2DD7D49AB9}" srcOrd="0" destOrd="0" parTransId="{3D050213-DB9C-46BB-BE43-D9F131AE1FC7}" sibTransId="{21FE2D6D-7524-4A11-9855-32F38D53A998}"/>
    <dgm:cxn modelId="{481A1D9F-8F8A-42B7-A3E0-61E583460A85}" srcId="{F10ACB4F-29EB-4FFE-BA2D-D829D43BAEE8}" destId="{CBB3E7BB-6ED1-476B-A58B-5F60FFC6E799}" srcOrd="4" destOrd="0" parTransId="{2E1EF9AC-695B-4CFE-BBDB-88E00D1A5383}" sibTransId="{95D5FE05-E5AD-460C-9CF4-C5B23015CDB9}"/>
    <dgm:cxn modelId="{862C3BA0-73DD-4B5E-901B-A439197F8820}" type="presOf" srcId="{F10ACB4F-29EB-4FFE-BA2D-D829D43BAEE8}" destId="{84B16753-D081-4DAA-A912-218351D54602}" srcOrd="0" destOrd="0" presId="urn:microsoft.com/office/officeart/2005/8/layout/vList2"/>
    <dgm:cxn modelId="{A3107AA4-9BFA-4AB7-9F8A-495193CF61AC}" type="presOf" srcId="{A9AB6E86-0FD4-4A30-A6B6-BDE3ABA14E5B}" destId="{BB4F60CD-E71E-4537-A08A-DC1F3D131AB4}" srcOrd="0" destOrd="0" presId="urn:microsoft.com/office/officeart/2005/8/layout/vList2"/>
    <dgm:cxn modelId="{AD91E5A4-A279-4A2B-A225-BAF92D9E87F4}" srcId="{DF36E685-876D-428D-9570-21DF42D5761C}" destId="{F10ACB4F-29EB-4FFE-BA2D-D829D43BAEE8}" srcOrd="1" destOrd="0" parTransId="{8237753D-A175-4056-8313-37C5418EFF80}" sibTransId="{077A98D9-0DD9-4902-8722-9FDFAE7C990C}"/>
    <dgm:cxn modelId="{C751F7B6-A7DA-48B7-8514-7C0E13011C51}" srcId="{C3A0D526-B486-4368-819F-B367790E7C91}" destId="{A9AB6E86-0FD4-4A30-A6B6-BDE3ABA14E5B}" srcOrd="0" destOrd="0" parTransId="{22F7B1E8-7453-4BD3-9F83-7AF13E267C77}" sibTransId="{387DE849-31F2-44D1-9E19-C2BED44A4D40}"/>
    <dgm:cxn modelId="{CCA298BC-252B-4AB1-B6AC-9199A42E9FCC}" type="presOf" srcId="{FEAA0087-54A2-4625-B58B-915A8B1DAB0C}" destId="{BB4F60CD-E71E-4537-A08A-DC1F3D131AB4}" srcOrd="0" destOrd="1" presId="urn:microsoft.com/office/officeart/2005/8/layout/vList2"/>
    <dgm:cxn modelId="{B9D93ABF-1A1E-4BE0-8344-738C3946E0BF}" srcId="{DF36E685-876D-428D-9570-21DF42D5761C}" destId="{C3A0D526-B486-4368-819F-B367790E7C91}" srcOrd="0" destOrd="0" parTransId="{F2900D28-CC2E-4BBB-AEDD-7F35915B268D}" sibTransId="{B0B1E9FC-51E3-48F8-9114-70D64DD073B9}"/>
    <dgm:cxn modelId="{DA744EE7-222F-4F5E-B964-FD1AE87D43FF}" type="presOf" srcId="{D4706083-308A-4D86-AC8B-BFC604AC62D0}" destId="{9027425C-BA99-4EED-AF25-6C2D08DDD1C8}" srcOrd="0" destOrd="1" presId="urn:microsoft.com/office/officeart/2005/8/layout/vList2"/>
    <dgm:cxn modelId="{2BBF4DEC-537F-46D2-9121-7E1BFADADF95}" type="presOf" srcId="{C3A0D526-B486-4368-819F-B367790E7C91}" destId="{D01BAAE5-FCCF-49DD-9518-089681DC2E49}" srcOrd="0" destOrd="0" presId="urn:microsoft.com/office/officeart/2005/8/layout/vList2"/>
    <dgm:cxn modelId="{3BB0BC9A-D492-480A-8307-3AB7574B38D1}" type="presParOf" srcId="{6FD997D2-A0CD-4217-A1EE-AF569A95F5D6}" destId="{D01BAAE5-FCCF-49DD-9518-089681DC2E49}" srcOrd="0" destOrd="0" presId="urn:microsoft.com/office/officeart/2005/8/layout/vList2"/>
    <dgm:cxn modelId="{2C8AC834-437A-4A5A-8BD6-C6553A7783D4}" type="presParOf" srcId="{6FD997D2-A0CD-4217-A1EE-AF569A95F5D6}" destId="{BB4F60CD-E71E-4537-A08A-DC1F3D131AB4}" srcOrd="1" destOrd="0" presId="urn:microsoft.com/office/officeart/2005/8/layout/vList2"/>
    <dgm:cxn modelId="{7710DE33-294E-4B4C-A394-A367B234C444}" type="presParOf" srcId="{6FD997D2-A0CD-4217-A1EE-AF569A95F5D6}" destId="{84B16753-D081-4DAA-A912-218351D54602}" srcOrd="2" destOrd="0" presId="urn:microsoft.com/office/officeart/2005/8/layout/vList2"/>
    <dgm:cxn modelId="{7D0F462C-BF67-47E8-A0BD-E33C59BCA3AA}" type="presParOf" srcId="{6FD997D2-A0CD-4217-A1EE-AF569A95F5D6}" destId="{9027425C-BA99-4EED-AF25-6C2D08DDD1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5BC04F6-001E-47F8-8236-FF1DEA77565D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5E7E7B7-F516-4D5D-9F83-8FFA8A14D027}">
      <dgm:prSet phldrT="[Text]"/>
      <dgm:spPr/>
      <dgm:t>
        <a:bodyPr/>
        <a:lstStyle/>
        <a:p>
          <a:r>
            <a:rPr lang="en-US" b="1"/>
            <a:t>Why Anomaly Detection?</a:t>
          </a:r>
          <a:endParaRPr lang="en-US"/>
        </a:p>
      </dgm:t>
    </dgm:pt>
    <dgm:pt modelId="{4C8F4FAF-35FD-4965-B769-45F2ADD8D5F6}" type="parTrans" cxnId="{BD917B57-5CAB-4F61-A308-A30800D2F6DF}">
      <dgm:prSet/>
      <dgm:spPr/>
      <dgm:t>
        <a:bodyPr/>
        <a:lstStyle/>
        <a:p>
          <a:endParaRPr lang="en-US"/>
        </a:p>
      </dgm:t>
    </dgm:pt>
    <dgm:pt modelId="{A7A09E14-3B41-4791-B1D4-33BCA58EDF9F}" type="sibTrans" cxnId="{BD917B57-5CAB-4F61-A308-A30800D2F6DF}">
      <dgm:prSet/>
      <dgm:spPr/>
      <dgm:t>
        <a:bodyPr/>
        <a:lstStyle/>
        <a:p>
          <a:endParaRPr lang="en-US"/>
        </a:p>
      </dgm:t>
    </dgm:pt>
    <dgm:pt modelId="{FE104D93-1DA5-4B41-9DA4-1D09F82A1FDE}">
      <dgm:prSet/>
      <dgm:spPr/>
      <dgm:t>
        <a:bodyPr/>
        <a:lstStyle/>
        <a:p>
          <a:r>
            <a:rPr lang="en-US" dirty="0"/>
            <a:t>Not all wines fit naturally into clusters or populations.</a:t>
          </a:r>
        </a:p>
      </dgm:t>
    </dgm:pt>
    <dgm:pt modelId="{2BD0BC9D-FE8B-4FA1-A2F6-A9D4198422B5}" type="parTrans" cxnId="{D795F891-D552-4DF0-945A-CBD85891C018}">
      <dgm:prSet/>
      <dgm:spPr/>
      <dgm:t>
        <a:bodyPr/>
        <a:lstStyle/>
        <a:p>
          <a:endParaRPr lang="en-US"/>
        </a:p>
      </dgm:t>
    </dgm:pt>
    <dgm:pt modelId="{8446DA0D-F400-4967-879C-E253085CA2E7}" type="sibTrans" cxnId="{D795F891-D552-4DF0-945A-CBD85891C018}">
      <dgm:prSet/>
      <dgm:spPr/>
      <dgm:t>
        <a:bodyPr/>
        <a:lstStyle/>
        <a:p>
          <a:endParaRPr lang="en-US"/>
        </a:p>
      </dgm:t>
    </dgm:pt>
    <dgm:pt modelId="{792DA8A1-8C80-4161-ADCC-E2259C9DD758}">
      <dgm:prSet/>
      <dgm:spPr/>
      <dgm:t>
        <a:bodyPr/>
        <a:lstStyle/>
        <a:p>
          <a:r>
            <a:rPr lang="en-US" dirty="0"/>
            <a:t>Anomaly detection identifies wines whose chemistry differs significantly from the rest of the dataset.</a:t>
          </a:r>
        </a:p>
      </dgm:t>
    </dgm:pt>
    <dgm:pt modelId="{A321A487-779A-4A8B-88ED-1B9C86756CDB}" type="parTrans" cxnId="{F90EE519-B8B6-4B39-BA23-144C7A185C1B}">
      <dgm:prSet/>
      <dgm:spPr/>
      <dgm:t>
        <a:bodyPr/>
        <a:lstStyle/>
        <a:p>
          <a:endParaRPr lang="en-US"/>
        </a:p>
      </dgm:t>
    </dgm:pt>
    <dgm:pt modelId="{6A072A83-6974-4BE0-A3D9-A7FCC22D67EF}" type="sibTrans" cxnId="{F90EE519-B8B6-4B39-BA23-144C7A185C1B}">
      <dgm:prSet/>
      <dgm:spPr/>
      <dgm:t>
        <a:bodyPr/>
        <a:lstStyle/>
        <a:p>
          <a:endParaRPr lang="en-US"/>
        </a:p>
      </dgm:t>
    </dgm:pt>
    <dgm:pt modelId="{807C8BED-F1C0-4887-8F0B-CC6415C60705}">
      <dgm:prSet/>
      <dgm:spPr/>
      <dgm:t>
        <a:bodyPr/>
        <a:lstStyle/>
        <a:p>
          <a:r>
            <a:rPr lang="en-US" dirty="0"/>
            <a:t>These observations may represent:</a:t>
          </a:r>
        </a:p>
      </dgm:t>
    </dgm:pt>
    <dgm:pt modelId="{BF4D6B9F-1773-4613-9781-43B2D9C8A94B}" type="parTrans" cxnId="{442503E0-B1F5-4A4C-B473-FA04838F5AE4}">
      <dgm:prSet/>
      <dgm:spPr/>
      <dgm:t>
        <a:bodyPr/>
        <a:lstStyle/>
        <a:p>
          <a:endParaRPr lang="en-US"/>
        </a:p>
      </dgm:t>
    </dgm:pt>
    <dgm:pt modelId="{41A0C0D5-665D-49BE-8D3E-716A5AC557A0}" type="sibTrans" cxnId="{442503E0-B1F5-4A4C-B473-FA04838F5AE4}">
      <dgm:prSet/>
      <dgm:spPr/>
      <dgm:t>
        <a:bodyPr/>
        <a:lstStyle/>
        <a:p>
          <a:endParaRPr lang="en-US"/>
        </a:p>
      </dgm:t>
    </dgm:pt>
    <dgm:pt modelId="{7AC2453D-C094-4645-84F2-D1B47DFD9239}">
      <dgm:prSet/>
      <dgm:spPr/>
      <dgm:t>
        <a:bodyPr/>
        <a:lstStyle/>
        <a:p>
          <a:r>
            <a:rPr lang="en-US" dirty="0"/>
            <a:t>Rare chemical profiles</a:t>
          </a:r>
        </a:p>
      </dgm:t>
    </dgm:pt>
    <dgm:pt modelId="{E6088E8D-0828-4CC3-AA63-B5822BCDBE1F}" type="parTrans" cxnId="{A40847E6-5442-4ED9-BEC8-CAEF89BA6177}">
      <dgm:prSet/>
      <dgm:spPr/>
      <dgm:t>
        <a:bodyPr/>
        <a:lstStyle/>
        <a:p>
          <a:endParaRPr lang="en-US"/>
        </a:p>
      </dgm:t>
    </dgm:pt>
    <dgm:pt modelId="{55A0D14A-A50B-49AC-943C-8055477682D0}" type="sibTrans" cxnId="{A40847E6-5442-4ED9-BEC8-CAEF89BA6177}">
      <dgm:prSet/>
      <dgm:spPr/>
      <dgm:t>
        <a:bodyPr/>
        <a:lstStyle/>
        <a:p>
          <a:endParaRPr lang="en-US"/>
        </a:p>
      </dgm:t>
    </dgm:pt>
    <dgm:pt modelId="{1229106E-AFE0-4F7A-8934-0746F21F0E12}">
      <dgm:prSet/>
      <dgm:spPr/>
      <dgm:t>
        <a:bodyPr/>
        <a:lstStyle/>
        <a:p>
          <a:r>
            <a:rPr lang="en-US" dirty="0"/>
            <a:t>Production inconsistencies</a:t>
          </a:r>
        </a:p>
      </dgm:t>
    </dgm:pt>
    <dgm:pt modelId="{9F6A8EF5-4555-486A-B8EE-8DA4B8B434F2}" type="parTrans" cxnId="{57D16C3A-FBBB-4009-A63D-5888ADECA959}">
      <dgm:prSet/>
      <dgm:spPr/>
      <dgm:t>
        <a:bodyPr/>
        <a:lstStyle/>
        <a:p>
          <a:endParaRPr lang="en-US"/>
        </a:p>
      </dgm:t>
    </dgm:pt>
    <dgm:pt modelId="{16456446-F58A-47AB-99BE-30A021E6BD52}" type="sibTrans" cxnId="{57D16C3A-FBBB-4009-A63D-5888ADECA959}">
      <dgm:prSet/>
      <dgm:spPr/>
      <dgm:t>
        <a:bodyPr/>
        <a:lstStyle/>
        <a:p>
          <a:endParaRPr lang="en-US"/>
        </a:p>
      </dgm:t>
    </dgm:pt>
    <dgm:pt modelId="{4491A31E-F0D2-479C-BE4D-0A64B3FCC4B1}">
      <dgm:prSet/>
      <dgm:spPr/>
      <dgm:t>
        <a:bodyPr/>
        <a:lstStyle/>
        <a:p>
          <a:r>
            <a:rPr lang="en-US" dirty="0"/>
            <a:t>Extreme wine styles</a:t>
          </a:r>
        </a:p>
      </dgm:t>
    </dgm:pt>
    <dgm:pt modelId="{4A49763A-6E05-448B-AE97-5D9477B80E67}" type="parTrans" cxnId="{F0EEDDF7-3BF6-4C87-82FB-E0F8E03F5C33}">
      <dgm:prSet/>
      <dgm:spPr/>
      <dgm:t>
        <a:bodyPr/>
        <a:lstStyle/>
        <a:p>
          <a:endParaRPr lang="en-US"/>
        </a:p>
      </dgm:t>
    </dgm:pt>
    <dgm:pt modelId="{F3A232D4-CD8A-4C96-B0BF-8F0EE49709A8}" type="sibTrans" cxnId="{F0EEDDF7-3BF6-4C87-82FB-E0F8E03F5C33}">
      <dgm:prSet/>
      <dgm:spPr/>
      <dgm:t>
        <a:bodyPr/>
        <a:lstStyle/>
        <a:p>
          <a:endParaRPr lang="en-US"/>
        </a:p>
      </dgm:t>
    </dgm:pt>
    <dgm:pt modelId="{FA6079A7-3DAC-42A0-8C0D-5210433DD12A}">
      <dgm:prSet/>
      <dgm:spPr/>
      <dgm:t>
        <a:bodyPr/>
        <a:lstStyle/>
        <a:p>
          <a:r>
            <a:rPr lang="en-US" dirty="0"/>
            <a:t>Observations that influence clustering structure</a:t>
          </a:r>
          <a:endParaRPr lang="en-US" b="1" dirty="0"/>
        </a:p>
      </dgm:t>
    </dgm:pt>
    <dgm:pt modelId="{A53ADE53-19F5-4F0A-8C38-F13E35DF10B8}" type="parTrans" cxnId="{E8216A6E-8EE3-4C95-BD54-20D70E0AE27D}">
      <dgm:prSet/>
      <dgm:spPr/>
      <dgm:t>
        <a:bodyPr/>
        <a:lstStyle/>
        <a:p>
          <a:endParaRPr lang="en-US"/>
        </a:p>
      </dgm:t>
    </dgm:pt>
    <dgm:pt modelId="{7194EFBE-2300-4D21-A364-0A67F6C2D1CD}" type="sibTrans" cxnId="{E8216A6E-8EE3-4C95-BD54-20D70E0AE27D}">
      <dgm:prSet/>
      <dgm:spPr/>
      <dgm:t>
        <a:bodyPr/>
        <a:lstStyle/>
        <a:p>
          <a:endParaRPr lang="en-US"/>
        </a:p>
      </dgm:t>
    </dgm:pt>
    <dgm:pt modelId="{856BF028-1371-4F0E-A479-68D40B13743B}">
      <dgm:prSet/>
      <dgm:spPr/>
      <dgm:t>
        <a:bodyPr/>
        <a:lstStyle/>
        <a:p>
          <a:r>
            <a:rPr lang="en-US" b="1"/>
            <a:t>Isolation Forest</a:t>
          </a:r>
        </a:p>
      </dgm:t>
    </dgm:pt>
    <dgm:pt modelId="{BB3264AE-74C5-4CA3-AD19-DC5CE4504593}" type="parTrans" cxnId="{CB22DEE4-0E86-4F37-BEAE-667424568EDC}">
      <dgm:prSet/>
      <dgm:spPr/>
      <dgm:t>
        <a:bodyPr/>
        <a:lstStyle/>
        <a:p>
          <a:endParaRPr lang="en-US"/>
        </a:p>
      </dgm:t>
    </dgm:pt>
    <dgm:pt modelId="{888CD7F9-9683-4F99-ABA4-97FEF0F70FC0}" type="sibTrans" cxnId="{CB22DEE4-0E86-4F37-BEAE-667424568EDC}">
      <dgm:prSet/>
      <dgm:spPr/>
      <dgm:t>
        <a:bodyPr/>
        <a:lstStyle/>
        <a:p>
          <a:endParaRPr lang="en-US"/>
        </a:p>
      </dgm:t>
    </dgm:pt>
    <dgm:pt modelId="{EE3585EF-B0C7-4C9B-996A-5F70CEAB0759}">
      <dgm:prSet/>
      <dgm:spPr/>
      <dgm:t>
        <a:bodyPr/>
        <a:lstStyle/>
        <a:p>
          <a:r>
            <a:rPr lang="en-US" b="1" dirty="0"/>
            <a:t>What is it?</a:t>
          </a:r>
          <a:endParaRPr lang="en-US" dirty="0"/>
        </a:p>
      </dgm:t>
    </dgm:pt>
    <dgm:pt modelId="{1114FB05-C077-4116-80E7-943F9B6B1C1B}" type="parTrans" cxnId="{0F000F75-F15B-402C-8424-9432F2F36BBE}">
      <dgm:prSet/>
      <dgm:spPr/>
      <dgm:t>
        <a:bodyPr/>
        <a:lstStyle/>
        <a:p>
          <a:endParaRPr lang="en-US"/>
        </a:p>
      </dgm:t>
    </dgm:pt>
    <dgm:pt modelId="{4C758CC5-D1BC-4622-93BB-C894C137B4EA}" type="sibTrans" cxnId="{0F000F75-F15B-402C-8424-9432F2F36BBE}">
      <dgm:prSet/>
      <dgm:spPr/>
      <dgm:t>
        <a:bodyPr/>
        <a:lstStyle/>
        <a:p>
          <a:endParaRPr lang="en-US"/>
        </a:p>
      </dgm:t>
    </dgm:pt>
    <dgm:pt modelId="{7768B0A5-E3B0-460E-8025-3444BAF18DEA}">
      <dgm:prSet/>
      <dgm:spPr/>
      <dgm:t>
        <a:bodyPr/>
        <a:lstStyle/>
        <a:p>
          <a:r>
            <a:rPr lang="en-US" dirty="0"/>
            <a:t>An unsupervised anomaly-detection algorithm that isolates observations using random feature splits.</a:t>
          </a:r>
        </a:p>
      </dgm:t>
    </dgm:pt>
    <dgm:pt modelId="{EFE59FB5-A7D5-4D26-9D32-20E6C0456B04}" type="parTrans" cxnId="{0A230C54-3775-4EA9-A752-03FA68ED262F}">
      <dgm:prSet/>
      <dgm:spPr/>
      <dgm:t>
        <a:bodyPr/>
        <a:lstStyle/>
        <a:p>
          <a:endParaRPr lang="en-US"/>
        </a:p>
      </dgm:t>
    </dgm:pt>
    <dgm:pt modelId="{3AC82542-FA44-4A65-80B6-E1C703DF72C2}" type="sibTrans" cxnId="{0A230C54-3775-4EA9-A752-03FA68ED262F}">
      <dgm:prSet/>
      <dgm:spPr/>
      <dgm:t>
        <a:bodyPr/>
        <a:lstStyle/>
        <a:p>
          <a:endParaRPr lang="en-US"/>
        </a:p>
      </dgm:t>
    </dgm:pt>
    <dgm:pt modelId="{6DB64E2F-016A-4FE3-92D3-5B1CB2A46F55}">
      <dgm:prSet/>
      <dgm:spPr/>
      <dgm:t>
        <a:bodyPr/>
        <a:lstStyle/>
        <a:p>
          <a:r>
            <a:rPr lang="en-US" b="1" dirty="0"/>
            <a:t>How does it work?</a:t>
          </a:r>
          <a:endParaRPr lang="en-US" dirty="0"/>
        </a:p>
      </dgm:t>
    </dgm:pt>
    <dgm:pt modelId="{E2DC605D-B086-4385-8F38-5AC2D3B9EBE2}" type="parTrans" cxnId="{888DB92E-ABFC-49D9-AB61-68B04B50797E}">
      <dgm:prSet/>
      <dgm:spPr/>
      <dgm:t>
        <a:bodyPr/>
        <a:lstStyle/>
        <a:p>
          <a:endParaRPr lang="en-US"/>
        </a:p>
      </dgm:t>
    </dgm:pt>
    <dgm:pt modelId="{F06DF822-7641-4212-94FF-B57A4C55598B}" type="sibTrans" cxnId="{888DB92E-ABFC-49D9-AB61-68B04B50797E}">
      <dgm:prSet/>
      <dgm:spPr/>
      <dgm:t>
        <a:bodyPr/>
        <a:lstStyle/>
        <a:p>
          <a:endParaRPr lang="en-US"/>
        </a:p>
      </dgm:t>
    </dgm:pt>
    <dgm:pt modelId="{22654492-F692-4312-938F-6F3E6F571861}">
      <dgm:prSet/>
      <dgm:spPr/>
      <dgm:t>
        <a:bodyPr/>
        <a:lstStyle/>
        <a:p>
          <a:r>
            <a:rPr lang="en-US" dirty="0"/>
            <a:t>Observations that require fewer splits to isolate are considered more unusual.</a:t>
          </a:r>
        </a:p>
      </dgm:t>
    </dgm:pt>
    <dgm:pt modelId="{E5A2BBFC-01A1-4269-94E0-E2CB5961572F}" type="parTrans" cxnId="{00357B0D-1A70-4802-A84F-E6CACB4FF680}">
      <dgm:prSet/>
      <dgm:spPr/>
      <dgm:t>
        <a:bodyPr/>
        <a:lstStyle/>
        <a:p>
          <a:endParaRPr lang="en-US"/>
        </a:p>
      </dgm:t>
    </dgm:pt>
    <dgm:pt modelId="{BCD641C8-FD49-469F-A0D7-1773D19304E0}" type="sibTrans" cxnId="{00357B0D-1A70-4802-A84F-E6CACB4FF680}">
      <dgm:prSet/>
      <dgm:spPr/>
      <dgm:t>
        <a:bodyPr/>
        <a:lstStyle/>
        <a:p>
          <a:endParaRPr lang="en-US"/>
        </a:p>
      </dgm:t>
    </dgm:pt>
    <dgm:pt modelId="{71874AE5-9969-4FB4-BDD1-E15CA35F3747}">
      <dgm:prSet/>
      <dgm:spPr/>
      <dgm:t>
        <a:bodyPr/>
        <a:lstStyle/>
        <a:p>
          <a:r>
            <a:rPr lang="en-US" b="1" dirty="0"/>
            <a:t>What does it detect?</a:t>
          </a:r>
          <a:endParaRPr lang="en-US" dirty="0"/>
        </a:p>
      </dgm:t>
    </dgm:pt>
    <dgm:pt modelId="{ACF8E4D6-F2AD-4A34-8A22-AB54AA67727A}" type="parTrans" cxnId="{BE57532D-6336-4447-B678-2FC2255BE2CA}">
      <dgm:prSet/>
      <dgm:spPr/>
      <dgm:t>
        <a:bodyPr/>
        <a:lstStyle/>
        <a:p>
          <a:endParaRPr lang="en-US"/>
        </a:p>
      </dgm:t>
    </dgm:pt>
    <dgm:pt modelId="{E6A18C64-C417-4502-8804-CAEFEB01F8CC}" type="sibTrans" cxnId="{BE57532D-6336-4447-B678-2FC2255BE2CA}">
      <dgm:prSet/>
      <dgm:spPr/>
      <dgm:t>
        <a:bodyPr/>
        <a:lstStyle/>
        <a:p>
          <a:endParaRPr lang="en-US"/>
        </a:p>
      </dgm:t>
    </dgm:pt>
    <dgm:pt modelId="{C860F6FC-9100-4B37-919D-5620D7AD96AA}">
      <dgm:prSet/>
      <dgm:spPr/>
      <dgm:t>
        <a:bodyPr/>
        <a:lstStyle/>
        <a:p>
          <a:r>
            <a:rPr lang="en-US" dirty="0"/>
            <a:t>Global anomalies</a:t>
          </a:r>
        </a:p>
      </dgm:t>
    </dgm:pt>
    <dgm:pt modelId="{2220687F-4512-4AE0-B689-6D4351E8D29A}" type="parTrans" cxnId="{3A2579BD-40F7-4DFF-9B22-BD0AE980F084}">
      <dgm:prSet/>
      <dgm:spPr/>
      <dgm:t>
        <a:bodyPr/>
        <a:lstStyle/>
        <a:p>
          <a:endParaRPr lang="en-US"/>
        </a:p>
      </dgm:t>
    </dgm:pt>
    <dgm:pt modelId="{2372CEF0-5A4F-4D3E-9442-2C15448F6560}" type="sibTrans" cxnId="{3A2579BD-40F7-4DFF-9B22-BD0AE980F084}">
      <dgm:prSet/>
      <dgm:spPr/>
      <dgm:t>
        <a:bodyPr/>
        <a:lstStyle/>
        <a:p>
          <a:endParaRPr lang="en-US"/>
        </a:p>
      </dgm:t>
    </dgm:pt>
    <dgm:pt modelId="{B758E99B-341B-4745-BDCB-B18BD563E99E}">
      <dgm:prSet/>
      <dgm:spPr/>
      <dgm:t>
        <a:bodyPr/>
        <a:lstStyle/>
        <a:p>
          <a:r>
            <a:rPr lang="en-US" dirty="0"/>
            <a:t>Chemistry extremes</a:t>
          </a:r>
        </a:p>
      </dgm:t>
    </dgm:pt>
    <dgm:pt modelId="{6BF81066-2E3C-4EDE-B44E-29ECE66F58AA}" type="parTrans" cxnId="{61382BE3-170F-4599-AF34-0873715F97DF}">
      <dgm:prSet/>
      <dgm:spPr/>
      <dgm:t>
        <a:bodyPr/>
        <a:lstStyle/>
        <a:p>
          <a:endParaRPr lang="en-US"/>
        </a:p>
      </dgm:t>
    </dgm:pt>
    <dgm:pt modelId="{B8C459AF-74AA-4BCA-982C-59EE37EC43D3}" type="sibTrans" cxnId="{61382BE3-170F-4599-AF34-0873715F97DF}">
      <dgm:prSet/>
      <dgm:spPr/>
      <dgm:t>
        <a:bodyPr/>
        <a:lstStyle/>
        <a:p>
          <a:endParaRPr lang="en-US"/>
        </a:p>
      </dgm:t>
    </dgm:pt>
    <dgm:pt modelId="{A9BD3565-B7FE-4B87-B41E-43AC7BDEDC4D}">
      <dgm:prSet/>
      <dgm:spPr/>
      <dgm:t>
        <a:bodyPr/>
        <a:lstStyle/>
        <a:p>
          <a:r>
            <a:rPr lang="en-US" dirty="0"/>
            <a:t>Observations far from the overall population</a:t>
          </a:r>
        </a:p>
      </dgm:t>
    </dgm:pt>
    <dgm:pt modelId="{7B99ACC4-3F62-4B68-8A4C-B14ECD4D2EE8}" type="parTrans" cxnId="{28B2AA71-5F40-4A7F-9775-6E8676D6D2B8}">
      <dgm:prSet/>
      <dgm:spPr/>
      <dgm:t>
        <a:bodyPr/>
        <a:lstStyle/>
        <a:p>
          <a:endParaRPr lang="en-US"/>
        </a:p>
      </dgm:t>
    </dgm:pt>
    <dgm:pt modelId="{07FC90E7-46B3-4E0F-B786-EF0B981B26E8}" type="sibTrans" cxnId="{28B2AA71-5F40-4A7F-9775-6E8676D6D2B8}">
      <dgm:prSet/>
      <dgm:spPr/>
      <dgm:t>
        <a:bodyPr/>
        <a:lstStyle/>
        <a:p>
          <a:endParaRPr lang="en-US"/>
        </a:p>
      </dgm:t>
    </dgm:pt>
    <dgm:pt modelId="{5F17376D-E9FD-4A71-9D29-B92FDA184DC5}">
      <dgm:prSet/>
      <dgm:spPr/>
      <dgm:t>
        <a:bodyPr/>
        <a:lstStyle/>
        <a:p>
          <a:r>
            <a:rPr lang="en-US" b="1"/>
            <a:t>Local Outlier Factor (LOF)</a:t>
          </a:r>
        </a:p>
      </dgm:t>
    </dgm:pt>
    <dgm:pt modelId="{2A5863CB-F9CF-434D-A5C5-CB080F2948D2}" type="parTrans" cxnId="{A4E14F70-1D8B-432E-882F-71A2A69EE2CA}">
      <dgm:prSet/>
      <dgm:spPr/>
      <dgm:t>
        <a:bodyPr/>
        <a:lstStyle/>
        <a:p>
          <a:endParaRPr lang="en-US"/>
        </a:p>
      </dgm:t>
    </dgm:pt>
    <dgm:pt modelId="{0AB0F52B-D3D9-4197-9741-99C7E9AF4A3F}" type="sibTrans" cxnId="{A4E14F70-1D8B-432E-882F-71A2A69EE2CA}">
      <dgm:prSet/>
      <dgm:spPr/>
      <dgm:t>
        <a:bodyPr/>
        <a:lstStyle/>
        <a:p>
          <a:endParaRPr lang="en-US"/>
        </a:p>
      </dgm:t>
    </dgm:pt>
    <dgm:pt modelId="{1AB23D0A-21B0-4180-B541-BE40EDF13437}">
      <dgm:prSet/>
      <dgm:spPr/>
      <dgm:t>
        <a:bodyPr/>
        <a:lstStyle/>
        <a:p>
          <a:r>
            <a:rPr lang="en-US" b="1" dirty="0"/>
            <a:t>What is it?</a:t>
          </a:r>
          <a:endParaRPr lang="en-US" dirty="0"/>
        </a:p>
      </dgm:t>
    </dgm:pt>
    <dgm:pt modelId="{EE73CD4A-F962-4B08-8E56-FB189404860B}" type="parTrans" cxnId="{FC3ABC75-B920-43FC-B7A2-BCCBC70AC63C}">
      <dgm:prSet/>
      <dgm:spPr/>
      <dgm:t>
        <a:bodyPr/>
        <a:lstStyle/>
        <a:p>
          <a:endParaRPr lang="en-US"/>
        </a:p>
      </dgm:t>
    </dgm:pt>
    <dgm:pt modelId="{DA6FD78E-B875-4101-8ED5-632A88FFC56C}" type="sibTrans" cxnId="{FC3ABC75-B920-43FC-B7A2-BCCBC70AC63C}">
      <dgm:prSet/>
      <dgm:spPr/>
      <dgm:t>
        <a:bodyPr/>
        <a:lstStyle/>
        <a:p>
          <a:endParaRPr lang="en-US"/>
        </a:p>
      </dgm:t>
    </dgm:pt>
    <dgm:pt modelId="{775792A2-0F95-4838-AE11-E4CAE6D02288}">
      <dgm:prSet/>
      <dgm:spPr/>
      <dgm:t>
        <a:bodyPr/>
        <a:lstStyle/>
        <a:p>
          <a:r>
            <a:rPr lang="en-US" dirty="0"/>
            <a:t>A density-based anomaly-detection algorithm that compares each observation to its nearest neighbors.</a:t>
          </a:r>
        </a:p>
      </dgm:t>
    </dgm:pt>
    <dgm:pt modelId="{4BBD7A69-56F5-49C6-9DF1-B75929B7FAE6}" type="parTrans" cxnId="{E87DBC76-3ED6-4F6F-A986-EB529540C2F3}">
      <dgm:prSet/>
      <dgm:spPr/>
      <dgm:t>
        <a:bodyPr/>
        <a:lstStyle/>
        <a:p>
          <a:endParaRPr lang="en-US"/>
        </a:p>
      </dgm:t>
    </dgm:pt>
    <dgm:pt modelId="{CEAF44A0-ACDF-48DE-ACCF-AFC59FA5DD0A}" type="sibTrans" cxnId="{E87DBC76-3ED6-4F6F-A986-EB529540C2F3}">
      <dgm:prSet/>
      <dgm:spPr/>
      <dgm:t>
        <a:bodyPr/>
        <a:lstStyle/>
        <a:p>
          <a:endParaRPr lang="en-US"/>
        </a:p>
      </dgm:t>
    </dgm:pt>
    <dgm:pt modelId="{017F538A-8A2D-48D7-AE16-40814CCBB442}">
      <dgm:prSet/>
      <dgm:spPr/>
      <dgm:t>
        <a:bodyPr/>
        <a:lstStyle/>
        <a:p>
          <a:r>
            <a:rPr lang="en-US" b="1" dirty="0"/>
            <a:t>How does it work?</a:t>
          </a:r>
          <a:endParaRPr lang="en-US" dirty="0"/>
        </a:p>
      </dgm:t>
    </dgm:pt>
    <dgm:pt modelId="{04D32E78-77B6-47EA-BECD-826C46A02528}" type="parTrans" cxnId="{2B681B5D-5C84-49B9-A192-F73D2FAF5071}">
      <dgm:prSet/>
      <dgm:spPr/>
      <dgm:t>
        <a:bodyPr/>
        <a:lstStyle/>
        <a:p>
          <a:endParaRPr lang="en-US"/>
        </a:p>
      </dgm:t>
    </dgm:pt>
    <dgm:pt modelId="{76DDCB33-98E6-40A7-AAAB-2ECE95DB0B0D}" type="sibTrans" cxnId="{2B681B5D-5C84-49B9-A192-F73D2FAF5071}">
      <dgm:prSet/>
      <dgm:spPr/>
      <dgm:t>
        <a:bodyPr/>
        <a:lstStyle/>
        <a:p>
          <a:endParaRPr lang="en-US"/>
        </a:p>
      </dgm:t>
    </dgm:pt>
    <dgm:pt modelId="{C374FEAE-F28A-49EE-B6F8-DB23115DFC47}">
      <dgm:prSet/>
      <dgm:spPr/>
      <dgm:t>
        <a:bodyPr/>
        <a:lstStyle/>
        <a:p>
          <a:r>
            <a:rPr lang="en-US" dirty="0"/>
            <a:t>Observations with substantially lower local density than surrounding wines are classified as anomalous.</a:t>
          </a:r>
        </a:p>
      </dgm:t>
    </dgm:pt>
    <dgm:pt modelId="{7AECAFF1-C7B8-4D96-9E74-831B5D8E7CE7}" type="parTrans" cxnId="{352528CB-3EB1-4B47-8699-4135E68F8FA6}">
      <dgm:prSet/>
      <dgm:spPr/>
      <dgm:t>
        <a:bodyPr/>
        <a:lstStyle/>
        <a:p>
          <a:endParaRPr lang="en-US"/>
        </a:p>
      </dgm:t>
    </dgm:pt>
    <dgm:pt modelId="{15659B6C-39D3-4222-88BB-3ACF43844FEA}" type="sibTrans" cxnId="{352528CB-3EB1-4B47-8699-4135E68F8FA6}">
      <dgm:prSet/>
      <dgm:spPr/>
      <dgm:t>
        <a:bodyPr/>
        <a:lstStyle/>
        <a:p>
          <a:endParaRPr lang="en-US"/>
        </a:p>
      </dgm:t>
    </dgm:pt>
    <dgm:pt modelId="{CE143D8E-4B46-4BDC-81D3-3512B30B7ED2}">
      <dgm:prSet/>
      <dgm:spPr/>
      <dgm:t>
        <a:bodyPr/>
        <a:lstStyle/>
        <a:p>
          <a:r>
            <a:rPr lang="en-US" b="1" dirty="0"/>
            <a:t>What does it detect?</a:t>
          </a:r>
          <a:endParaRPr lang="en-US" dirty="0"/>
        </a:p>
      </dgm:t>
    </dgm:pt>
    <dgm:pt modelId="{6672B2C7-A2A8-4AB0-B5DF-7F56865F4084}" type="parTrans" cxnId="{5A123DEE-FC1B-4177-8B60-8504BD7764C5}">
      <dgm:prSet/>
      <dgm:spPr/>
      <dgm:t>
        <a:bodyPr/>
        <a:lstStyle/>
        <a:p>
          <a:endParaRPr lang="en-US"/>
        </a:p>
      </dgm:t>
    </dgm:pt>
    <dgm:pt modelId="{1DDF7070-A85F-46BF-A9B9-18416E1D5B37}" type="sibTrans" cxnId="{5A123DEE-FC1B-4177-8B60-8504BD7764C5}">
      <dgm:prSet/>
      <dgm:spPr/>
      <dgm:t>
        <a:bodyPr/>
        <a:lstStyle/>
        <a:p>
          <a:endParaRPr lang="en-US"/>
        </a:p>
      </dgm:t>
    </dgm:pt>
    <dgm:pt modelId="{4731C211-2626-4167-A7D4-FF0188FD7829}">
      <dgm:prSet/>
      <dgm:spPr/>
      <dgm:t>
        <a:bodyPr/>
        <a:lstStyle/>
        <a:p>
          <a:r>
            <a:rPr lang="en-US" dirty="0"/>
            <a:t>Local anomalies</a:t>
          </a:r>
        </a:p>
      </dgm:t>
    </dgm:pt>
    <dgm:pt modelId="{722342FC-B46D-46FB-ACF0-D3511CB7A073}" type="parTrans" cxnId="{C98CA4B0-69E3-476F-8EDA-9BD6477026C9}">
      <dgm:prSet/>
      <dgm:spPr/>
      <dgm:t>
        <a:bodyPr/>
        <a:lstStyle/>
        <a:p>
          <a:endParaRPr lang="en-US"/>
        </a:p>
      </dgm:t>
    </dgm:pt>
    <dgm:pt modelId="{4B3A7BAC-2F49-430B-B1FF-B46F258D7AD5}" type="sibTrans" cxnId="{C98CA4B0-69E3-476F-8EDA-9BD6477026C9}">
      <dgm:prSet/>
      <dgm:spPr/>
      <dgm:t>
        <a:bodyPr/>
        <a:lstStyle/>
        <a:p>
          <a:endParaRPr lang="en-US"/>
        </a:p>
      </dgm:t>
    </dgm:pt>
    <dgm:pt modelId="{5C3BFB6B-5773-4ECF-B092-F799CA80B65B}">
      <dgm:prSet/>
      <dgm:spPr/>
      <dgm:t>
        <a:bodyPr/>
        <a:lstStyle/>
        <a:p>
          <a:r>
            <a:rPr lang="en-US" dirty="0"/>
            <a:t>Sparse neighborhood observations</a:t>
          </a:r>
        </a:p>
      </dgm:t>
    </dgm:pt>
    <dgm:pt modelId="{C6CB5030-146E-4115-826D-7B3D2474E3A4}" type="parTrans" cxnId="{3DA1B66B-286F-40D7-87C7-D0709BF0617C}">
      <dgm:prSet/>
      <dgm:spPr/>
      <dgm:t>
        <a:bodyPr/>
        <a:lstStyle/>
        <a:p>
          <a:endParaRPr lang="en-US"/>
        </a:p>
      </dgm:t>
    </dgm:pt>
    <dgm:pt modelId="{8B36459B-FFDD-47F0-B8A6-F623518424F4}" type="sibTrans" cxnId="{3DA1B66B-286F-40D7-87C7-D0709BF0617C}">
      <dgm:prSet/>
      <dgm:spPr/>
      <dgm:t>
        <a:bodyPr/>
        <a:lstStyle/>
        <a:p>
          <a:endParaRPr lang="en-US"/>
        </a:p>
      </dgm:t>
    </dgm:pt>
    <dgm:pt modelId="{D82F8289-341C-43D3-8100-C8C6C4667956}">
      <dgm:prSet/>
      <dgm:spPr/>
      <dgm:t>
        <a:bodyPr/>
        <a:lstStyle/>
        <a:p>
          <a:r>
            <a:rPr lang="en-US" dirty="0"/>
            <a:t>Unusual wines hidden within larger populations</a:t>
          </a:r>
        </a:p>
      </dgm:t>
    </dgm:pt>
    <dgm:pt modelId="{CBB939AE-10EE-4143-89B8-D5CDB2D97178}" type="parTrans" cxnId="{330D5DBE-45D0-4D68-B362-E53DCF7FDAC1}">
      <dgm:prSet/>
      <dgm:spPr/>
      <dgm:t>
        <a:bodyPr/>
        <a:lstStyle/>
        <a:p>
          <a:endParaRPr lang="en-US"/>
        </a:p>
      </dgm:t>
    </dgm:pt>
    <dgm:pt modelId="{B408DAF9-7988-46B9-9D37-6364008DC37F}" type="sibTrans" cxnId="{330D5DBE-45D0-4D68-B362-E53DCF7FDAC1}">
      <dgm:prSet/>
      <dgm:spPr/>
      <dgm:t>
        <a:bodyPr/>
        <a:lstStyle/>
        <a:p>
          <a:endParaRPr lang="en-US"/>
        </a:p>
      </dgm:t>
    </dgm:pt>
    <dgm:pt modelId="{D343C9B0-8913-49D5-B8FE-C25EFBC82CEA}">
      <dgm:prSet/>
      <dgm:spPr/>
      <dgm:t>
        <a:bodyPr/>
        <a:lstStyle/>
        <a:p>
          <a:r>
            <a:rPr lang="en-US" b="1"/>
            <a:t>Why Compare Both Methods?</a:t>
          </a:r>
        </a:p>
      </dgm:t>
    </dgm:pt>
    <dgm:pt modelId="{F2C708DE-6868-4D71-A7D3-1F4933CD7B0D}" type="parTrans" cxnId="{DF86C9A6-38C7-4400-AFC5-51660912AF37}">
      <dgm:prSet/>
      <dgm:spPr/>
      <dgm:t>
        <a:bodyPr/>
        <a:lstStyle/>
        <a:p>
          <a:endParaRPr lang="en-US"/>
        </a:p>
      </dgm:t>
    </dgm:pt>
    <dgm:pt modelId="{9FDF55A9-4892-47EB-A2B2-EDAC1B59BDB6}" type="sibTrans" cxnId="{DF86C9A6-38C7-4400-AFC5-51660912AF37}">
      <dgm:prSet/>
      <dgm:spPr/>
      <dgm:t>
        <a:bodyPr/>
        <a:lstStyle/>
        <a:p>
          <a:endParaRPr lang="en-US"/>
        </a:p>
      </dgm:t>
    </dgm:pt>
    <dgm:pt modelId="{038EB9B9-3BBF-4268-893E-C3D766FA3EB3}">
      <dgm:prSet/>
      <dgm:spPr/>
      <dgm:t>
        <a:bodyPr/>
        <a:lstStyle/>
        <a:p>
          <a:r>
            <a:rPr lang="en-US" dirty="0"/>
            <a:t>Both methods define anomalies differently.</a:t>
          </a:r>
        </a:p>
      </dgm:t>
    </dgm:pt>
    <dgm:pt modelId="{59EE2E14-B0CB-41F4-B743-DEDC92D0C595}" type="parTrans" cxnId="{9ADBF952-C166-4B68-AB21-C299E804F789}">
      <dgm:prSet/>
      <dgm:spPr/>
      <dgm:t>
        <a:bodyPr/>
        <a:lstStyle/>
        <a:p>
          <a:endParaRPr lang="en-US"/>
        </a:p>
      </dgm:t>
    </dgm:pt>
    <dgm:pt modelId="{DFDE97F8-350C-4BD9-A318-D4A837A04D30}" type="sibTrans" cxnId="{9ADBF952-C166-4B68-AB21-C299E804F789}">
      <dgm:prSet/>
      <dgm:spPr/>
      <dgm:t>
        <a:bodyPr/>
        <a:lstStyle/>
        <a:p>
          <a:endParaRPr lang="en-US"/>
        </a:p>
      </dgm:t>
    </dgm:pt>
    <dgm:pt modelId="{95ACC1F1-3EFB-4546-BBE7-0A01D037622D}">
      <dgm:prSet/>
      <dgm:spPr/>
      <dgm:t>
        <a:bodyPr/>
        <a:lstStyle/>
        <a:p>
          <a:r>
            <a:rPr lang="en-US" dirty="0"/>
            <a:t>Isolation Forest </a:t>
          </a:r>
          <a:r>
            <a:rPr lang="en-US" dirty="0">
              <a:latin typeface="Aptos" panose="020B0004020202020204" pitchFamily="34" charset="0"/>
            </a:rPr>
            <a:t>→</a:t>
          </a:r>
          <a:r>
            <a:rPr lang="en-US" dirty="0"/>
            <a:t> Globally Unusual Wines</a:t>
          </a:r>
        </a:p>
      </dgm:t>
    </dgm:pt>
    <dgm:pt modelId="{748F6FF4-C138-42D2-BC43-EC5ECDDC08C8}" type="parTrans" cxnId="{4C218750-EA24-47B2-A9BD-8F4FC4318AC3}">
      <dgm:prSet/>
      <dgm:spPr/>
      <dgm:t>
        <a:bodyPr/>
        <a:lstStyle/>
        <a:p>
          <a:endParaRPr lang="en-US"/>
        </a:p>
      </dgm:t>
    </dgm:pt>
    <dgm:pt modelId="{A332411F-1509-4C58-A356-4A1C604A86D5}" type="sibTrans" cxnId="{4C218750-EA24-47B2-A9BD-8F4FC4318AC3}">
      <dgm:prSet/>
      <dgm:spPr/>
      <dgm:t>
        <a:bodyPr/>
        <a:lstStyle/>
        <a:p>
          <a:endParaRPr lang="en-US"/>
        </a:p>
      </dgm:t>
    </dgm:pt>
    <dgm:pt modelId="{0FDEC039-2697-471B-AB2E-AE474935DC3E}">
      <dgm:prSet/>
      <dgm:spPr/>
      <dgm:t>
        <a:bodyPr/>
        <a:lstStyle/>
        <a:p>
          <a:r>
            <a:rPr lang="en-US" dirty="0"/>
            <a:t>LOF </a:t>
          </a:r>
          <a:r>
            <a:rPr lang="en-US" dirty="0">
              <a:latin typeface="Aptos" panose="020B0004020202020204" pitchFamily="34" charset="0"/>
            </a:rPr>
            <a:t>→</a:t>
          </a:r>
          <a:r>
            <a:rPr lang="en-US" dirty="0"/>
            <a:t> Locally Unusual Wines</a:t>
          </a:r>
        </a:p>
      </dgm:t>
    </dgm:pt>
    <dgm:pt modelId="{42CBC086-5A0B-44D8-B743-7B439379591C}" type="parTrans" cxnId="{B833053B-F409-4A25-81E3-D4307C3B0BD2}">
      <dgm:prSet/>
      <dgm:spPr/>
      <dgm:t>
        <a:bodyPr/>
        <a:lstStyle/>
        <a:p>
          <a:endParaRPr lang="en-US"/>
        </a:p>
      </dgm:t>
    </dgm:pt>
    <dgm:pt modelId="{422DC303-1EC4-4A9E-8181-EC5A64D1A1C5}" type="sibTrans" cxnId="{B833053B-F409-4A25-81E3-D4307C3B0BD2}">
      <dgm:prSet/>
      <dgm:spPr/>
      <dgm:t>
        <a:bodyPr/>
        <a:lstStyle/>
        <a:p>
          <a:endParaRPr lang="en-US"/>
        </a:p>
      </dgm:t>
    </dgm:pt>
    <dgm:pt modelId="{4B00D9DE-DE8A-4349-9273-AABEA2D72502}">
      <dgm:prSet/>
      <dgm:spPr/>
      <dgm:t>
        <a:bodyPr/>
        <a:lstStyle/>
        <a:p>
          <a:r>
            <a:rPr lang="en-US"/>
            <a:t>Using both approaches provides a more complete understanding of rare and unusual wine chemistry profiles.</a:t>
          </a:r>
          <a:endParaRPr lang="en-US" dirty="0"/>
        </a:p>
      </dgm:t>
    </dgm:pt>
    <dgm:pt modelId="{9F24CD63-4EF5-485C-8CE1-9E18DB870ABC}" type="parTrans" cxnId="{BCFAB7F7-E66A-46C1-B0A6-71E2981A52CB}">
      <dgm:prSet/>
      <dgm:spPr/>
      <dgm:t>
        <a:bodyPr/>
        <a:lstStyle/>
        <a:p>
          <a:endParaRPr lang="en-US"/>
        </a:p>
      </dgm:t>
    </dgm:pt>
    <dgm:pt modelId="{BB361700-3779-40BB-A625-113EFD694696}" type="sibTrans" cxnId="{BCFAB7F7-E66A-46C1-B0A6-71E2981A52CB}">
      <dgm:prSet/>
      <dgm:spPr/>
      <dgm:t>
        <a:bodyPr/>
        <a:lstStyle/>
        <a:p>
          <a:endParaRPr lang="en-US"/>
        </a:p>
      </dgm:t>
    </dgm:pt>
    <dgm:pt modelId="{33048AC5-4B3D-4DD1-BB72-9AECC1EE50D9}">
      <dgm:prSet/>
      <dgm:spPr/>
      <dgm:t>
        <a:bodyPr/>
        <a:lstStyle/>
        <a:p>
          <a:r>
            <a:rPr lang="en-US" b="1"/>
            <a:t>Key Question</a:t>
          </a:r>
        </a:p>
      </dgm:t>
    </dgm:pt>
    <dgm:pt modelId="{B7DB3CD8-B345-4617-B5ED-4DD7772AB565}" type="parTrans" cxnId="{A8AE62FC-C6C1-45F0-9480-2195AF9B6058}">
      <dgm:prSet/>
      <dgm:spPr/>
      <dgm:t>
        <a:bodyPr/>
        <a:lstStyle/>
        <a:p>
          <a:endParaRPr lang="en-US"/>
        </a:p>
      </dgm:t>
    </dgm:pt>
    <dgm:pt modelId="{7B4AA2DE-E97D-4C0C-8FB1-FC746D483874}" type="sibTrans" cxnId="{A8AE62FC-C6C1-45F0-9480-2195AF9B6058}">
      <dgm:prSet/>
      <dgm:spPr/>
      <dgm:t>
        <a:bodyPr/>
        <a:lstStyle/>
        <a:p>
          <a:endParaRPr lang="en-US"/>
        </a:p>
      </dgm:t>
    </dgm:pt>
    <dgm:pt modelId="{1A3FF19E-FDCD-4914-9DD0-58DA57E6A38F}">
      <dgm:prSet/>
      <dgm:spPr/>
      <dgm:t>
        <a:bodyPr/>
        <a:lstStyle/>
        <a:p>
          <a:r>
            <a:rPr lang="en-US" dirty="0"/>
            <a:t>Do globally unusual wines and locally unusual wines represent the same observations?</a:t>
          </a:r>
        </a:p>
      </dgm:t>
    </dgm:pt>
    <dgm:pt modelId="{70B14F2B-B1F0-4C22-8301-CEA8C720BFFC}" type="parTrans" cxnId="{35E2D0F8-62F5-43E4-B568-0E343E865428}">
      <dgm:prSet/>
      <dgm:spPr/>
      <dgm:t>
        <a:bodyPr/>
        <a:lstStyle/>
        <a:p>
          <a:endParaRPr lang="en-US"/>
        </a:p>
      </dgm:t>
    </dgm:pt>
    <dgm:pt modelId="{1B262293-EE84-488D-BCD7-B55F0C6AAB8E}" type="sibTrans" cxnId="{35E2D0F8-62F5-43E4-B568-0E343E865428}">
      <dgm:prSet/>
      <dgm:spPr/>
      <dgm:t>
        <a:bodyPr/>
        <a:lstStyle/>
        <a:p>
          <a:endParaRPr lang="en-US"/>
        </a:p>
      </dgm:t>
    </dgm:pt>
    <dgm:pt modelId="{675EE449-1DDE-48F5-810B-3D22771FE9C3}" type="pres">
      <dgm:prSet presAssocID="{F5BC04F6-001E-47F8-8236-FF1DEA77565D}" presName="Name0" presStyleCnt="0">
        <dgm:presLayoutVars>
          <dgm:dir/>
          <dgm:animLvl val="lvl"/>
          <dgm:resizeHandles val="exact"/>
        </dgm:presLayoutVars>
      </dgm:prSet>
      <dgm:spPr/>
    </dgm:pt>
    <dgm:pt modelId="{6605F2C8-25A1-4E8C-B8F0-9D4D9684A191}" type="pres">
      <dgm:prSet presAssocID="{65E7E7B7-F516-4D5D-9F83-8FFA8A14D027}" presName="composite" presStyleCnt="0"/>
      <dgm:spPr/>
    </dgm:pt>
    <dgm:pt modelId="{564F70C3-CA16-4D6F-9FEA-F1F8CDA9DE36}" type="pres">
      <dgm:prSet presAssocID="{65E7E7B7-F516-4D5D-9F83-8FFA8A14D02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AE7D6A3-6F63-43B2-8380-2B34EC4E039B}" type="pres">
      <dgm:prSet presAssocID="{65E7E7B7-F516-4D5D-9F83-8FFA8A14D027}" presName="desTx" presStyleLbl="alignAccFollowNode1" presStyleIdx="0" presStyleCnt="5">
        <dgm:presLayoutVars>
          <dgm:bulletEnabled val="1"/>
        </dgm:presLayoutVars>
      </dgm:prSet>
      <dgm:spPr/>
    </dgm:pt>
    <dgm:pt modelId="{682B490B-2DCB-4487-AECB-86A9FD7FEE2B}" type="pres">
      <dgm:prSet presAssocID="{A7A09E14-3B41-4791-B1D4-33BCA58EDF9F}" presName="space" presStyleCnt="0"/>
      <dgm:spPr/>
    </dgm:pt>
    <dgm:pt modelId="{9E93E3FF-5B82-4F3D-B77C-80DA62F4C36A}" type="pres">
      <dgm:prSet presAssocID="{856BF028-1371-4F0E-A479-68D40B13743B}" presName="composite" presStyleCnt="0"/>
      <dgm:spPr/>
    </dgm:pt>
    <dgm:pt modelId="{502544AB-0664-4FC6-B775-AA041F809F37}" type="pres">
      <dgm:prSet presAssocID="{856BF028-1371-4F0E-A479-68D40B13743B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A000DB03-82B2-4F62-838C-C0A33F579BB1}" type="pres">
      <dgm:prSet presAssocID="{856BF028-1371-4F0E-A479-68D40B13743B}" presName="desTx" presStyleLbl="alignAccFollowNode1" presStyleIdx="1" presStyleCnt="5">
        <dgm:presLayoutVars>
          <dgm:bulletEnabled val="1"/>
        </dgm:presLayoutVars>
      </dgm:prSet>
      <dgm:spPr/>
    </dgm:pt>
    <dgm:pt modelId="{182E335D-7F53-40D9-8594-FAFC5CAD32D7}" type="pres">
      <dgm:prSet presAssocID="{888CD7F9-9683-4F99-ABA4-97FEF0F70FC0}" presName="space" presStyleCnt="0"/>
      <dgm:spPr/>
    </dgm:pt>
    <dgm:pt modelId="{CB65C313-000A-4564-9E9D-8325F2641F1A}" type="pres">
      <dgm:prSet presAssocID="{5F17376D-E9FD-4A71-9D29-B92FDA184DC5}" presName="composite" presStyleCnt="0"/>
      <dgm:spPr/>
    </dgm:pt>
    <dgm:pt modelId="{351E5CA9-CA36-42E5-AE79-FA401F2034C9}" type="pres">
      <dgm:prSet presAssocID="{5F17376D-E9FD-4A71-9D29-B92FDA184DC5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423295E-05A7-4491-8AD6-0941C0EEA143}" type="pres">
      <dgm:prSet presAssocID="{5F17376D-E9FD-4A71-9D29-B92FDA184DC5}" presName="desTx" presStyleLbl="alignAccFollowNode1" presStyleIdx="2" presStyleCnt="5">
        <dgm:presLayoutVars>
          <dgm:bulletEnabled val="1"/>
        </dgm:presLayoutVars>
      </dgm:prSet>
      <dgm:spPr/>
    </dgm:pt>
    <dgm:pt modelId="{57B7D06D-46CB-46E9-ABE0-F3C7A4358BDB}" type="pres">
      <dgm:prSet presAssocID="{0AB0F52B-D3D9-4197-9741-99C7E9AF4A3F}" presName="space" presStyleCnt="0"/>
      <dgm:spPr/>
    </dgm:pt>
    <dgm:pt modelId="{278CD9D5-7113-4AB7-9633-E2ED5F5E60DF}" type="pres">
      <dgm:prSet presAssocID="{D343C9B0-8913-49D5-B8FE-C25EFBC82CEA}" presName="composite" presStyleCnt="0"/>
      <dgm:spPr/>
    </dgm:pt>
    <dgm:pt modelId="{1BC6050B-FFBE-4181-8531-3DDCCE67BAB9}" type="pres">
      <dgm:prSet presAssocID="{D343C9B0-8913-49D5-B8FE-C25EFBC82CEA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21A73B22-0608-4C47-A2EB-92B3AACCAD6E}" type="pres">
      <dgm:prSet presAssocID="{D343C9B0-8913-49D5-B8FE-C25EFBC82CEA}" presName="desTx" presStyleLbl="alignAccFollowNode1" presStyleIdx="3" presStyleCnt="5">
        <dgm:presLayoutVars>
          <dgm:bulletEnabled val="1"/>
        </dgm:presLayoutVars>
      </dgm:prSet>
      <dgm:spPr/>
    </dgm:pt>
    <dgm:pt modelId="{7D952E59-085C-4DC7-80D6-A51A126436C9}" type="pres">
      <dgm:prSet presAssocID="{9FDF55A9-4892-47EB-A2B2-EDAC1B59BDB6}" presName="space" presStyleCnt="0"/>
      <dgm:spPr/>
    </dgm:pt>
    <dgm:pt modelId="{5FFAB37D-5462-4573-9F36-B191F7FBE638}" type="pres">
      <dgm:prSet presAssocID="{33048AC5-4B3D-4DD1-BB72-9AECC1EE50D9}" presName="composite" presStyleCnt="0"/>
      <dgm:spPr/>
    </dgm:pt>
    <dgm:pt modelId="{1512BFA2-259A-4BF9-B98A-B29ACE3DBA1B}" type="pres">
      <dgm:prSet presAssocID="{33048AC5-4B3D-4DD1-BB72-9AECC1EE50D9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CECA5ED4-52DF-4878-9A48-EB6037E5E2AC}" type="pres">
      <dgm:prSet presAssocID="{33048AC5-4B3D-4DD1-BB72-9AECC1EE50D9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77CF8101-7725-42BA-B14A-08F3305CFF1D}" type="presOf" srcId="{F5BC04F6-001E-47F8-8236-FF1DEA77565D}" destId="{675EE449-1DDE-48F5-810B-3D22771FE9C3}" srcOrd="0" destOrd="0" presId="urn:microsoft.com/office/officeart/2005/8/layout/hList1"/>
    <dgm:cxn modelId="{56DC1B03-19F1-4668-BB37-04B4B6FEECA0}" type="presOf" srcId="{C374FEAE-F28A-49EE-B6F8-DB23115DFC47}" destId="{9423295E-05A7-4491-8AD6-0941C0EEA143}" srcOrd="0" destOrd="3" presId="urn:microsoft.com/office/officeart/2005/8/layout/hList1"/>
    <dgm:cxn modelId="{175D0C05-8314-471F-96AE-449412D7BEA5}" type="presOf" srcId="{038EB9B9-3BBF-4268-893E-C3D766FA3EB3}" destId="{21A73B22-0608-4C47-A2EB-92B3AACCAD6E}" srcOrd="0" destOrd="0" presId="urn:microsoft.com/office/officeart/2005/8/layout/hList1"/>
    <dgm:cxn modelId="{1585450A-007F-4530-8F38-FBFCAE6EB9B7}" type="presOf" srcId="{5C3BFB6B-5773-4ECF-B092-F799CA80B65B}" destId="{9423295E-05A7-4491-8AD6-0941C0EEA143}" srcOrd="0" destOrd="6" presId="urn:microsoft.com/office/officeart/2005/8/layout/hList1"/>
    <dgm:cxn modelId="{A5CDA20B-D122-4B12-9E9F-6A2F6414B292}" type="presOf" srcId="{6DB64E2F-016A-4FE3-92D3-5B1CB2A46F55}" destId="{A000DB03-82B2-4F62-838C-C0A33F579BB1}" srcOrd="0" destOrd="2" presId="urn:microsoft.com/office/officeart/2005/8/layout/hList1"/>
    <dgm:cxn modelId="{00357B0D-1A70-4802-A84F-E6CACB4FF680}" srcId="{6DB64E2F-016A-4FE3-92D3-5B1CB2A46F55}" destId="{22654492-F692-4312-938F-6F3E6F571861}" srcOrd="0" destOrd="0" parTransId="{E5A2BBFC-01A1-4269-94E0-E2CB5961572F}" sibTransId="{BCD641C8-FD49-469F-A0D7-1773D19304E0}"/>
    <dgm:cxn modelId="{F90EE519-B8B6-4B39-BA23-144C7A185C1B}" srcId="{65E7E7B7-F516-4D5D-9F83-8FFA8A14D027}" destId="{792DA8A1-8C80-4161-ADCC-E2259C9DD758}" srcOrd="1" destOrd="0" parTransId="{A321A487-779A-4A8B-88ED-1B9C86756CDB}" sibTransId="{6A072A83-6974-4BE0-A3D9-A7FCC22D67EF}"/>
    <dgm:cxn modelId="{31637A20-6721-4B59-A1C8-D17A05820B15}" type="presOf" srcId="{7768B0A5-E3B0-460E-8025-3444BAF18DEA}" destId="{A000DB03-82B2-4F62-838C-C0A33F579BB1}" srcOrd="0" destOrd="1" presId="urn:microsoft.com/office/officeart/2005/8/layout/hList1"/>
    <dgm:cxn modelId="{8C91BD20-6146-4F9E-8805-5AACC07D2505}" type="presOf" srcId="{22654492-F692-4312-938F-6F3E6F571861}" destId="{A000DB03-82B2-4F62-838C-C0A33F579BB1}" srcOrd="0" destOrd="3" presId="urn:microsoft.com/office/officeart/2005/8/layout/hList1"/>
    <dgm:cxn modelId="{0D847E29-06EB-4A40-B036-A61B6735A6C8}" type="presOf" srcId="{1A3FF19E-FDCD-4914-9DD0-58DA57E6A38F}" destId="{CECA5ED4-52DF-4878-9A48-EB6037E5E2AC}" srcOrd="0" destOrd="0" presId="urn:microsoft.com/office/officeart/2005/8/layout/hList1"/>
    <dgm:cxn modelId="{1975432B-115A-4511-9C76-32F1488F74AF}" type="presOf" srcId="{7AC2453D-C094-4645-84F2-D1B47DFD9239}" destId="{2AE7D6A3-6F63-43B2-8380-2B34EC4E039B}" srcOrd="0" destOrd="3" presId="urn:microsoft.com/office/officeart/2005/8/layout/hList1"/>
    <dgm:cxn modelId="{BE57532D-6336-4447-B678-2FC2255BE2CA}" srcId="{856BF028-1371-4F0E-A479-68D40B13743B}" destId="{71874AE5-9969-4FB4-BDD1-E15CA35F3747}" srcOrd="2" destOrd="0" parTransId="{ACF8E4D6-F2AD-4A34-8A22-AB54AA67727A}" sibTransId="{E6A18C64-C417-4502-8804-CAEFEB01F8CC}"/>
    <dgm:cxn modelId="{888DB92E-ABFC-49D9-AB61-68B04B50797E}" srcId="{856BF028-1371-4F0E-A479-68D40B13743B}" destId="{6DB64E2F-016A-4FE3-92D3-5B1CB2A46F55}" srcOrd="1" destOrd="0" parTransId="{E2DC605D-B086-4385-8F38-5AC2D3B9EBE2}" sibTransId="{F06DF822-7641-4212-94FF-B57A4C55598B}"/>
    <dgm:cxn modelId="{40FD3B35-879D-47CE-8F64-4DB73E2451C2}" type="presOf" srcId="{1AB23D0A-21B0-4180-B541-BE40EDF13437}" destId="{9423295E-05A7-4491-8AD6-0941C0EEA143}" srcOrd="0" destOrd="0" presId="urn:microsoft.com/office/officeart/2005/8/layout/hList1"/>
    <dgm:cxn modelId="{57D16C3A-FBBB-4009-A63D-5888ADECA959}" srcId="{807C8BED-F1C0-4887-8F0B-CC6415C60705}" destId="{1229106E-AFE0-4F7A-8934-0746F21F0E12}" srcOrd="1" destOrd="0" parTransId="{9F6A8EF5-4555-486A-B8EE-8DA4B8B434F2}" sibTransId="{16456446-F58A-47AB-99BE-30A021E6BD52}"/>
    <dgm:cxn modelId="{B833053B-F409-4A25-81E3-D4307C3B0BD2}" srcId="{D343C9B0-8913-49D5-B8FE-C25EFBC82CEA}" destId="{0FDEC039-2697-471B-AB2E-AE474935DC3E}" srcOrd="2" destOrd="0" parTransId="{42CBC086-5A0B-44D8-B743-7B439379591C}" sibTransId="{422DC303-1EC4-4A9E-8181-EC5A64D1A1C5}"/>
    <dgm:cxn modelId="{82E3B83F-5D35-46D9-B4CC-9A0991314A07}" type="presOf" srcId="{71874AE5-9969-4FB4-BDD1-E15CA35F3747}" destId="{A000DB03-82B2-4F62-838C-C0A33F579BB1}" srcOrd="0" destOrd="4" presId="urn:microsoft.com/office/officeart/2005/8/layout/hList1"/>
    <dgm:cxn modelId="{2B681B5D-5C84-49B9-A192-F73D2FAF5071}" srcId="{5F17376D-E9FD-4A71-9D29-B92FDA184DC5}" destId="{017F538A-8A2D-48D7-AE16-40814CCBB442}" srcOrd="1" destOrd="0" parTransId="{04D32E78-77B6-47EA-BECD-826C46A02528}" sibTransId="{76DDCB33-98E6-40A7-AAAB-2ECE95DB0B0D}"/>
    <dgm:cxn modelId="{8E123F5F-BD85-4530-B729-240D2E9C8FD5}" type="presOf" srcId="{017F538A-8A2D-48D7-AE16-40814CCBB442}" destId="{9423295E-05A7-4491-8AD6-0941C0EEA143}" srcOrd="0" destOrd="2" presId="urn:microsoft.com/office/officeart/2005/8/layout/hList1"/>
    <dgm:cxn modelId="{A40DB760-6688-4B78-841B-0BE47D0969A6}" type="presOf" srcId="{CE143D8E-4B46-4BDC-81D3-3512B30B7ED2}" destId="{9423295E-05A7-4491-8AD6-0941C0EEA143}" srcOrd="0" destOrd="4" presId="urn:microsoft.com/office/officeart/2005/8/layout/hList1"/>
    <dgm:cxn modelId="{65752462-FFBF-4DFD-A346-D868E8A1DA46}" type="presOf" srcId="{0FDEC039-2697-471B-AB2E-AE474935DC3E}" destId="{21A73B22-0608-4C47-A2EB-92B3AACCAD6E}" srcOrd="0" destOrd="2" presId="urn:microsoft.com/office/officeart/2005/8/layout/hList1"/>
    <dgm:cxn modelId="{26C1B249-F4D8-484C-9883-6521974406E7}" type="presOf" srcId="{4491A31E-F0D2-479C-BE4D-0A64B3FCC4B1}" destId="{2AE7D6A3-6F63-43B2-8380-2B34EC4E039B}" srcOrd="0" destOrd="5" presId="urn:microsoft.com/office/officeart/2005/8/layout/hList1"/>
    <dgm:cxn modelId="{3DA1B66B-286F-40D7-87C7-D0709BF0617C}" srcId="{CE143D8E-4B46-4BDC-81D3-3512B30B7ED2}" destId="{5C3BFB6B-5773-4ECF-B092-F799CA80B65B}" srcOrd="1" destOrd="0" parTransId="{C6CB5030-146E-4115-826D-7B3D2474E3A4}" sibTransId="{8B36459B-FFDD-47F0-B8A6-F623518424F4}"/>
    <dgm:cxn modelId="{5E0E206D-D0B3-487A-A0D2-603C338DE72E}" type="presOf" srcId="{4731C211-2626-4167-A7D4-FF0188FD7829}" destId="{9423295E-05A7-4491-8AD6-0941C0EEA143}" srcOrd="0" destOrd="5" presId="urn:microsoft.com/office/officeart/2005/8/layout/hList1"/>
    <dgm:cxn modelId="{E8216A6E-8EE3-4C95-BD54-20D70E0AE27D}" srcId="{807C8BED-F1C0-4887-8F0B-CC6415C60705}" destId="{FA6079A7-3DAC-42A0-8C0D-5210433DD12A}" srcOrd="3" destOrd="0" parTransId="{A53ADE53-19F5-4F0A-8C38-F13E35DF10B8}" sibTransId="{7194EFBE-2300-4D21-A364-0A67F6C2D1CD}"/>
    <dgm:cxn modelId="{D645A34F-2A6F-4EC7-9927-E44FD01CA556}" type="presOf" srcId="{EE3585EF-B0C7-4C9B-996A-5F70CEAB0759}" destId="{A000DB03-82B2-4F62-838C-C0A33F579BB1}" srcOrd="0" destOrd="0" presId="urn:microsoft.com/office/officeart/2005/8/layout/hList1"/>
    <dgm:cxn modelId="{A4E14F70-1D8B-432E-882F-71A2A69EE2CA}" srcId="{F5BC04F6-001E-47F8-8236-FF1DEA77565D}" destId="{5F17376D-E9FD-4A71-9D29-B92FDA184DC5}" srcOrd="2" destOrd="0" parTransId="{2A5863CB-F9CF-434D-A5C5-CB080F2948D2}" sibTransId="{0AB0F52B-D3D9-4197-9741-99C7E9AF4A3F}"/>
    <dgm:cxn modelId="{4C218750-EA24-47B2-A9BD-8F4FC4318AC3}" srcId="{D343C9B0-8913-49D5-B8FE-C25EFBC82CEA}" destId="{95ACC1F1-3EFB-4546-BBE7-0A01D037622D}" srcOrd="1" destOrd="0" parTransId="{748F6FF4-C138-42D2-BC43-EC5ECDDC08C8}" sibTransId="{A332411F-1509-4C58-A356-4A1C604A86D5}"/>
    <dgm:cxn modelId="{28B2AA71-5F40-4A7F-9775-6E8676D6D2B8}" srcId="{71874AE5-9969-4FB4-BDD1-E15CA35F3747}" destId="{A9BD3565-B7FE-4B87-B41E-43AC7BDEDC4D}" srcOrd="2" destOrd="0" parTransId="{7B99ACC4-3F62-4B68-8A4C-B14ECD4D2EE8}" sibTransId="{07FC90E7-46B3-4E0F-B786-EF0B981B26E8}"/>
    <dgm:cxn modelId="{B34FD172-51C0-4091-BF93-6B8D9B39AA2C}" type="presOf" srcId="{5F17376D-E9FD-4A71-9D29-B92FDA184DC5}" destId="{351E5CA9-CA36-42E5-AE79-FA401F2034C9}" srcOrd="0" destOrd="0" presId="urn:microsoft.com/office/officeart/2005/8/layout/hList1"/>
    <dgm:cxn modelId="{9ADBF952-C166-4B68-AB21-C299E804F789}" srcId="{D343C9B0-8913-49D5-B8FE-C25EFBC82CEA}" destId="{038EB9B9-3BBF-4268-893E-C3D766FA3EB3}" srcOrd="0" destOrd="0" parTransId="{59EE2E14-B0CB-41F4-B743-DEDC92D0C595}" sibTransId="{DFDE97F8-350C-4BD9-A318-D4A837A04D30}"/>
    <dgm:cxn modelId="{0A230C54-3775-4EA9-A752-03FA68ED262F}" srcId="{EE3585EF-B0C7-4C9B-996A-5F70CEAB0759}" destId="{7768B0A5-E3B0-460E-8025-3444BAF18DEA}" srcOrd="0" destOrd="0" parTransId="{EFE59FB5-A7D5-4D26-9D32-20E6C0456B04}" sibTransId="{3AC82542-FA44-4A65-80B6-E1C703DF72C2}"/>
    <dgm:cxn modelId="{0F000F75-F15B-402C-8424-9432F2F36BBE}" srcId="{856BF028-1371-4F0E-A479-68D40B13743B}" destId="{EE3585EF-B0C7-4C9B-996A-5F70CEAB0759}" srcOrd="0" destOrd="0" parTransId="{1114FB05-C077-4116-80E7-943F9B6B1C1B}" sibTransId="{4C758CC5-D1BC-4622-93BB-C894C137B4EA}"/>
    <dgm:cxn modelId="{EF6BAF75-993F-41E6-A85E-CE315EE24402}" type="presOf" srcId="{1229106E-AFE0-4F7A-8934-0746F21F0E12}" destId="{2AE7D6A3-6F63-43B2-8380-2B34EC4E039B}" srcOrd="0" destOrd="4" presId="urn:microsoft.com/office/officeart/2005/8/layout/hList1"/>
    <dgm:cxn modelId="{FC3ABC75-B920-43FC-B7A2-BCCBC70AC63C}" srcId="{5F17376D-E9FD-4A71-9D29-B92FDA184DC5}" destId="{1AB23D0A-21B0-4180-B541-BE40EDF13437}" srcOrd="0" destOrd="0" parTransId="{EE73CD4A-F962-4B08-8E56-FB189404860B}" sibTransId="{DA6FD78E-B875-4101-8ED5-632A88FFC56C}"/>
    <dgm:cxn modelId="{E87DBC76-3ED6-4F6F-A986-EB529540C2F3}" srcId="{1AB23D0A-21B0-4180-B541-BE40EDF13437}" destId="{775792A2-0F95-4838-AE11-E4CAE6D02288}" srcOrd="0" destOrd="0" parTransId="{4BBD7A69-56F5-49C6-9DF1-B75929B7FAE6}" sibTransId="{CEAF44A0-ACDF-48DE-ACCF-AFC59FA5DD0A}"/>
    <dgm:cxn modelId="{BD917B57-5CAB-4F61-A308-A30800D2F6DF}" srcId="{F5BC04F6-001E-47F8-8236-FF1DEA77565D}" destId="{65E7E7B7-F516-4D5D-9F83-8FFA8A14D027}" srcOrd="0" destOrd="0" parTransId="{4C8F4FAF-35FD-4965-B769-45F2ADD8D5F6}" sibTransId="{A7A09E14-3B41-4791-B1D4-33BCA58EDF9F}"/>
    <dgm:cxn modelId="{24BCDF59-7A8E-4E81-9149-45A097F6649A}" type="presOf" srcId="{FA6079A7-3DAC-42A0-8C0D-5210433DD12A}" destId="{2AE7D6A3-6F63-43B2-8380-2B34EC4E039B}" srcOrd="0" destOrd="6" presId="urn:microsoft.com/office/officeart/2005/8/layout/hList1"/>
    <dgm:cxn modelId="{62F2AE8E-0689-4A6E-9D06-49A042983615}" type="presOf" srcId="{D343C9B0-8913-49D5-B8FE-C25EFBC82CEA}" destId="{1BC6050B-FFBE-4181-8531-3DDCCE67BAB9}" srcOrd="0" destOrd="0" presId="urn:microsoft.com/office/officeart/2005/8/layout/hList1"/>
    <dgm:cxn modelId="{6781148F-A485-409C-AD28-4E3C35E71A37}" type="presOf" srcId="{FE104D93-1DA5-4B41-9DA4-1D09F82A1FDE}" destId="{2AE7D6A3-6F63-43B2-8380-2B34EC4E039B}" srcOrd="0" destOrd="0" presId="urn:microsoft.com/office/officeart/2005/8/layout/hList1"/>
    <dgm:cxn modelId="{D795F891-D552-4DF0-945A-CBD85891C018}" srcId="{65E7E7B7-F516-4D5D-9F83-8FFA8A14D027}" destId="{FE104D93-1DA5-4B41-9DA4-1D09F82A1FDE}" srcOrd="0" destOrd="0" parTransId="{2BD0BC9D-FE8B-4FA1-A2F6-A9D4198422B5}" sibTransId="{8446DA0D-F400-4967-879C-E253085CA2E7}"/>
    <dgm:cxn modelId="{CEC132A0-5BC5-4875-9AA6-DFD3D7729940}" type="presOf" srcId="{65E7E7B7-F516-4D5D-9F83-8FFA8A14D027}" destId="{564F70C3-CA16-4D6F-9FEA-F1F8CDA9DE36}" srcOrd="0" destOrd="0" presId="urn:microsoft.com/office/officeart/2005/8/layout/hList1"/>
    <dgm:cxn modelId="{DF86C9A6-38C7-4400-AFC5-51660912AF37}" srcId="{F5BC04F6-001E-47F8-8236-FF1DEA77565D}" destId="{D343C9B0-8913-49D5-B8FE-C25EFBC82CEA}" srcOrd="3" destOrd="0" parTransId="{F2C708DE-6868-4D71-A7D3-1F4933CD7B0D}" sibTransId="{9FDF55A9-4892-47EB-A2B2-EDAC1B59BDB6}"/>
    <dgm:cxn modelId="{3D34A2AE-3FC1-4EAE-A223-79EC2FEE5CF9}" type="presOf" srcId="{807C8BED-F1C0-4887-8F0B-CC6415C60705}" destId="{2AE7D6A3-6F63-43B2-8380-2B34EC4E039B}" srcOrd="0" destOrd="2" presId="urn:microsoft.com/office/officeart/2005/8/layout/hList1"/>
    <dgm:cxn modelId="{C98CA4B0-69E3-476F-8EDA-9BD6477026C9}" srcId="{CE143D8E-4B46-4BDC-81D3-3512B30B7ED2}" destId="{4731C211-2626-4167-A7D4-FF0188FD7829}" srcOrd="0" destOrd="0" parTransId="{722342FC-B46D-46FB-ACF0-D3511CB7A073}" sibTransId="{4B3A7BAC-2F49-430B-B1FF-B46F258D7AD5}"/>
    <dgm:cxn modelId="{0EBA1ABA-151E-4F22-84F6-841B61E51D8D}" type="presOf" srcId="{33048AC5-4B3D-4DD1-BB72-9AECC1EE50D9}" destId="{1512BFA2-259A-4BF9-B98A-B29ACE3DBA1B}" srcOrd="0" destOrd="0" presId="urn:microsoft.com/office/officeart/2005/8/layout/hList1"/>
    <dgm:cxn modelId="{BD43B9BB-8FF0-4261-AA18-CB2E9809F20D}" type="presOf" srcId="{95ACC1F1-3EFB-4546-BBE7-0A01D037622D}" destId="{21A73B22-0608-4C47-A2EB-92B3AACCAD6E}" srcOrd="0" destOrd="1" presId="urn:microsoft.com/office/officeart/2005/8/layout/hList1"/>
    <dgm:cxn modelId="{3A2579BD-40F7-4DFF-9B22-BD0AE980F084}" srcId="{71874AE5-9969-4FB4-BDD1-E15CA35F3747}" destId="{C860F6FC-9100-4B37-919D-5620D7AD96AA}" srcOrd="0" destOrd="0" parTransId="{2220687F-4512-4AE0-B689-6D4351E8D29A}" sibTransId="{2372CEF0-5A4F-4D3E-9442-2C15448F6560}"/>
    <dgm:cxn modelId="{330D5DBE-45D0-4D68-B362-E53DCF7FDAC1}" srcId="{CE143D8E-4B46-4BDC-81D3-3512B30B7ED2}" destId="{D82F8289-341C-43D3-8100-C8C6C4667956}" srcOrd="2" destOrd="0" parTransId="{CBB939AE-10EE-4143-89B8-D5CDB2D97178}" sibTransId="{B408DAF9-7988-46B9-9D37-6364008DC37F}"/>
    <dgm:cxn modelId="{352528CB-3EB1-4B47-8699-4135E68F8FA6}" srcId="{017F538A-8A2D-48D7-AE16-40814CCBB442}" destId="{C374FEAE-F28A-49EE-B6F8-DB23115DFC47}" srcOrd="0" destOrd="0" parTransId="{7AECAFF1-C7B8-4D96-9E74-831B5D8E7CE7}" sibTransId="{15659B6C-39D3-4222-88BB-3ACF43844FEA}"/>
    <dgm:cxn modelId="{83BE95D2-0282-493F-B82B-4109CECE0954}" type="presOf" srcId="{C860F6FC-9100-4B37-919D-5620D7AD96AA}" destId="{A000DB03-82B2-4F62-838C-C0A33F579BB1}" srcOrd="0" destOrd="5" presId="urn:microsoft.com/office/officeart/2005/8/layout/hList1"/>
    <dgm:cxn modelId="{C32D75DE-7908-4E06-89D8-B0704D85F6AA}" type="presOf" srcId="{792DA8A1-8C80-4161-ADCC-E2259C9DD758}" destId="{2AE7D6A3-6F63-43B2-8380-2B34EC4E039B}" srcOrd="0" destOrd="1" presId="urn:microsoft.com/office/officeart/2005/8/layout/hList1"/>
    <dgm:cxn modelId="{676BC6DE-C37E-45F9-B682-2C6FA4E8B01D}" type="presOf" srcId="{4B00D9DE-DE8A-4349-9273-AABEA2D72502}" destId="{21A73B22-0608-4C47-A2EB-92B3AACCAD6E}" srcOrd="0" destOrd="3" presId="urn:microsoft.com/office/officeart/2005/8/layout/hList1"/>
    <dgm:cxn modelId="{442503E0-B1F5-4A4C-B473-FA04838F5AE4}" srcId="{65E7E7B7-F516-4D5D-9F83-8FFA8A14D027}" destId="{807C8BED-F1C0-4887-8F0B-CC6415C60705}" srcOrd="2" destOrd="0" parTransId="{BF4D6B9F-1773-4613-9781-43B2D9C8A94B}" sibTransId="{41A0C0D5-665D-49BE-8D3E-716A5AC557A0}"/>
    <dgm:cxn modelId="{61382BE3-170F-4599-AF34-0873715F97DF}" srcId="{71874AE5-9969-4FB4-BDD1-E15CA35F3747}" destId="{B758E99B-341B-4745-BDCB-B18BD563E99E}" srcOrd="1" destOrd="0" parTransId="{6BF81066-2E3C-4EDE-B44E-29ECE66F58AA}" sibTransId="{B8C459AF-74AA-4BCA-982C-59EE37EC43D3}"/>
    <dgm:cxn modelId="{CB22DEE4-0E86-4F37-BEAE-667424568EDC}" srcId="{F5BC04F6-001E-47F8-8236-FF1DEA77565D}" destId="{856BF028-1371-4F0E-A479-68D40B13743B}" srcOrd="1" destOrd="0" parTransId="{BB3264AE-74C5-4CA3-AD19-DC5CE4504593}" sibTransId="{888CD7F9-9683-4F99-ABA4-97FEF0F70FC0}"/>
    <dgm:cxn modelId="{BD6E12E5-A399-4309-923A-87FD7733A25C}" type="presOf" srcId="{D82F8289-341C-43D3-8100-C8C6C4667956}" destId="{9423295E-05A7-4491-8AD6-0941C0EEA143}" srcOrd="0" destOrd="7" presId="urn:microsoft.com/office/officeart/2005/8/layout/hList1"/>
    <dgm:cxn modelId="{A40847E6-5442-4ED9-BEC8-CAEF89BA6177}" srcId="{807C8BED-F1C0-4887-8F0B-CC6415C60705}" destId="{7AC2453D-C094-4645-84F2-D1B47DFD9239}" srcOrd="0" destOrd="0" parTransId="{E6088E8D-0828-4CC3-AA63-B5822BCDBE1F}" sibTransId="{55A0D14A-A50B-49AC-943C-8055477682D0}"/>
    <dgm:cxn modelId="{5A123DEE-FC1B-4177-8B60-8504BD7764C5}" srcId="{5F17376D-E9FD-4A71-9D29-B92FDA184DC5}" destId="{CE143D8E-4B46-4BDC-81D3-3512B30B7ED2}" srcOrd="2" destOrd="0" parTransId="{6672B2C7-A2A8-4AB0-B5DF-7F56865F4084}" sibTransId="{1DDF7070-A85F-46BF-A9B9-18416E1D5B37}"/>
    <dgm:cxn modelId="{CF1C68F1-CAAA-4066-B49B-57E52E40A932}" type="presOf" srcId="{775792A2-0F95-4838-AE11-E4CAE6D02288}" destId="{9423295E-05A7-4491-8AD6-0941C0EEA143}" srcOrd="0" destOrd="1" presId="urn:microsoft.com/office/officeart/2005/8/layout/hList1"/>
    <dgm:cxn modelId="{142884F3-5ACF-4963-8E9C-B7B663797341}" type="presOf" srcId="{856BF028-1371-4F0E-A479-68D40B13743B}" destId="{502544AB-0664-4FC6-B775-AA041F809F37}" srcOrd="0" destOrd="0" presId="urn:microsoft.com/office/officeart/2005/8/layout/hList1"/>
    <dgm:cxn modelId="{BCFAB7F7-E66A-46C1-B0A6-71E2981A52CB}" srcId="{D343C9B0-8913-49D5-B8FE-C25EFBC82CEA}" destId="{4B00D9DE-DE8A-4349-9273-AABEA2D72502}" srcOrd="3" destOrd="0" parTransId="{9F24CD63-4EF5-485C-8CE1-9E18DB870ABC}" sibTransId="{BB361700-3779-40BB-A625-113EFD694696}"/>
    <dgm:cxn modelId="{F0EEDDF7-3BF6-4C87-82FB-E0F8E03F5C33}" srcId="{807C8BED-F1C0-4887-8F0B-CC6415C60705}" destId="{4491A31E-F0D2-479C-BE4D-0A64B3FCC4B1}" srcOrd="2" destOrd="0" parTransId="{4A49763A-6E05-448B-AE97-5D9477B80E67}" sibTransId="{F3A232D4-CD8A-4C96-B0BF-8F0EE49709A8}"/>
    <dgm:cxn modelId="{A3E2E2F7-E7E3-4B9E-AF7F-CFA0655BE5B0}" type="presOf" srcId="{A9BD3565-B7FE-4B87-B41E-43AC7BDEDC4D}" destId="{A000DB03-82B2-4F62-838C-C0A33F579BB1}" srcOrd="0" destOrd="7" presId="urn:microsoft.com/office/officeart/2005/8/layout/hList1"/>
    <dgm:cxn modelId="{35E2D0F8-62F5-43E4-B568-0E343E865428}" srcId="{33048AC5-4B3D-4DD1-BB72-9AECC1EE50D9}" destId="{1A3FF19E-FDCD-4914-9DD0-58DA57E6A38F}" srcOrd="0" destOrd="0" parTransId="{70B14F2B-B1F0-4C22-8301-CEA8C720BFFC}" sibTransId="{1B262293-EE84-488D-BCD7-B55F0C6AAB8E}"/>
    <dgm:cxn modelId="{C1EC2AFC-367D-4FB4-83A1-619A49F697F1}" type="presOf" srcId="{B758E99B-341B-4745-BDCB-B18BD563E99E}" destId="{A000DB03-82B2-4F62-838C-C0A33F579BB1}" srcOrd="0" destOrd="6" presId="urn:microsoft.com/office/officeart/2005/8/layout/hList1"/>
    <dgm:cxn modelId="{A8AE62FC-C6C1-45F0-9480-2195AF9B6058}" srcId="{F5BC04F6-001E-47F8-8236-FF1DEA77565D}" destId="{33048AC5-4B3D-4DD1-BB72-9AECC1EE50D9}" srcOrd="4" destOrd="0" parTransId="{B7DB3CD8-B345-4617-B5ED-4DD7772AB565}" sibTransId="{7B4AA2DE-E97D-4C0C-8FB1-FC746D483874}"/>
    <dgm:cxn modelId="{D0BB8B79-1530-449D-9D42-56B8E8138F9B}" type="presParOf" srcId="{675EE449-1DDE-48F5-810B-3D22771FE9C3}" destId="{6605F2C8-25A1-4E8C-B8F0-9D4D9684A191}" srcOrd="0" destOrd="0" presId="urn:microsoft.com/office/officeart/2005/8/layout/hList1"/>
    <dgm:cxn modelId="{7A2EB842-2124-49B8-80C3-2E39C1E000D8}" type="presParOf" srcId="{6605F2C8-25A1-4E8C-B8F0-9D4D9684A191}" destId="{564F70C3-CA16-4D6F-9FEA-F1F8CDA9DE36}" srcOrd="0" destOrd="0" presId="urn:microsoft.com/office/officeart/2005/8/layout/hList1"/>
    <dgm:cxn modelId="{74581CEC-FB7E-4AD6-A9E7-2AE972869EC0}" type="presParOf" srcId="{6605F2C8-25A1-4E8C-B8F0-9D4D9684A191}" destId="{2AE7D6A3-6F63-43B2-8380-2B34EC4E039B}" srcOrd="1" destOrd="0" presId="urn:microsoft.com/office/officeart/2005/8/layout/hList1"/>
    <dgm:cxn modelId="{98DBEBFF-D9EF-445C-B880-296E202AE546}" type="presParOf" srcId="{675EE449-1DDE-48F5-810B-3D22771FE9C3}" destId="{682B490B-2DCB-4487-AECB-86A9FD7FEE2B}" srcOrd="1" destOrd="0" presId="urn:microsoft.com/office/officeart/2005/8/layout/hList1"/>
    <dgm:cxn modelId="{BD181EE0-A6D6-4D39-8616-D364D2D1AAB2}" type="presParOf" srcId="{675EE449-1DDE-48F5-810B-3D22771FE9C3}" destId="{9E93E3FF-5B82-4F3D-B77C-80DA62F4C36A}" srcOrd="2" destOrd="0" presId="urn:microsoft.com/office/officeart/2005/8/layout/hList1"/>
    <dgm:cxn modelId="{FB984DE8-1CBD-4F41-B971-5DC262260744}" type="presParOf" srcId="{9E93E3FF-5B82-4F3D-B77C-80DA62F4C36A}" destId="{502544AB-0664-4FC6-B775-AA041F809F37}" srcOrd="0" destOrd="0" presId="urn:microsoft.com/office/officeart/2005/8/layout/hList1"/>
    <dgm:cxn modelId="{E747B398-6470-4D47-A8B6-1846E5721B19}" type="presParOf" srcId="{9E93E3FF-5B82-4F3D-B77C-80DA62F4C36A}" destId="{A000DB03-82B2-4F62-838C-C0A33F579BB1}" srcOrd="1" destOrd="0" presId="urn:microsoft.com/office/officeart/2005/8/layout/hList1"/>
    <dgm:cxn modelId="{3DBF73A9-1746-4C7A-AD9C-9DF18B4DE225}" type="presParOf" srcId="{675EE449-1DDE-48F5-810B-3D22771FE9C3}" destId="{182E335D-7F53-40D9-8594-FAFC5CAD32D7}" srcOrd="3" destOrd="0" presId="urn:microsoft.com/office/officeart/2005/8/layout/hList1"/>
    <dgm:cxn modelId="{07476487-CE98-4377-B609-1DB8B06ECBC2}" type="presParOf" srcId="{675EE449-1DDE-48F5-810B-3D22771FE9C3}" destId="{CB65C313-000A-4564-9E9D-8325F2641F1A}" srcOrd="4" destOrd="0" presId="urn:microsoft.com/office/officeart/2005/8/layout/hList1"/>
    <dgm:cxn modelId="{28FA4BBB-D0AA-4243-AE52-FA48AA2108FF}" type="presParOf" srcId="{CB65C313-000A-4564-9E9D-8325F2641F1A}" destId="{351E5CA9-CA36-42E5-AE79-FA401F2034C9}" srcOrd="0" destOrd="0" presId="urn:microsoft.com/office/officeart/2005/8/layout/hList1"/>
    <dgm:cxn modelId="{242D55BC-02D8-4EED-B4AC-061FB4DABB9B}" type="presParOf" srcId="{CB65C313-000A-4564-9E9D-8325F2641F1A}" destId="{9423295E-05A7-4491-8AD6-0941C0EEA143}" srcOrd="1" destOrd="0" presId="urn:microsoft.com/office/officeart/2005/8/layout/hList1"/>
    <dgm:cxn modelId="{35AC63A6-45CA-44AA-A519-8B4CF5DC65A1}" type="presParOf" srcId="{675EE449-1DDE-48F5-810B-3D22771FE9C3}" destId="{57B7D06D-46CB-46E9-ABE0-F3C7A4358BDB}" srcOrd="5" destOrd="0" presId="urn:microsoft.com/office/officeart/2005/8/layout/hList1"/>
    <dgm:cxn modelId="{91CE5937-531F-41EA-9B8B-B2AF0812D54B}" type="presParOf" srcId="{675EE449-1DDE-48F5-810B-3D22771FE9C3}" destId="{278CD9D5-7113-4AB7-9633-E2ED5F5E60DF}" srcOrd="6" destOrd="0" presId="urn:microsoft.com/office/officeart/2005/8/layout/hList1"/>
    <dgm:cxn modelId="{F307D603-85D2-4328-AEEB-D10EB55F5771}" type="presParOf" srcId="{278CD9D5-7113-4AB7-9633-E2ED5F5E60DF}" destId="{1BC6050B-FFBE-4181-8531-3DDCCE67BAB9}" srcOrd="0" destOrd="0" presId="urn:microsoft.com/office/officeart/2005/8/layout/hList1"/>
    <dgm:cxn modelId="{F12B175D-3C91-4DA7-9E8F-7458EDCBBB5B}" type="presParOf" srcId="{278CD9D5-7113-4AB7-9633-E2ED5F5E60DF}" destId="{21A73B22-0608-4C47-A2EB-92B3AACCAD6E}" srcOrd="1" destOrd="0" presId="urn:microsoft.com/office/officeart/2005/8/layout/hList1"/>
    <dgm:cxn modelId="{61D46ACE-0CBD-46B9-8C43-C35D08BE6442}" type="presParOf" srcId="{675EE449-1DDE-48F5-810B-3D22771FE9C3}" destId="{7D952E59-085C-4DC7-80D6-A51A126436C9}" srcOrd="7" destOrd="0" presId="urn:microsoft.com/office/officeart/2005/8/layout/hList1"/>
    <dgm:cxn modelId="{689760D9-4CCD-480A-967E-0713769210C2}" type="presParOf" srcId="{675EE449-1DDE-48F5-810B-3D22771FE9C3}" destId="{5FFAB37D-5462-4573-9F36-B191F7FBE638}" srcOrd="8" destOrd="0" presId="urn:microsoft.com/office/officeart/2005/8/layout/hList1"/>
    <dgm:cxn modelId="{99907FC2-B64A-4BBF-BDC4-00F8521BD4BE}" type="presParOf" srcId="{5FFAB37D-5462-4573-9F36-B191F7FBE638}" destId="{1512BFA2-259A-4BF9-B98A-B29ACE3DBA1B}" srcOrd="0" destOrd="0" presId="urn:microsoft.com/office/officeart/2005/8/layout/hList1"/>
    <dgm:cxn modelId="{4EF3B872-0CF4-41B6-8AE2-9747931AACF2}" type="presParOf" srcId="{5FFAB37D-5462-4573-9F36-B191F7FBE638}" destId="{CECA5ED4-52DF-4878-9A48-EB6037E5E2A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7376462-371F-44BF-9C77-BC3653E207B4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40A7578-55E8-4636-8996-75FD37042BB2}">
      <dgm:prSet phldrT="[Text]"/>
      <dgm:spPr/>
      <dgm:t>
        <a:bodyPr/>
        <a:lstStyle/>
        <a:p>
          <a:r>
            <a:rPr lang="en-US" b="1"/>
            <a:t>Objective</a:t>
          </a:r>
          <a:endParaRPr lang="en-US"/>
        </a:p>
      </dgm:t>
    </dgm:pt>
    <dgm:pt modelId="{687D7166-585E-4087-9848-F06FE9A6B1CD}" type="parTrans" cxnId="{C07AD743-EA60-4299-BCCB-0E723E46C5ED}">
      <dgm:prSet/>
      <dgm:spPr/>
      <dgm:t>
        <a:bodyPr/>
        <a:lstStyle/>
        <a:p>
          <a:endParaRPr lang="en-US"/>
        </a:p>
      </dgm:t>
    </dgm:pt>
    <dgm:pt modelId="{D66BA68E-B018-4A08-949F-6E237DD8592A}" type="sibTrans" cxnId="{C07AD743-EA60-4299-BCCB-0E723E46C5ED}">
      <dgm:prSet/>
      <dgm:spPr/>
      <dgm:t>
        <a:bodyPr/>
        <a:lstStyle/>
        <a:p>
          <a:endParaRPr lang="en-US"/>
        </a:p>
      </dgm:t>
    </dgm:pt>
    <dgm:pt modelId="{B65523F0-63E9-4C73-B27F-2FDF2F8D1F74}">
      <dgm:prSet/>
      <dgm:spPr/>
      <dgm:t>
        <a:bodyPr/>
        <a:lstStyle/>
        <a:p>
          <a:r>
            <a:rPr lang="en-US" dirty="0"/>
            <a:t>Determine whether unusual wine observations exist within the dataset and evaluate how different anomaly-detection techniques characterize rare wine chemistry profiles.</a:t>
          </a:r>
        </a:p>
      </dgm:t>
    </dgm:pt>
    <dgm:pt modelId="{112294E2-B1EC-4F7D-8803-F5D3A56BD817}" type="parTrans" cxnId="{B2FBD2CE-4F07-48D9-8CD4-090D41CFB1B4}">
      <dgm:prSet/>
      <dgm:spPr/>
      <dgm:t>
        <a:bodyPr/>
        <a:lstStyle/>
        <a:p>
          <a:endParaRPr lang="en-US"/>
        </a:p>
      </dgm:t>
    </dgm:pt>
    <dgm:pt modelId="{D4472ECD-F0D2-45C2-B79E-F433AA1300B0}" type="sibTrans" cxnId="{B2FBD2CE-4F07-48D9-8CD4-090D41CFB1B4}">
      <dgm:prSet/>
      <dgm:spPr/>
      <dgm:t>
        <a:bodyPr/>
        <a:lstStyle/>
        <a:p>
          <a:endParaRPr lang="en-US"/>
        </a:p>
      </dgm:t>
    </dgm:pt>
    <dgm:pt modelId="{CCE89C99-DAA8-47F6-975D-FA05740644A6}">
      <dgm:prSet/>
      <dgm:spPr/>
      <dgm:t>
        <a:bodyPr/>
        <a:lstStyle/>
        <a:p>
          <a:r>
            <a:rPr lang="en-US" b="1"/>
            <a:t>Isolation Forest</a:t>
          </a:r>
        </a:p>
      </dgm:t>
    </dgm:pt>
    <dgm:pt modelId="{6C3B77E5-D5C9-4FF7-A6FF-68C5109D37E9}" type="parTrans" cxnId="{E67257C4-3F49-405F-99BB-98A48DB83160}">
      <dgm:prSet/>
      <dgm:spPr/>
      <dgm:t>
        <a:bodyPr/>
        <a:lstStyle/>
        <a:p>
          <a:endParaRPr lang="en-US"/>
        </a:p>
      </dgm:t>
    </dgm:pt>
    <dgm:pt modelId="{D5FCBB0D-C932-450D-9495-B63DC4F31E4F}" type="sibTrans" cxnId="{E67257C4-3F49-405F-99BB-98A48DB83160}">
      <dgm:prSet/>
      <dgm:spPr/>
      <dgm:t>
        <a:bodyPr/>
        <a:lstStyle/>
        <a:p>
          <a:endParaRPr lang="en-US"/>
        </a:p>
      </dgm:t>
    </dgm:pt>
    <dgm:pt modelId="{485E416B-D25B-46C2-9A4D-3F4278D5B9B5}">
      <dgm:prSet/>
      <dgm:spPr/>
      <dgm:t>
        <a:bodyPr/>
        <a:lstStyle/>
        <a:p>
          <a:r>
            <a:rPr lang="en-US" dirty="0"/>
            <a:t>Focused on globally unusual wines</a:t>
          </a:r>
        </a:p>
      </dgm:t>
    </dgm:pt>
    <dgm:pt modelId="{993A5C44-394E-4DDB-B60D-FB1F92D963ED}" type="parTrans" cxnId="{AFE4EC3B-602D-4241-A9C7-90F1CE980566}">
      <dgm:prSet/>
      <dgm:spPr/>
      <dgm:t>
        <a:bodyPr/>
        <a:lstStyle/>
        <a:p>
          <a:endParaRPr lang="en-US"/>
        </a:p>
      </dgm:t>
    </dgm:pt>
    <dgm:pt modelId="{C33E305C-6E60-49EA-8B60-C24158411BC4}" type="sibTrans" cxnId="{AFE4EC3B-602D-4241-A9C7-90F1CE980566}">
      <dgm:prSet/>
      <dgm:spPr/>
      <dgm:t>
        <a:bodyPr/>
        <a:lstStyle/>
        <a:p>
          <a:endParaRPr lang="en-US"/>
        </a:p>
      </dgm:t>
    </dgm:pt>
    <dgm:pt modelId="{44D34423-026D-461F-83B5-FEF418BA25D3}">
      <dgm:prSet/>
      <dgm:spPr/>
      <dgm:t>
        <a:bodyPr/>
        <a:lstStyle/>
        <a:p>
          <a:r>
            <a:rPr lang="en-US" dirty="0"/>
            <a:t>Identified predominantly red wine anomalies</a:t>
          </a:r>
        </a:p>
      </dgm:t>
    </dgm:pt>
    <dgm:pt modelId="{A8CC9802-999F-4EA0-B05F-68A326769B45}" type="parTrans" cxnId="{6C944209-11D3-41FB-AAC2-C8590C320785}">
      <dgm:prSet/>
      <dgm:spPr/>
      <dgm:t>
        <a:bodyPr/>
        <a:lstStyle/>
        <a:p>
          <a:endParaRPr lang="en-US"/>
        </a:p>
      </dgm:t>
    </dgm:pt>
    <dgm:pt modelId="{C5B86776-3A76-4EBF-9B4D-CC76B8110453}" type="sibTrans" cxnId="{6C944209-11D3-41FB-AAC2-C8590C320785}">
      <dgm:prSet/>
      <dgm:spPr/>
      <dgm:t>
        <a:bodyPr/>
        <a:lstStyle/>
        <a:p>
          <a:endParaRPr lang="en-US"/>
        </a:p>
      </dgm:t>
    </dgm:pt>
    <dgm:pt modelId="{440EE465-2F75-4CBC-BF10-6BB52EC8E27B}">
      <dgm:prSet/>
      <dgm:spPr/>
      <dgm:t>
        <a:bodyPr/>
        <a:lstStyle/>
        <a:p>
          <a:r>
            <a:rPr lang="en-US" dirty="0"/>
            <a:t>Highlighted chemistry extremes</a:t>
          </a:r>
        </a:p>
      </dgm:t>
    </dgm:pt>
    <dgm:pt modelId="{14277F62-E26E-4EA0-968A-FC2FA2C213F5}" type="parTrans" cxnId="{D643A8DA-E81B-411C-9850-6D747E98AE41}">
      <dgm:prSet/>
      <dgm:spPr/>
      <dgm:t>
        <a:bodyPr/>
        <a:lstStyle/>
        <a:p>
          <a:endParaRPr lang="en-US"/>
        </a:p>
      </dgm:t>
    </dgm:pt>
    <dgm:pt modelId="{7B4EE988-C2A3-435B-8FB9-6C8D83941F8C}" type="sibTrans" cxnId="{D643A8DA-E81B-411C-9850-6D747E98AE41}">
      <dgm:prSet/>
      <dgm:spPr/>
      <dgm:t>
        <a:bodyPr/>
        <a:lstStyle/>
        <a:p>
          <a:endParaRPr lang="en-US"/>
        </a:p>
      </dgm:t>
    </dgm:pt>
    <dgm:pt modelId="{5BF12647-3DCA-4984-8CC2-1FB975541BE0}">
      <dgm:prSet/>
      <dgm:spPr/>
      <dgm:t>
        <a:bodyPr/>
        <a:lstStyle/>
        <a:p>
          <a:r>
            <a:rPr lang="en-US" dirty="0"/>
            <a:t>Most anomalies occurred along outer boundaries of feature space</a:t>
          </a:r>
        </a:p>
      </dgm:t>
    </dgm:pt>
    <dgm:pt modelId="{8DA64230-7B4B-4FE5-8A33-45FE79E66811}" type="parTrans" cxnId="{B1C77DC2-AE1F-428F-A6AE-D5BD3B06D231}">
      <dgm:prSet/>
      <dgm:spPr/>
      <dgm:t>
        <a:bodyPr/>
        <a:lstStyle/>
        <a:p>
          <a:endParaRPr lang="en-US"/>
        </a:p>
      </dgm:t>
    </dgm:pt>
    <dgm:pt modelId="{984D119D-79FE-4410-A7C2-0B4C2708DD8A}" type="sibTrans" cxnId="{B1C77DC2-AE1F-428F-A6AE-D5BD3B06D231}">
      <dgm:prSet/>
      <dgm:spPr/>
      <dgm:t>
        <a:bodyPr/>
        <a:lstStyle/>
        <a:p>
          <a:endParaRPr lang="en-US"/>
        </a:p>
      </dgm:t>
    </dgm:pt>
    <dgm:pt modelId="{584917AB-DF60-401F-BACF-183D176F53E3}">
      <dgm:prSet/>
      <dgm:spPr/>
      <dgm:t>
        <a:bodyPr/>
        <a:lstStyle/>
        <a:p>
          <a:r>
            <a:rPr lang="en-US" b="1"/>
            <a:t>Local Outlier Factor (LOF)</a:t>
          </a:r>
        </a:p>
      </dgm:t>
    </dgm:pt>
    <dgm:pt modelId="{D728FB4E-8238-4096-B82F-B9D824F8DA04}" type="parTrans" cxnId="{6E39F4E4-797D-426B-AEEF-F436C6799755}">
      <dgm:prSet/>
      <dgm:spPr/>
      <dgm:t>
        <a:bodyPr/>
        <a:lstStyle/>
        <a:p>
          <a:endParaRPr lang="en-US"/>
        </a:p>
      </dgm:t>
    </dgm:pt>
    <dgm:pt modelId="{06D8C5A5-FB16-49E4-AAA2-EABA6EFB421F}" type="sibTrans" cxnId="{6E39F4E4-797D-426B-AEEF-F436C6799755}">
      <dgm:prSet/>
      <dgm:spPr/>
      <dgm:t>
        <a:bodyPr/>
        <a:lstStyle/>
        <a:p>
          <a:endParaRPr lang="en-US"/>
        </a:p>
      </dgm:t>
    </dgm:pt>
    <dgm:pt modelId="{02817F52-77E0-448D-9B03-EEB0694458C8}">
      <dgm:prSet/>
      <dgm:spPr/>
      <dgm:t>
        <a:bodyPr/>
        <a:lstStyle/>
        <a:p>
          <a:r>
            <a:rPr lang="en-US" dirty="0"/>
            <a:t>Focused on locally unusual wines</a:t>
          </a:r>
        </a:p>
      </dgm:t>
    </dgm:pt>
    <dgm:pt modelId="{E340F516-29BC-46E3-8B49-BCD1B04440F0}" type="parTrans" cxnId="{08DBD7ED-30FE-46EE-A08A-B18CB2D2FAD0}">
      <dgm:prSet/>
      <dgm:spPr/>
      <dgm:t>
        <a:bodyPr/>
        <a:lstStyle/>
        <a:p>
          <a:endParaRPr lang="en-US"/>
        </a:p>
      </dgm:t>
    </dgm:pt>
    <dgm:pt modelId="{33AB7FD0-D9E0-4E26-A213-5A49530FEC80}" type="sibTrans" cxnId="{08DBD7ED-30FE-46EE-A08A-B18CB2D2FAD0}">
      <dgm:prSet/>
      <dgm:spPr/>
      <dgm:t>
        <a:bodyPr/>
        <a:lstStyle/>
        <a:p>
          <a:endParaRPr lang="en-US"/>
        </a:p>
      </dgm:t>
    </dgm:pt>
    <dgm:pt modelId="{37FCFB8F-8CE0-4DAF-AB47-44BB17AC3052}">
      <dgm:prSet/>
      <dgm:spPr/>
      <dgm:t>
        <a:bodyPr/>
        <a:lstStyle/>
        <a:p>
          <a:r>
            <a:rPr lang="en-US" dirty="0"/>
            <a:t>Identified predominantly white wine anomalies</a:t>
          </a:r>
        </a:p>
      </dgm:t>
    </dgm:pt>
    <dgm:pt modelId="{38DA0184-9A6D-43CC-8370-0279091F6BF1}" type="parTrans" cxnId="{3F893B60-3ADC-4431-B8A4-FDC688867F4F}">
      <dgm:prSet/>
      <dgm:spPr/>
      <dgm:t>
        <a:bodyPr/>
        <a:lstStyle/>
        <a:p>
          <a:endParaRPr lang="en-US"/>
        </a:p>
      </dgm:t>
    </dgm:pt>
    <dgm:pt modelId="{0BA10FFA-EE04-48FC-9F85-C21DF1E411C6}" type="sibTrans" cxnId="{3F893B60-3ADC-4431-B8A4-FDC688867F4F}">
      <dgm:prSet/>
      <dgm:spPr/>
      <dgm:t>
        <a:bodyPr/>
        <a:lstStyle/>
        <a:p>
          <a:endParaRPr lang="en-US"/>
        </a:p>
      </dgm:t>
    </dgm:pt>
    <dgm:pt modelId="{AE054E72-D4B0-4D6E-9877-860D46886EF7}">
      <dgm:prSet/>
      <dgm:spPr/>
      <dgm:t>
        <a:bodyPr/>
        <a:lstStyle/>
        <a:p>
          <a:r>
            <a:rPr lang="en-US" dirty="0"/>
            <a:t>Detected sparse neighborhood behavior</a:t>
          </a:r>
        </a:p>
      </dgm:t>
    </dgm:pt>
    <dgm:pt modelId="{3B3CE4F6-017B-4F5A-91ED-0B4C3E3BB10D}" type="parTrans" cxnId="{F27C96F9-9B01-479D-B834-4A55C52254BF}">
      <dgm:prSet/>
      <dgm:spPr/>
      <dgm:t>
        <a:bodyPr/>
        <a:lstStyle/>
        <a:p>
          <a:endParaRPr lang="en-US"/>
        </a:p>
      </dgm:t>
    </dgm:pt>
    <dgm:pt modelId="{8D47CE39-BDD4-437E-AB28-EDA7AB64EFDC}" type="sibTrans" cxnId="{F27C96F9-9B01-479D-B834-4A55C52254BF}">
      <dgm:prSet/>
      <dgm:spPr/>
      <dgm:t>
        <a:bodyPr/>
        <a:lstStyle/>
        <a:p>
          <a:endParaRPr lang="en-US"/>
        </a:p>
      </dgm:t>
    </dgm:pt>
    <dgm:pt modelId="{51B88C9F-117C-4704-B519-7C35AC80AB0E}">
      <dgm:prSet/>
      <dgm:spPr/>
      <dgm:t>
        <a:bodyPr/>
        <a:lstStyle/>
        <a:p>
          <a:r>
            <a:rPr lang="en-US" dirty="0"/>
            <a:t>Found unusual wines throughout feature space</a:t>
          </a:r>
        </a:p>
      </dgm:t>
    </dgm:pt>
    <dgm:pt modelId="{4499ADEF-BF77-4D13-A678-709583A723DA}" type="parTrans" cxnId="{E3586B9B-EF25-439E-A3AA-8C89F6BF43AA}">
      <dgm:prSet/>
      <dgm:spPr/>
      <dgm:t>
        <a:bodyPr/>
        <a:lstStyle/>
        <a:p>
          <a:endParaRPr lang="en-US"/>
        </a:p>
      </dgm:t>
    </dgm:pt>
    <dgm:pt modelId="{54D14508-E063-40E3-A531-DDBC513F82C6}" type="sibTrans" cxnId="{E3586B9B-EF25-439E-A3AA-8C89F6BF43AA}">
      <dgm:prSet/>
      <dgm:spPr/>
      <dgm:t>
        <a:bodyPr/>
        <a:lstStyle/>
        <a:p>
          <a:endParaRPr lang="en-US"/>
        </a:p>
      </dgm:t>
    </dgm:pt>
    <dgm:pt modelId="{B2C4EE22-7556-41E8-A482-8AEF7FDF5A99}">
      <dgm:prSet/>
      <dgm:spPr/>
      <dgm:t>
        <a:bodyPr/>
        <a:lstStyle/>
        <a:p>
          <a:r>
            <a:rPr lang="en-US" b="1"/>
            <a:t>Most Important Insight</a:t>
          </a:r>
        </a:p>
      </dgm:t>
    </dgm:pt>
    <dgm:pt modelId="{4F9BED4F-AA27-4655-844E-F72C9186B3C6}" type="parTrans" cxnId="{DB6A590E-D0D1-4FFD-BE78-1634E774988B}">
      <dgm:prSet/>
      <dgm:spPr/>
      <dgm:t>
        <a:bodyPr/>
        <a:lstStyle/>
        <a:p>
          <a:endParaRPr lang="en-US"/>
        </a:p>
      </dgm:t>
    </dgm:pt>
    <dgm:pt modelId="{0589FB1E-71B4-41F4-8842-335DAEAB4440}" type="sibTrans" cxnId="{DB6A590E-D0D1-4FFD-BE78-1634E774988B}">
      <dgm:prSet/>
      <dgm:spPr/>
      <dgm:t>
        <a:bodyPr/>
        <a:lstStyle/>
        <a:p>
          <a:endParaRPr lang="en-US"/>
        </a:p>
      </dgm:t>
    </dgm:pt>
    <dgm:pt modelId="{140B250F-4788-4539-AF6D-37A6463F4972}">
      <dgm:prSet/>
      <dgm:spPr/>
      <dgm:t>
        <a:bodyPr/>
        <a:lstStyle/>
        <a:p>
          <a:r>
            <a:rPr lang="en-US" dirty="0"/>
            <a:t>Global Anomalies ≠ Local Anomalies</a:t>
          </a:r>
        </a:p>
      </dgm:t>
    </dgm:pt>
    <dgm:pt modelId="{194961A3-20B9-4BB9-BB59-C0F3D554C505}" type="parTrans" cxnId="{366EB66A-F68E-48A1-996A-C4974272CAD9}">
      <dgm:prSet/>
      <dgm:spPr/>
      <dgm:t>
        <a:bodyPr/>
        <a:lstStyle/>
        <a:p>
          <a:endParaRPr lang="en-US"/>
        </a:p>
      </dgm:t>
    </dgm:pt>
    <dgm:pt modelId="{E1686C1F-48A7-4214-ABE7-88CD56A0D328}" type="sibTrans" cxnId="{366EB66A-F68E-48A1-996A-C4974272CAD9}">
      <dgm:prSet/>
      <dgm:spPr/>
      <dgm:t>
        <a:bodyPr/>
        <a:lstStyle/>
        <a:p>
          <a:endParaRPr lang="en-US"/>
        </a:p>
      </dgm:t>
    </dgm:pt>
    <dgm:pt modelId="{76B2EB24-6184-4D52-8D5C-819273B5601A}">
      <dgm:prSet/>
      <dgm:spPr/>
      <dgm:t>
        <a:bodyPr/>
        <a:lstStyle/>
        <a:p>
          <a:r>
            <a:rPr lang="en-US" dirty="0"/>
            <a:t>Only 36.09% of anomalies were identified by both methods.</a:t>
          </a:r>
        </a:p>
      </dgm:t>
    </dgm:pt>
    <dgm:pt modelId="{17AC298A-87C8-44E1-BF27-892E2B94E198}" type="parTrans" cxnId="{558AB7DD-498F-423A-B02E-A7C4945DB4CB}">
      <dgm:prSet/>
      <dgm:spPr/>
      <dgm:t>
        <a:bodyPr/>
        <a:lstStyle/>
        <a:p>
          <a:endParaRPr lang="en-US"/>
        </a:p>
      </dgm:t>
    </dgm:pt>
    <dgm:pt modelId="{1A6810CA-297A-402B-84A1-9CDCD1E70E5E}" type="sibTrans" cxnId="{558AB7DD-498F-423A-B02E-A7C4945DB4CB}">
      <dgm:prSet/>
      <dgm:spPr/>
      <dgm:t>
        <a:bodyPr/>
        <a:lstStyle/>
        <a:p>
          <a:endParaRPr lang="en-US"/>
        </a:p>
      </dgm:t>
    </dgm:pt>
    <dgm:pt modelId="{F5BF6FD5-3995-4509-8DD5-91B9F0A2F82D}">
      <dgm:prSet/>
      <dgm:spPr/>
      <dgm:t>
        <a:bodyPr/>
        <a:lstStyle/>
        <a:p>
          <a:r>
            <a:rPr lang="en-US" dirty="0"/>
            <a:t>This suggests that rare wine behavior exists at multiple scales and cannot be fully characterized using a single anomaly-detection technique.</a:t>
          </a:r>
        </a:p>
      </dgm:t>
    </dgm:pt>
    <dgm:pt modelId="{BDEE69B7-BBF2-4A10-8398-6621A7960B48}" type="parTrans" cxnId="{E83A5EA2-5FC3-41BB-A4A5-6E7600305A42}">
      <dgm:prSet/>
      <dgm:spPr/>
      <dgm:t>
        <a:bodyPr/>
        <a:lstStyle/>
        <a:p>
          <a:endParaRPr lang="en-US"/>
        </a:p>
      </dgm:t>
    </dgm:pt>
    <dgm:pt modelId="{6840B462-044F-4399-A0C2-8916CA7AD8D3}" type="sibTrans" cxnId="{E83A5EA2-5FC3-41BB-A4A5-6E7600305A42}">
      <dgm:prSet/>
      <dgm:spPr/>
      <dgm:t>
        <a:bodyPr/>
        <a:lstStyle/>
        <a:p>
          <a:endParaRPr lang="en-US"/>
        </a:p>
      </dgm:t>
    </dgm:pt>
    <dgm:pt modelId="{263BD6B3-82E4-42DF-8F15-44B1F66AEBBE}">
      <dgm:prSet/>
      <dgm:spPr/>
      <dgm:t>
        <a:bodyPr/>
        <a:lstStyle/>
        <a:p>
          <a:r>
            <a:rPr lang="en-US" b="1"/>
            <a:t>Conclusion</a:t>
          </a:r>
        </a:p>
      </dgm:t>
    </dgm:pt>
    <dgm:pt modelId="{0098BEED-982E-4D48-A006-FE5D3C3E9892}" type="parTrans" cxnId="{EAAD955E-8598-4E38-8554-5304D172E038}">
      <dgm:prSet/>
      <dgm:spPr/>
      <dgm:t>
        <a:bodyPr/>
        <a:lstStyle/>
        <a:p>
          <a:endParaRPr lang="en-US"/>
        </a:p>
      </dgm:t>
    </dgm:pt>
    <dgm:pt modelId="{B6540031-4B32-4748-91C5-B6631A9B6665}" type="sibTrans" cxnId="{EAAD955E-8598-4E38-8554-5304D172E038}">
      <dgm:prSet/>
      <dgm:spPr/>
      <dgm:t>
        <a:bodyPr/>
        <a:lstStyle/>
        <a:p>
          <a:endParaRPr lang="en-US"/>
        </a:p>
      </dgm:t>
    </dgm:pt>
    <dgm:pt modelId="{4E515C82-98A8-4343-8816-323A97836E02}">
      <dgm:prSet/>
      <dgm:spPr/>
      <dgm:t>
        <a:bodyPr/>
        <a:lstStyle/>
        <a:p>
          <a:r>
            <a:rPr lang="en-US" dirty="0"/>
            <a:t>Isolation Forest and LOF revealed complementary aspects of anomaly structure within the Wine Quality dataset.</a:t>
          </a:r>
        </a:p>
      </dgm:t>
    </dgm:pt>
    <dgm:pt modelId="{DF6C910F-6313-46CA-B95C-9BEACDE803F8}" type="parTrans" cxnId="{088F763C-FADE-4A28-807F-F65E59B81716}">
      <dgm:prSet/>
      <dgm:spPr/>
      <dgm:t>
        <a:bodyPr/>
        <a:lstStyle/>
        <a:p>
          <a:endParaRPr lang="en-US"/>
        </a:p>
      </dgm:t>
    </dgm:pt>
    <dgm:pt modelId="{B340CE43-D32A-4E85-9035-40B1A7A87DDF}" type="sibTrans" cxnId="{088F763C-FADE-4A28-807F-F65E59B81716}">
      <dgm:prSet/>
      <dgm:spPr/>
      <dgm:t>
        <a:bodyPr/>
        <a:lstStyle/>
        <a:p>
          <a:endParaRPr lang="en-US"/>
        </a:p>
      </dgm:t>
    </dgm:pt>
    <dgm:pt modelId="{BE83759D-BA85-4004-92EC-082FE4920AD8}">
      <dgm:prSet/>
      <dgm:spPr/>
      <dgm:t>
        <a:bodyPr/>
        <a:lstStyle/>
        <a:p>
          <a:r>
            <a:rPr lang="en-US" dirty="0"/>
            <a:t>Red wines were more likely to exhibit globally extreme chemistry profiles, while white wines were more likely to exhibit locally unusual chemistry patterns.</a:t>
          </a:r>
        </a:p>
      </dgm:t>
    </dgm:pt>
    <dgm:pt modelId="{37C7FEE2-3A01-40CE-A1CE-7BC5869ABD62}" type="parTrans" cxnId="{A68A151D-9B94-451A-8DD7-093F41DD655A}">
      <dgm:prSet/>
      <dgm:spPr/>
      <dgm:t>
        <a:bodyPr/>
        <a:lstStyle/>
        <a:p>
          <a:endParaRPr lang="en-US"/>
        </a:p>
      </dgm:t>
    </dgm:pt>
    <dgm:pt modelId="{0FCAFCD5-4E05-4005-8A1F-4AADDFA18682}" type="sibTrans" cxnId="{A68A151D-9B94-451A-8DD7-093F41DD655A}">
      <dgm:prSet/>
      <dgm:spPr/>
      <dgm:t>
        <a:bodyPr/>
        <a:lstStyle/>
        <a:p>
          <a:endParaRPr lang="en-US"/>
        </a:p>
      </dgm:t>
    </dgm:pt>
    <dgm:pt modelId="{56885841-63A9-4719-92CA-7E35BB4CF8FF}">
      <dgm:prSet/>
      <dgm:spPr/>
      <dgm:t>
        <a:bodyPr/>
        <a:lstStyle/>
        <a:p>
          <a:r>
            <a:rPr lang="en-US" dirty="0"/>
            <a:t>Total:266</a:t>
          </a:r>
        </a:p>
      </dgm:t>
    </dgm:pt>
    <dgm:pt modelId="{D2A51A01-05C8-4CA3-8A70-D6302A506EB2}" type="parTrans" cxnId="{C6DE5D7B-CCF0-4FB6-8983-111B971F3E12}">
      <dgm:prSet/>
      <dgm:spPr/>
      <dgm:t>
        <a:bodyPr/>
        <a:lstStyle/>
        <a:p>
          <a:endParaRPr lang="en-US"/>
        </a:p>
      </dgm:t>
    </dgm:pt>
    <dgm:pt modelId="{CDD7F1F4-0C68-41BA-8E42-E18243334E55}" type="sibTrans" cxnId="{C6DE5D7B-CCF0-4FB6-8983-111B971F3E12}">
      <dgm:prSet/>
      <dgm:spPr/>
      <dgm:t>
        <a:bodyPr/>
        <a:lstStyle/>
        <a:p>
          <a:endParaRPr lang="en-US"/>
        </a:p>
      </dgm:t>
    </dgm:pt>
    <dgm:pt modelId="{A4DAED6F-8E70-4442-AB54-4C7891C8513F}">
      <dgm:prSet/>
      <dgm:spPr/>
      <dgm:t>
        <a:bodyPr/>
        <a:lstStyle/>
        <a:p>
          <a:r>
            <a:rPr lang="en-US" dirty="0"/>
            <a:t>Red:164</a:t>
          </a:r>
        </a:p>
      </dgm:t>
    </dgm:pt>
    <dgm:pt modelId="{2893C227-2701-4EA0-B230-99D86ED7BBC1}" type="parTrans" cxnId="{13CE0F8D-A631-4717-A87E-2C50C6D4A256}">
      <dgm:prSet/>
      <dgm:spPr/>
      <dgm:t>
        <a:bodyPr/>
        <a:lstStyle/>
        <a:p>
          <a:endParaRPr lang="en-US"/>
        </a:p>
      </dgm:t>
    </dgm:pt>
    <dgm:pt modelId="{D3C7055C-44F3-4E3C-83D2-E298902E6D81}" type="sibTrans" cxnId="{13CE0F8D-A631-4717-A87E-2C50C6D4A256}">
      <dgm:prSet/>
      <dgm:spPr/>
      <dgm:t>
        <a:bodyPr/>
        <a:lstStyle/>
        <a:p>
          <a:endParaRPr lang="en-US"/>
        </a:p>
      </dgm:t>
    </dgm:pt>
    <dgm:pt modelId="{D628C03B-7832-40F4-937F-19B7FB150048}">
      <dgm:prSet/>
      <dgm:spPr/>
      <dgm:t>
        <a:bodyPr/>
        <a:lstStyle/>
        <a:p>
          <a:r>
            <a:rPr lang="en-US" dirty="0"/>
            <a:t>White: 102</a:t>
          </a:r>
        </a:p>
      </dgm:t>
    </dgm:pt>
    <dgm:pt modelId="{0BDF8ABF-F444-484A-AA95-28AB290693A3}" type="parTrans" cxnId="{5AAB8354-7ECC-4A28-B64C-46EAF52A8681}">
      <dgm:prSet/>
      <dgm:spPr/>
      <dgm:t>
        <a:bodyPr/>
        <a:lstStyle/>
        <a:p>
          <a:endParaRPr lang="en-US"/>
        </a:p>
      </dgm:t>
    </dgm:pt>
    <dgm:pt modelId="{D57DC0C5-91CF-4BD6-AD0C-E0B1DC0D2EB5}" type="sibTrans" cxnId="{5AAB8354-7ECC-4A28-B64C-46EAF52A8681}">
      <dgm:prSet/>
      <dgm:spPr/>
      <dgm:t>
        <a:bodyPr/>
        <a:lstStyle/>
        <a:p>
          <a:endParaRPr lang="en-US"/>
        </a:p>
      </dgm:t>
    </dgm:pt>
    <dgm:pt modelId="{D18918A8-5D47-4C9D-9AD5-B39E7D86CDA5}">
      <dgm:prSet/>
      <dgm:spPr/>
      <dgm:t>
        <a:bodyPr/>
        <a:lstStyle/>
        <a:p>
          <a:r>
            <a:rPr lang="en-US" dirty="0"/>
            <a:t>Anomalies Detected</a:t>
          </a:r>
        </a:p>
      </dgm:t>
    </dgm:pt>
    <dgm:pt modelId="{3A8AC015-B4BA-4118-BC1E-38D5EC0ED09C}" type="parTrans" cxnId="{CDADB96C-8BD0-442B-A50F-3A31C580D7D4}">
      <dgm:prSet/>
      <dgm:spPr/>
      <dgm:t>
        <a:bodyPr/>
        <a:lstStyle/>
        <a:p>
          <a:endParaRPr lang="en-US"/>
        </a:p>
      </dgm:t>
    </dgm:pt>
    <dgm:pt modelId="{1F2D2E96-3131-48CA-A0C8-C0EEFDD1B6BF}" type="sibTrans" cxnId="{CDADB96C-8BD0-442B-A50F-3A31C580D7D4}">
      <dgm:prSet/>
      <dgm:spPr/>
      <dgm:t>
        <a:bodyPr/>
        <a:lstStyle/>
        <a:p>
          <a:endParaRPr lang="en-US"/>
        </a:p>
      </dgm:t>
    </dgm:pt>
    <dgm:pt modelId="{F538D942-CED6-4CF7-97E0-7B276E139822}">
      <dgm:prSet/>
      <dgm:spPr/>
      <dgm:t>
        <a:bodyPr/>
        <a:lstStyle/>
        <a:p>
          <a:r>
            <a:rPr lang="en-US"/>
            <a:t>Anomalies Detected</a:t>
          </a:r>
          <a:endParaRPr lang="en-US" dirty="0"/>
        </a:p>
      </dgm:t>
    </dgm:pt>
    <dgm:pt modelId="{1900EC9C-53E0-40C3-A0AD-12BA9879BB6B}" type="parTrans" cxnId="{073CD8DB-52BE-4192-A086-0C61A8BC1B42}">
      <dgm:prSet/>
      <dgm:spPr/>
      <dgm:t>
        <a:bodyPr/>
        <a:lstStyle/>
        <a:p>
          <a:endParaRPr lang="en-US"/>
        </a:p>
      </dgm:t>
    </dgm:pt>
    <dgm:pt modelId="{D1E456BE-29D6-4D4E-9373-40354CA8FF69}" type="sibTrans" cxnId="{073CD8DB-52BE-4192-A086-0C61A8BC1B42}">
      <dgm:prSet/>
      <dgm:spPr/>
      <dgm:t>
        <a:bodyPr/>
        <a:lstStyle/>
        <a:p>
          <a:endParaRPr lang="en-US"/>
        </a:p>
      </dgm:t>
    </dgm:pt>
    <dgm:pt modelId="{4B10D6FA-EFE4-4BD6-8F16-BCE8A2935BF2}">
      <dgm:prSet/>
      <dgm:spPr/>
      <dgm:t>
        <a:bodyPr/>
        <a:lstStyle/>
        <a:p>
          <a:r>
            <a:rPr lang="en-US" dirty="0"/>
            <a:t>Total:266</a:t>
          </a:r>
        </a:p>
      </dgm:t>
    </dgm:pt>
    <dgm:pt modelId="{0A09054B-81DB-4DA5-8B65-0E990872B617}" type="parTrans" cxnId="{37A2C82C-E63E-4C0E-8ECE-1B6BDCCE1D8C}">
      <dgm:prSet/>
      <dgm:spPr/>
      <dgm:t>
        <a:bodyPr/>
        <a:lstStyle/>
        <a:p>
          <a:endParaRPr lang="en-US"/>
        </a:p>
      </dgm:t>
    </dgm:pt>
    <dgm:pt modelId="{4A8B9EC8-7E7B-4D53-95C1-DFA495C6A51C}" type="sibTrans" cxnId="{37A2C82C-E63E-4C0E-8ECE-1B6BDCCE1D8C}">
      <dgm:prSet/>
      <dgm:spPr/>
      <dgm:t>
        <a:bodyPr/>
        <a:lstStyle/>
        <a:p>
          <a:endParaRPr lang="en-US"/>
        </a:p>
      </dgm:t>
    </dgm:pt>
    <dgm:pt modelId="{1BF73600-3065-4C65-A94C-2E260F005A36}">
      <dgm:prSet/>
      <dgm:spPr/>
      <dgm:t>
        <a:bodyPr/>
        <a:lstStyle/>
        <a:p>
          <a:r>
            <a:rPr lang="en-US" dirty="0"/>
            <a:t>Red: 87</a:t>
          </a:r>
        </a:p>
      </dgm:t>
    </dgm:pt>
    <dgm:pt modelId="{660FD5A1-C8BC-4F8A-B31C-A801F9FD5F79}" type="parTrans" cxnId="{591C7BB1-1873-40B1-9C50-83009796C84E}">
      <dgm:prSet/>
      <dgm:spPr/>
      <dgm:t>
        <a:bodyPr/>
        <a:lstStyle/>
        <a:p>
          <a:endParaRPr lang="en-US"/>
        </a:p>
      </dgm:t>
    </dgm:pt>
    <dgm:pt modelId="{97EE6967-E0F0-43C6-945F-679457234396}" type="sibTrans" cxnId="{591C7BB1-1873-40B1-9C50-83009796C84E}">
      <dgm:prSet/>
      <dgm:spPr/>
      <dgm:t>
        <a:bodyPr/>
        <a:lstStyle/>
        <a:p>
          <a:endParaRPr lang="en-US"/>
        </a:p>
      </dgm:t>
    </dgm:pt>
    <dgm:pt modelId="{98867A73-B810-41A6-92F6-553039A038BF}">
      <dgm:prSet/>
      <dgm:spPr/>
      <dgm:t>
        <a:bodyPr/>
        <a:lstStyle/>
        <a:p>
          <a:r>
            <a:rPr lang="en-US" dirty="0"/>
            <a:t>White: 179</a:t>
          </a:r>
        </a:p>
      </dgm:t>
    </dgm:pt>
    <dgm:pt modelId="{F8497EF5-B421-455C-A8A5-334DFBEEBDFC}" type="parTrans" cxnId="{C43B7C2B-7178-4AAF-ACE4-685425A1A537}">
      <dgm:prSet/>
      <dgm:spPr/>
      <dgm:t>
        <a:bodyPr/>
        <a:lstStyle/>
        <a:p>
          <a:endParaRPr lang="en-US"/>
        </a:p>
      </dgm:t>
    </dgm:pt>
    <dgm:pt modelId="{426B3017-7F9F-41AA-A9FC-73C71D38B5B5}" type="sibTrans" cxnId="{C43B7C2B-7178-4AAF-ACE4-685425A1A537}">
      <dgm:prSet/>
      <dgm:spPr/>
      <dgm:t>
        <a:bodyPr/>
        <a:lstStyle/>
        <a:p>
          <a:endParaRPr lang="en-US"/>
        </a:p>
      </dgm:t>
    </dgm:pt>
    <dgm:pt modelId="{A6841C15-D616-4C61-BBE0-C4E5F93F553D}" type="pres">
      <dgm:prSet presAssocID="{47376462-371F-44BF-9C77-BC3653E207B4}" presName="Name0" presStyleCnt="0">
        <dgm:presLayoutVars>
          <dgm:dir/>
          <dgm:animLvl val="lvl"/>
          <dgm:resizeHandles val="exact"/>
        </dgm:presLayoutVars>
      </dgm:prSet>
      <dgm:spPr/>
    </dgm:pt>
    <dgm:pt modelId="{C69F5EB2-15F2-4FC6-B986-C7A154536CF3}" type="pres">
      <dgm:prSet presAssocID="{940A7578-55E8-4636-8996-75FD37042BB2}" presName="composite" presStyleCnt="0"/>
      <dgm:spPr/>
    </dgm:pt>
    <dgm:pt modelId="{0EDCD5DF-BC57-4493-9BD6-6A74A8922168}" type="pres">
      <dgm:prSet presAssocID="{940A7578-55E8-4636-8996-75FD37042BB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512724A-98A4-42A3-B136-FFE794E6C5D7}" type="pres">
      <dgm:prSet presAssocID="{940A7578-55E8-4636-8996-75FD37042BB2}" presName="desTx" presStyleLbl="alignAccFollowNode1" presStyleIdx="0" presStyleCnt="5">
        <dgm:presLayoutVars>
          <dgm:bulletEnabled val="1"/>
        </dgm:presLayoutVars>
      </dgm:prSet>
      <dgm:spPr/>
    </dgm:pt>
    <dgm:pt modelId="{A3CDA8E7-DBD7-4738-ACB2-BD73DE4F670F}" type="pres">
      <dgm:prSet presAssocID="{D66BA68E-B018-4A08-949F-6E237DD8592A}" presName="space" presStyleCnt="0"/>
      <dgm:spPr/>
    </dgm:pt>
    <dgm:pt modelId="{658C5195-369C-467E-B1C9-E969C465AA01}" type="pres">
      <dgm:prSet presAssocID="{CCE89C99-DAA8-47F6-975D-FA05740644A6}" presName="composite" presStyleCnt="0"/>
      <dgm:spPr/>
    </dgm:pt>
    <dgm:pt modelId="{2C468343-1CB4-412A-90E8-38128E40C9F9}" type="pres">
      <dgm:prSet presAssocID="{CCE89C99-DAA8-47F6-975D-FA05740644A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A1B89F9F-6069-4A75-B764-205218DEE0A1}" type="pres">
      <dgm:prSet presAssocID="{CCE89C99-DAA8-47F6-975D-FA05740644A6}" presName="desTx" presStyleLbl="alignAccFollowNode1" presStyleIdx="1" presStyleCnt="5">
        <dgm:presLayoutVars>
          <dgm:bulletEnabled val="1"/>
        </dgm:presLayoutVars>
      </dgm:prSet>
      <dgm:spPr/>
    </dgm:pt>
    <dgm:pt modelId="{E07CCA55-AFE2-46F0-92BB-22C20713A7AD}" type="pres">
      <dgm:prSet presAssocID="{D5FCBB0D-C932-450D-9495-B63DC4F31E4F}" presName="space" presStyleCnt="0"/>
      <dgm:spPr/>
    </dgm:pt>
    <dgm:pt modelId="{5E17FCE6-640E-4B49-B8C6-22C19BB88AC0}" type="pres">
      <dgm:prSet presAssocID="{584917AB-DF60-401F-BACF-183D176F53E3}" presName="composite" presStyleCnt="0"/>
      <dgm:spPr/>
    </dgm:pt>
    <dgm:pt modelId="{6715B4D5-3A66-4219-B44C-5EE26CE76601}" type="pres">
      <dgm:prSet presAssocID="{584917AB-DF60-401F-BACF-183D176F53E3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C3AC8A4D-C053-4AE6-A35A-58261C40F68E}" type="pres">
      <dgm:prSet presAssocID="{584917AB-DF60-401F-BACF-183D176F53E3}" presName="desTx" presStyleLbl="alignAccFollowNode1" presStyleIdx="2" presStyleCnt="5">
        <dgm:presLayoutVars>
          <dgm:bulletEnabled val="1"/>
        </dgm:presLayoutVars>
      </dgm:prSet>
      <dgm:spPr/>
    </dgm:pt>
    <dgm:pt modelId="{E30B6852-2550-441B-96DB-38312456342F}" type="pres">
      <dgm:prSet presAssocID="{06D8C5A5-FB16-49E4-AAA2-EABA6EFB421F}" presName="space" presStyleCnt="0"/>
      <dgm:spPr/>
    </dgm:pt>
    <dgm:pt modelId="{0945504F-962F-432D-B942-133D8583C139}" type="pres">
      <dgm:prSet presAssocID="{B2C4EE22-7556-41E8-A482-8AEF7FDF5A99}" presName="composite" presStyleCnt="0"/>
      <dgm:spPr/>
    </dgm:pt>
    <dgm:pt modelId="{E9804531-F240-48B4-B4B1-E2129E6D3E9E}" type="pres">
      <dgm:prSet presAssocID="{B2C4EE22-7556-41E8-A482-8AEF7FDF5A9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2921746-C190-4A38-917D-110BF32DA280}" type="pres">
      <dgm:prSet presAssocID="{B2C4EE22-7556-41E8-A482-8AEF7FDF5A99}" presName="desTx" presStyleLbl="alignAccFollowNode1" presStyleIdx="3" presStyleCnt="5">
        <dgm:presLayoutVars>
          <dgm:bulletEnabled val="1"/>
        </dgm:presLayoutVars>
      </dgm:prSet>
      <dgm:spPr/>
    </dgm:pt>
    <dgm:pt modelId="{BC6B81E4-A031-4C90-BE2F-F73E62DFCE60}" type="pres">
      <dgm:prSet presAssocID="{0589FB1E-71B4-41F4-8842-335DAEAB4440}" presName="space" presStyleCnt="0"/>
      <dgm:spPr/>
    </dgm:pt>
    <dgm:pt modelId="{1750B1CD-0243-407A-9C42-142B0BD8D961}" type="pres">
      <dgm:prSet presAssocID="{263BD6B3-82E4-42DF-8F15-44B1F66AEBBE}" presName="composite" presStyleCnt="0"/>
      <dgm:spPr/>
    </dgm:pt>
    <dgm:pt modelId="{E07990A3-B877-43C0-A7F5-103BCC98F446}" type="pres">
      <dgm:prSet presAssocID="{263BD6B3-82E4-42DF-8F15-44B1F66AEBBE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4481CB4B-85C4-4E36-B6D5-19A638EA06DB}" type="pres">
      <dgm:prSet presAssocID="{263BD6B3-82E4-42DF-8F15-44B1F66AEBBE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3D4E4600-5FD7-44D0-AA0D-A1002FAB2B1F}" type="presOf" srcId="{263BD6B3-82E4-42DF-8F15-44B1F66AEBBE}" destId="{E07990A3-B877-43C0-A7F5-103BCC98F446}" srcOrd="0" destOrd="0" presId="urn:microsoft.com/office/officeart/2005/8/layout/hList1"/>
    <dgm:cxn modelId="{05FA9A00-4EAA-4A63-885F-6C0367F825E7}" type="presOf" srcId="{CCE89C99-DAA8-47F6-975D-FA05740644A6}" destId="{2C468343-1CB4-412A-90E8-38128E40C9F9}" srcOrd="0" destOrd="0" presId="urn:microsoft.com/office/officeart/2005/8/layout/hList1"/>
    <dgm:cxn modelId="{6C944209-11D3-41FB-AAC2-C8590C320785}" srcId="{CCE89C99-DAA8-47F6-975D-FA05740644A6}" destId="{44D34423-026D-461F-83B5-FEF418BA25D3}" srcOrd="1" destOrd="0" parTransId="{A8CC9802-999F-4EA0-B05F-68A326769B45}" sibTransId="{C5B86776-3A76-4EBF-9B4D-CC76B8110453}"/>
    <dgm:cxn modelId="{DB6A590E-D0D1-4FFD-BE78-1634E774988B}" srcId="{47376462-371F-44BF-9C77-BC3653E207B4}" destId="{B2C4EE22-7556-41E8-A482-8AEF7FDF5A99}" srcOrd="3" destOrd="0" parTransId="{4F9BED4F-AA27-4655-844E-F72C9186B3C6}" sibTransId="{0589FB1E-71B4-41F4-8842-335DAEAB4440}"/>
    <dgm:cxn modelId="{DF7F3B19-8FEE-4311-9230-1A2C911220FB}" type="presOf" srcId="{584917AB-DF60-401F-BACF-183D176F53E3}" destId="{6715B4D5-3A66-4219-B44C-5EE26CE76601}" srcOrd="0" destOrd="0" presId="urn:microsoft.com/office/officeart/2005/8/layout/hList1"/>
    <dgm:cxn modelId="{A68A151D-9B94-451A-8DD7-093F41DD655A}" srcId="{263BD6B3-82E4-42DF-8F15-44B1F66AEBBE}" destId="{BE83759D-BA85-4004-92EC-082FE4920AD8}" srcOrd="1" destOrd="0" parTransId="{37C7FEE2-3A01-40CE-A1CE-7BC5869ABD62}" sibTransId="{0FCAFCD5-4E05-4005-8A1F-4AADDFA18682}"/>
    <dgm:cxn modelId="{C43B7C2B-7178-4AAF-ACE4-685425A1A537}" srcId="{F538D942-CED6-4CF7-97E0-7B276E139822}" destId="{98867A73-B810-41A6-92F6-553039A038BF}" srcOrd="2" destOrd="0" parTransId="{F8497EF5-B421-455C-A8A5-334DFBEEBDFC}" sibTransId="{426B3017-7F9F-41AA-A9FC-73C71D38B5B5}"/>
    <dgm:cxn modelId="{37A2C82C-E63E-4C0E-8ECE-1B6BDCCE1D8C}" srcId="{F538D942-CED6-4CF7-97E0-7B276E139822}" destId="{4B10D6FA-EFE4-4BD6-8F16-BCE8A2935BF2}" srcOrd="0" destOrd="0" parTransId="{0A09054B-81DB-4DA5-8B65-0E990872B617}" sibTransId="{4A8B9EC8-7E7B-4D53-95C1-DFA495C6A51C}"/>
    <dgm:cxn modelId="{006D5B31-4038-4E28-8EFE-013D01F8D100}" type="presOf" srcId="{940A7578-55E8-4636-8996-75FD37042BB2}" destId="{0EDCD5DF-BC57-4493-9BD6-6A74A8922168}" srcOrd="0" destOrd="0" presId="urn:microsoft.com/office/officeart/2005/8/layout/hList1"/>
    <dgm:cxn modelId="{CE739B31-77A3-4501-AEB2-C7C021A47B09}" type="presOf" srcId="{D628C03B-7832-40F4-937F-19B7FB150048}" destId="{A1B89F9F-6069-4A75-B764-205218DEE0A1}" srcOrd="0" destOrd="5" presId="urn:microsoft.com/office/officeart/2005/8/layout/hList1"/>
    <dgm:cxn modelId="{CDF35635-85FF-4B2F-9EB0-9A9C8932A7E6}" type="presOf" srcId="{BE83759D-BA85-4004-92EC-082FE4920AD8}" destId="{4481CB4B-85C4-4E36-B6D5-19A638EA06DB}" srcOrd="0" destOrd="1" presId="urn:microsoft.com/office/officeart/2005/8/layout/hList1"/>
    <dgm:cxn modelId="{AFE4EC3B-602D-4241-A9C7-90F1CE980566}" srcId="{CCE89C99-DAA8-47F6-975D-FA05740644A6}" destId="{485E416B-D25B-46C2-9A4D-3F4278D5B9B5}" srcOrd="0" destOrd="0" parTransId="{993A5C44-394E-4DDB-B60D-FB1F92D963ED}" sibTransId="{C33E305C-6E60-49EA-8B60-C24158411BC4}"/>
    <dgm:cxn modelId="{088F763C-FADE-4A28-807F-F65E59B81716}" srcId="{263BD6B3-82E4-42DF-8F15-44B1F66AEBBE}" destId="{4E515C82-98A8-4343-8816-323A97836E02}" srcOrd="0" destOrd="0" parTransId="{DF6C910F-6313-46CA-B95C-9BEACDE803F8}" sibTransId="{B340CE43-D32A-4E85-9035-40B1A7A87DDF}"/>
    <dgm:cxn modelId="{EAAD955E-8598-4E38-8554-5304D172E038}" srcId="{47376462-371F-44BF-9C77-BC3653E207B4}" destId="{263BD6B3-82E4-42DF-8F15-44B1F66AEBBE}" srcOrd="4" destOrd="0" parTransId="{0098BEED-982E-4D48-A006-FE5D3C3E9892}" sibTransId="{B6540031-4B32-4748-91C5-B6631A9B6665}"/>
    <dgm:cxn modelId="{3F893B60-3ADC-4431-B8A4-FDC688867F4F}" srcId="{584917AB-DF60-401F-BACF-183D176F53E3}" destId="{37FCFB8F-8CE0-4DAF-AB47-44BB17AC3052}" srcOrd="1" destOrd="0" parTransId="{38DA0184-9A6D-43CC-8370-0279091F6BF1}" sibTransId="{0BA10FFA-EE04-48FC-9F85-C21DF1E411C6}"/>
    <dgm:cxn modelId="{F5DD6B63-87E3-4643-8059-C4DF34CC46CD}" type="presOf" srcId="{76B2EB24-6184-4D52-8D5C-819273B5601A}" destId="{E2921746-C190-4A38-917D-110BF32DA280}" srcOrd="0" destOrd="1" presId="urn:microsoft.com/office/officeart/2005/8/layout/hList1"/>
    <dgm:cxn modelId="{C07AD743-EA60-4299-BCCB-0E723E46C5ED}" srcId="{47376462-371F-44BF-9C77-BC3653E207B4}" destId="{940A7578-55E8-4636-8996-75FD37042BB2}" srcOrd="0" destOrd="0" parTransId="{687D7166-585E-4087-9848-F06FE9A6B1CD}" sibTransId="{D66BA68E-B018-4A08-949F-6E237DD8592A}"/>
    <dgm:cxn modelId="{6510FB43-752B-417E-A1E4-587E451D730C}" type="presOf" srcId="{440EE465-2F75-4CBC-BF10-6BB52EC8E27B}" destId="{A1B89F9F-6069-4A75-B764-205218DEE0A1}" srcOrd="0" destOrd="6" presId="urn:microsoft.com/office/officeart/2005/8/layout/hList1"/>
    <dgm:cxn modelId="{577E4C64-F3AC-4E09-A0A4-F6027AE713DB}" type="presOf" srcId="{F5BF6FD5-3995-4509-8DD5-91B9F0A2F82D}" destId="{E2921746-C190-4A38-917D-110BF32DA280}" srcOrd="0" destOrd="2" presId="urn:microsoft.com/office/officeart/2005/8/layout/hList1"/>
    <dgm:cxn modelId="{84A8A44A-97E1-4F2B-9607-AF8849E5D40D}" type="presOf" srcId="{02817F52-77E0-448D-9B03-EEB0694458C8}" destId="{C3AC8A4D-C053-4AE6-A35A-58261C40F68E}" srcOrd="0" destOrd="0" presId="urn:microsoft.com/office/officeart/2005/8/layout/hList1"/>
    <dgm:cxn modelId="{366EB66A-F68E-48A1-996A-C4974272CAD9}" srcId="{B2C4EE22-7556-41E8-A482-8AEF7FDF5A99}" destId="{140B250F-4788-4539-AF6D-37A6463F4972}" srcOrd="0" destOrd="0" parTransId="{194961A3-20B9-4BB9-BB59-C0F3D554C505}" sibTransId="{E1686C1F-48A7-4214-ABE7-88CD56A0D328}"/>
    <dgm:cxn modelId="{C6899A4B-DA0D-4080-A96C-EF6FA11E3C87}" type="presOf" srcId="{56885841-63A9-4719-92CA-7E35BB4CF8FF}" destId="{A1B89F9F-6069-4A75-B764-205218DEE0A1}" srcOrd="0" destOrd="3" presId="urn:microsoft.com/office/officeart/2005/8/layout/hList1"/>
    <dgm:cxn modelId="{CDADB96C-8BD0-442B-A50F-3A31C580D7D4}" srcId="{CCE89C99-DAA8-47F6-975D-FA05740644A6}" destId="{D18918A8-5D47-4C9D-9AD5-B39E7D86CDA5}" srcOrd="2" destOrd="0" parTransId="{3A8AC015-B4BA-4118-BC1E-38D5EC0ED09C}" sibTransId="{1F2D2E96-3131-48CA-A0C8-C0EEFDD1B6BF}"/>
    <dgm:cxn modelId="{5AAB8354-7ECC-4A28-B64C-46EAF52A8681}" srcId="{D18918A8-5D47-4C9D-9AD5-B39E7D86CDA5}" destId="{D628C03B-7832-40F4-937F-19B7FB150048}" srcOrd="2" destOrd="0" parTransId="{0BDF8ABF-F444-484A-AA95-28AB290693A3}" sibTransId="{D57DC0C5-91CF-4BD6-AD0C-E0B1DC0D2EB5}"/>
    <dgm:cxn modelId="{9FC1BE76-FA28-45ED-86E3-471009E45CFB}" type="presOf" srcId="{51B88C9F-117C-4704-B519-7C35AC80AB0E}" destId="{C3AC8A4D-C053-4AE6-A35A-58261C40F68E}" srcOrd="0" destOrd="7" presId="urn:microsoft.com/office/officeart/2005/8/layout/hList1"/>
    <dgm:cxn modelId="{C6DE5D7B-CCF0-4FB6-8983-111B971F3E12}" srcId="{D18918A8-5D47-4C9D-9AD5-B39E7D86CDA5}" destId="{56885841-63A9-4719-92CA-7E35BB4CF8FF}" srcOrd="0" destOrd="0" parTransId="{D2A51A01-05C8-4CA3-8A70-D6302A506EB2}" sibTransId="{CDD7F1F4-0C68-41BA-8E42-E18243334E55}"/>
    <dgm:cxn modelId="{13CE0F8D-A631-4717-A87E-2C50C6D4A256}" srcId="{D18918A8-5D47-4C9D-9AD5-B39E7D86CDA5}" destId="{A4DAED6F-8E70-4442-AB54-4C7891C8513F}" srcOrd="1" destOrd="0" parTransId="{2893C227-2701-4EA0-B230-99D86ED7BBC1}" sibTransId="{D3C7055C-44F3-4E3C-83D2-E298902E6D81}"/>
    <dgm:cxn modelId="{F9CCD599-B48C-4C06-AF84-E82545863786}" type="presOf" srcId="{98867A73-B810-41A6-92F6-553039A038BF}" destId="{C3AC8A4D-C053-4AE6-A35A-58261C40F68E}" srcOrd="0" destOrd="5" presId="urn:microsoft.com/office/officeart/2005/8/layout/hList1"/>
    <dgm:cxn modelId="{E3586B9B-EF25-439E-A3AA-8C89F6BF43AA}" srcId="{584917AB-DF60-401F-BACF-183D176F53E3}" destId="{51B88C9F-117C-4704-B519-7C35AC80AB0E}" srcOrd="4" destOrd="0" parTransId="{4499ADEF-BF77-4D13-A678-709583A723DA}" sibTransId="{54D14508-E063-40E3-A531-DDBC513F82C6}"/>
    <dgm:cxn modelId="{E83A5EA2-5FC3-41BB-A4A5-6E7600305A42}" srcId="{B2C4EE22-7556-41E8-A482-8AEF7FDF5A99}" destId="{F5BF6FD5-3995-4509-8DD5-91B9F0A2F82D}" srcOrd="2" destOrd="0" parTransId="{BDEE69B7-BBF2-4A10-8398-6621A7960B48}" sibTransId="{6840B462-044F-4399-A0C2-8916CA7AD8D3}"/>
    <dgm:cxn modelId="{AF5BF7A5-FA9E-4CE5-B590-036E2372C9C3}" type="presOf" srcId="{4B10D6FA-EFE4-4BD6-8F16-BCE8A2935BF2}" destId="{C3AC8A4D-C053-4AE6-A35A-58261C40F68E}" srcOrd="0" destOrd="3" presId="urn:microsoft.com/office/officeart/2005/8/layout/hList1"/>
    <dgm:cxn modelId="{5E3A5EA8-5B12-4DC1-B248-A6574C9DC04D}" type="presOf" srcId="{485E416B-D25B-46C2-9A4D-3F4278D5B9B5}" destId="{A1B89F9F-6069-4A75-B764-205218DEE0A1}" srcOrd="0" destOrd="0" presId="urn:microsoft.com/office/officeart/2005/8/layout/hList1"/>
    <dgm:cxn modelId="{3BB287B0-D544-4FEB-BA57-E1E3DFE1441C}" type="presOf" srcId="{F538D942-CED6-4CF7-97E0-7B276E139822}" destId="{C3AC8A4D-C053-4AE6-A35A-58261C40F68E}" srcOrd="0" destOrd="2" presId="urn:microsoft.com/office/officeart/2005/8/layout/hList1"/>
    <dgm:cxn modelId="{591C7BB1-1873-40B1-9C50-83009796C84E}" srcId="{F538D942-CED6-4CF7-97E0-7B276E139822}" destId="{1BF73600-3065-4C65-A94C-2E260F005A36}" srcOrd="1" destOrd="0" parTransId="{660FD5A1-C8BC-4F8A-B31C-A801F9FD5F79}" sibTransId="{97EE6967-E0F0-43C6-945F-679457234396}"/>
    <dgm:cxn modelId="{F824BEBF-C155-444A-AF6E-DC08CF72B373}" type="presOf" srcId="{44D34423-026D-461F-83B5-FEF418BA25D3}" destId="{A1B89F9F-6069-4A75-B764-205218DEE0A1}" srcOrd="0" destOrd="1" presId="urn:microsoft.com/office/officeart/2005/8/layout/hList1"/>
    <dgm:cxn modelId="{F225D3C0-3A33-4936-B67B-9A00B94C14ED}" type="presOf" srcId="{A4DAED6F-8E70-4442-AB54-4C7891C8513F}" destId="{A1B89F9F-6069-4A75-B764-205218DEE0A1}" srcOrd="0" destOrd="4" presId="urn:microsoft.com/office/officeart/2005/8/layout/hList1"/>
    <dgm:cxn modelId="{B1C77DC2-AE1F-428F-A6AE-D5BD3B06D231}" srcId="{CCE89C99-DAA8-47F6-975D-FA05740644A6}" destId="{5BF12647-3DCA-4984-8CC2-1FB975541BE0}" srcOrd="4" destOrd="0" parTransId="{8DA64230-7B4B-4FE5-8A33-45FE79E66811}" sibTransId="{984D119D-79FE-4410-A7C2-0B4C2708DD8A}"/>
    <dgm:cxn modelId="{E67257C4-3F49-405F-99BB-98A48DB83160}" srcId="{47376462-371F-44BF-9C77-BC3653E207B4}" destId="{CCE89C99-DAA8-47F6-975D-FA05740644A6}" srcOrd="1" destOrd="0" parTransId="{6C3B77E5-D5C9-4FF7-A6FF-68C5109D37E9}" sibTransId="{D5FCBB0D-C932-450D-9495-B63DC4F31E4F}"/>
    <dgm:cxn modelId="{6839F3C8-E80B-4890-BFC8-DBF40F5161B6}" type="presOf" srcId="{5BF12647-3DCA-4984-8CC2-1FB975541BE0}" destId="{A1B89F9F-6069-4A75-B764-205218DEE0A1}" srcOrd="0" destOrd="7" presId="urn:microsoft.com/office/officeart/2005/8/layout/hList1"/>
    <dgm:cxn modelId="{07CCC7C9-8301-477D-BDCC-44CC3E1B55CE}" type="presOf" srcId="{4E515C82-98A8-4343-8816-323A97836E02}" destId="{4481CB4B-85C4-4E36-B6D5-19A638EA06DB}" srcOrd="0" destOrd="0" presId="urn:microsoft.com/office/officeart/2005/8/layout/hList1"/>
    <dgm:cxn modelId="{8C3230CB-714E-4EE0-8EE3-24BF7B38E483}" type="presOf" srcId="{140B250F-4788-4539-AF6D-37A6463F4972}" destId="{E2921746-C190-4A38-917D-110BF32DA280}" srcOrd="0" destOrd="0" presId="urn:microsoft.com/office/officeart/2005/8/layout/hList1"/>
    <dgm:cxn modelId="{B2FBD2CE-4F07-48D9-8CD4-090D41CFB1B4}" srcId="{940A7578-55E8-4636-8996-75FD37042BB2}" destId="{B65523F0-63E9-4C73-B27F-2FDF2F8D1F74}" srcOrd="0" destOrd="0" parTransId="{112294E2-B1EC-4F7D-8803-F5D3A56BD817}" sibTransId="{D4472ECD-F0D2-45C2-B79E-F433AA1300B0}"/>
    <dgm:cxn modelId="{74E473D1-85F5-4671-96E5-D21740084A73}" type="presOf" srcId="{47376462-371F-44BF-9C77-BC3653E207B4}" destId="{A6841C15-D616-4C61-BBE0-C4E5F93F553D}" srcOrd="0" destOrd="0" presId="urn:microsoft.com/office/officeart/2005/8/layout/hList1"/>
    <dgm:cxn modelId="{D643A8DA-E81B-411C-9850-6D747E98AE41}" srcId="{CCE89C99-DAA8-47F6-975D-FA05740644A6}" destId="{440EE465-2F75-4CBC-BF10-6BB52EC8E27B}" srcOrd="3" destOrd="0" parTransId="{14277F62-E26E-4EA0-968A-FC2FA2C213F5}" sibTransId="{7B4EE988-C2A3-435B-8FB9-6C8D83941F8C}"/>
    <dgm:cxn modelId="{073CD8DB-52BE-4192-A086-0C61A8BC1B42}" srcId="{584917AB-DF60-401F-BACF-183D176F53E3}" destId="{F538D942-CED6-4CF7-97E0-7B276E139822}" srcOrd="2" destOrd="0" parTransId="{1900EC9C-53E0-40C3-A0AD-12BA9879BB6B}" sibTransId="{D1E456BE-29D6-4D4E-9373-40354CA8FF69}"/>
    <dgm:cxn modelId="{558AB7DD-498F-423A-B02E-A7C4945DB4CB}" srcId="{B2C4EE22-7556-41E8-A482-8AEF7FDF5A99}" destId="{76B2EB24-6184-4D52-8D5C-819273B5601A}" srcOrd="1" destOrd="0" parTransId="{17AC298A-87C8-44E1-BF27-892E2B94E198}" sibTransId="{1A6810CA-297A-402B-84A1-9CDCD1E70E5E}"/>
    <dgm:cxn modelId="{FF2D3EE3-2354-4D28-9D6D-35C9FBFDE995}" type="presOf" srcId="{AE054E72-D4B0-4D6E-9877-860D46886EF7}" destId="{C3AC8A4D-C053-4AE6-A35A-58261C40F68E}" srcOrd="0" destOrd="6" presId="urn:microsoft.com/office/officeart/2005/8/layout/hList1"/>
    <dgm:cxn modelId="{351545E3-EB65-489B-B823-F7282BEB1E8B}" type="presOf" srcId="{B2C4EE22-7556-41E8-A482-8AEF7FDF5A99}" destId="{E9804531-F240-48B4-B4B1-E2129E6D3E9E}" srcOrd="0" destOrd="0" presId="urn:microsoft.com/office/officeart/2005/8/layout/hList1"/>
    <dgm:cxn modelId="{6E39F4E4-797D-426B-AEEF-F436C6799755}" srcId="{47376462-371F-44BF-9C77-BC3653E207B4}" destId="{584917AB-DF60-401F-BACF-183D176F53E3}" srcOrd="2" destOrd="0" parTransId="{D728FB4E-8238-4096-B82F-B9D824F8DA04}" sibTransId="{06D8C5A5-FB16-49E4-AAA2-EABA6EFB421F}"/>
    <dgm:cxn modelId="{BFD5A2EC-9900-4B3D-8E81-F3270D278F93}" type="presOf" srcId="{D18918A8-5D47-4C9D-9AD5-B39E7D86CDA5}" destId="{A1B89F9F-6069-4A75-B764-205218DEE0A1}" srcOrd="0" destOrd="2" presId="urn:microsoft.com/office/officeart/2005/8/layout/hList1"/>
    <dgm:cxn modelId="{08DBD7ED-30FE-46EE-A08A-B18CB2D2FAD0}" srcId="{584917AB-DF60-401F-BACF-183D176F53E3}" destId="{02817F52-77E0-448D-9B03-EEB0694458C8}" srcOrd="0" destOrd="0" parTransId="{E340F516-29BC-46E3-8B49-BCD1B04440F0}" sibTransId="{33AB7FD0-D9E0-4E26-A213-5A49530FEC80}"/>
    <dgm:cxn modelId="{8741AEEF-6458-440F-BAE8-47BBD6D42FFD}" type="presOf" srcId="{37FCFB8F-8CE0-4DAF-AB47-44BB17AC3052}" destId="{C3AC8A4D-C053-4AE6-A35A-58261C40F68E}" srcOrd="0" destOrd="1" presId="urn:microsoft.com/office/officeart/2005/8/layout/hList1"/>
    <dgm:cxn modelId="{48E0CEF5-71F0-478D-B07C-166CCD007BB5}" type="presOf" srcId="{B65523F0-63E9-4C73-B27F-2FDF2F8D1F74}" destId="{2512724A-98A4-42A3-B136-FFE794E6C5D7}" srcOrd="0" destOrd="0" presId="urn:microsoft.com/office/officeart/2005/8/layout/hList1"/>
    <dgm:cxn modelId="{F27C96F9-9B01-479D-B834-4A55C52254BF}" srcId="{584917AB-DF60-401F-BACF-183D176F53E3}" destId="{AE054E72-D4B0-4D6E-9877-860D46886EF7}" srcOrd="3" destOrd="0" parTransId="{3B3CE4F6-017B-4F5A-91ED-0B4C3E3BB10D}" sibTransId="{8D47CE39-BDD4-437E-AB28-EDA7AB64EFDC}"/>
    <dgm:cxn modelId="{2DB19EFE-AD25-47DB-9088-BB2231E850FF}" type="presOf" srcId="{1BF73600-3065-4C65-A94C-2E260F005A36}" destId="{C3AC8A4D-C053-4AE6-A35A-58261C40F68E}" srcOrd="0" destOrd="4" presId="urn:microsoft.com/office/officeart/2005/8/layout/hList1"/>
    <dgm:cxn modelId="{B40D30FE-8642-40E6-AC07-77C85D1CDC66}" type="presParOf" srcId="{A6841C15-D616-4C61-BBE0-C4E5F93F553D}" destId="{C69F5EB2-15F2-4FC6-B986-C7A154536CF3}" srcOrd="0" destOrd="0" presId="urn:microsoft.com/office/officeart/2005/8/layout/hList1"/>
    <dgm:cxn modelId="{BD15CED3-B64A-4EF8-9156-2B49F06AFAF4}" type="presParOf" srcId="{C69F5EB2-15F2-4FC6-B986-C7A154536CF3}" destId="{0EDCD5DF-BC57-4493-9BD6-6A74A8922168}" srcOrd="0" destOrd="0" presId="urn:microsoft.com/office/officeart/2005/8/layout/hList1"/>
    <dgm:cxn modelId="{C07A62DC-D5B8-44C5-8326-FD69011FCE47}" type="presParOf" srcId="{C69F5EB2-15F2-4FC6-B986-C7A154536CF3}" destId="{2512724A-98A4-42A3-B136-FFE794E6C5D7}" srcOrd="1" destOrd="0" presId="urn:microsoft.com/office/officeart/2005/8/layout/hList1"/>
    <dgm:cxn modelId="{2B6C0345-E7F1-44AA-819B-7062FCCB3BF3}" type="presParOf" srcId="{A6841C15-D616-4C61-BBE0-C4E5F93F553D}" destId="{A3CDA8E7-DBD7-4738-ACB2-BD73DE4F670F}" srcOrd="1" destOrd="0" presId="urn:microsoft.com/office/officeart/2005/8/layout/hList1"/>
    <dgm:cxn modelId="{9D587E79-B6CF-4433-B6E0-291CC33758CB}" type="presParOf" srcId="{A6841C15-D616-4C61-BBE0-C4E5F93F553D}" destId="{658C5195-369C-467E-B1C9-E969C465AA01}" srcOrd="2" destOrd="0" presId="urn:microsoft.com/office/officeart/2005/8/layout/hList1"/>
    <dgm:cxn modelId="{E086364B-8556-4FF0-BA5C-FEEC05A040A5}" type="presParOf" srcId="{658C5195-369C-467E-B1C9-E969C465AA01}" destId="{2C468343-1CB4-412A-90E8-38128E40C9F9}" srcOrd="0" destOrd="0" presId="urn:microsoft.com/office/officeart/2005/8/layout/hList1"/>
    <dgm:cxn modelId="{3A011915-7616-46D1-9E0E-4820E96DDB07}" type="presParOf" srcId="{658C5195-369C-467E-B1C9-E969C465AA01}" destId="{A1B89F9F-6069-4A75-B764-205218DEE0A1}" srcOrd="1" destOrd="0" presId="urn:microsoft.com/office/officeart/2005/8/layout/hList1"/>
    <dgm:cxn modelId="{2853ED86-2B52-42DC-9285-AF96EAC301D0}" type="presParOf" srcId="{A6841C15-D616-4C61-BBE0-C4E5F93F553D}" destId="{E07CCA55-AFE2-46F0-92BB-22C20713A7AD}" srcOrd="3" destOrd="0" presId="urn:microsoft.com/office/officeart/2005/8/layout/hList1"/>
    <dgm:cxn modelId="{F594C465-DA0C-4138-B302-6EE64BDBAB8A}" type="presParOf" srcId="{A6841C15-D616-4C61-BBE0-C4E5F93F553D}" destId="{5E17FCE6-640E-4B49-B8C6-22C19BB88AC0}" srcOrd="4" destOrd="0" presId="urn:microsoft.com/office/officeart/2005/8/layout/hList1"/>
    <dgm:cxn modelId="{9EDFEF8A-F10D-4729-A8F5-0D8B92922594}" type="presParOf" srcId="{5E17FCE6-640E-4B49-B8C6-22C19BB88AC0}" destId="{6715B4D5-3A66-4219-B44C-5EE26CE76601}" srcOrd="0" destOrd="0" presId="urn:microsoft.com/office/officeart/2005/8/layout/hList1"/>
    <dgm:cxn modelId="{D30633A5-CC33-4588-ACF7-7ACCC583F3CE}" type="presParOf" srcId="{5E17FCE6-640E-4B49-B8C6-22C19BB88AC0}" destId="{C3AC8A4D-C053-4AE6-A35A-58261C40F68E}" srcOrd="1" destOrd="0" presId="urn:microsoft.com/office/officeart/2005/8/layout/hList1"/>
    <dgm:cxn modelId="{2CF57320-C642-4E02-8543-C6A93A41CF1D}" type="presParOf" srcId="{A6841C15-D616-4C61-BBE0-C4E5F93F553D}" destId="{E30B6852-2550-441B-96DB-38312456342F}" srcOrd="5" destOrd="0" presId="urn:microsoft.com/office/officeart/2005/8/layout/hList1"/>
    <dgm:cxn modelId="{60245FB0-2604-40BA-AE80-32EF887E430E}" type="presParOf" srcId="{A6841C15-D616-4C61-BBE0-C4E5F93F553D}" destId="{0945504F-962F-432D-B942-133D8583C139}" srcOrd="6" destOrd="0" presId="urn:microsoft.com/office/officeart/2005/8/layout/hList1"/>
    <dgm:cxn modelId="{B1703E4E-D616-4A1E-9383-094A85D866DB}" type="presParOf" srcId="{0945504F-962F-432D-B942-133D8583C139}" destId="{E9804531-F240-48B4-B4B1-E2129E6D3E9E}" srcOrd="0" destOrd="0" presId="urn:microsoft.com/office/officeart/2005/8/layout/hList1"/>
    <dgm:cxn modelId="{26F68203-2A40-4FEB-A754-304D86232B92}" type="presParOf" srcId="{0945504F-962F-432D-B942-133D8583C139}" destId="{E2921746-C190-4A38-917D-110BF32DA280}" srcOrd="1" destOrd="0" presId="urn:microsoft.com/office/officeart/2005/8/layout/hList1"/>
    <dgm:cxn modelId="{E8CD5A2A-E28B-4965-BCF4-F175C5E79DCA}" type="presParOf" srcId="{A6841C15-D616-4C61-BBE0-C4E5F93F553D}" destId="{BC6B81E4-A031-4C90-BE2F-F73E62DFCE60}" srcOrd="7" destOrd="0" presId="urn:microsoft.com/office/officeart/2005/8/layout/hList1"/>
    <dgm:cxn modelId="{6D76FACE-E03E-4DF8-BDAF-7AFC39AD6751}" type="presParOf" srcId="{A6841C15-D616-4C61-BBE0-C4E5F93F553D}" destId="{1750B1CD-0243-407A-9C42-142B0BD8D961}" srcOrd="8" destOrd="0" presId="urn:microsoft.com/office/officeart/2005/8/layout/hList1"/>
    <dgm:cxn modelId="{057D6D9A-4B4E-4BB1-81BB-06FB01BE0023}" type="presParOf" srcId="{1750B1CD-0243-407A-9C42-142B0BD8D961}" destId="{E07990A3-B877-43C0-A7F5-103BCC98F446}" srcOrd="0" destOrd="0" presId="urn:microsoft.com/office/officeart/2005/8/layout/hList1"/>
    <dgm:cxn modelId="{5A466F88-ED46-4FBD-B74B-3AE1EE693544}" type="presParOf" srcId="{1750B1CD-0243-407A-9C42-142B0BD8D961}" destId="{4481CB4B-85C4-4E36-B6D5-19A638EA06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FCE16FB-75E3-4A66-9586-E7DB29124F30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A93E15B-F586-4E4D-A36A-F6F9CEBE36C0}">
      <dgm:prSet phldrT="[Text]"/>
      <dgm:spPr/>
      <dgm:t>
        <a:bodyPr/>
        <a:lstStyle/>
        <a:p>
          <a:r>
            <a:rPr lang="en-US" b="1" dirty="0"/>
            <a:t>Wine Type Is the Dominant Source of Variation</a:t>
          </a:r>
          <a:endParaRPr lang="en-US" dirty="0"/>
        </a:p>
      </dgm:t>
    </dgm:pt>
    <dgm:pt modelId="{5D55E31C-94CD-4A1E-A431-87C61A7FA733}" type="parTrans" cxnId="{1EE9BAE9-1CE6-4CBE-82E9-D92121B0A8D2}">
      <dgm:prSet/>
      <dgm:spPr/>
      <dgm:t>
        <a:bodyPr/>
        <a:lstStyle/>
        <a:p>
          <a:endParaRPr lang="en-US"/>
        </a:p>
      </dgm:t>
    </dgm:pt>
    <dgm:pt modelId="{55D28D93-888C-4E09-B695-1ED71B245DA8}" type="sibTrans" cxnId="{1EE9BAE9-1CE6-4CBE-82E9-D92121B0A8D2}">
      <dgm:prSet/>
      <dgm:spPr/>
      <dgm:t>
        <a:bodyPr/>
        <a:lstStyle/>
        <a:p>
          <a:endParaRPr lang="en-US"/>
        </a:p>
      </dgm:t>
    </dgm:pt>
    <dgm:pt modelId="{DD76ABFC-8988-4323-A9A6-0F6771AE0594}">
      <dgm:prSet/>
      <dgm:spPr/>
      <dgm:t>
        <a:bodyPr/>
        <a:lstStyle/>
        <a:p>
          <a:r>
            <a:rPr lang="en-US" dirty="0"/>
            <a:t>Across clustering, dimensionality reduction, and anomaly-detection methods, red and white wines consistently formed distinct populations.</a:t>
          </a:r>
        </a:p>
      </dgm:t>
    </dgm:pt>
    <dgm:pt modelId="{6F07DB3B-C3AD-4244-B1D3-24FFFB644404}" type="parTrans" cxnId="{AA7ED378-0591-4E6B-9502-30A7F59E9DAB}">
      <dgm:prSet/>
      <dgm:spPr/>
      <dgm:t>
        <a:bodyPr/>
        <a:lstStyle/>
        <a:p>
          <a:endParaRPr lang="en-US"/>
        </a:p>
      </dgm:t>
    </dgm:pt>
    <dgm:pt modelId="{5CC442B8-0F8F-48BD-ABE8-FE56C6EF251D}" type="sibTrans" cxnId="{AA7ED378-0591-4E6B-9502-30A7F59E9DAB}">
      <dgm:prSet/>
      <dgm:spPr/>
      <dgm:t>
        <a:bodyPr/>
        <a:lstStyle/>
        <a:p>
          <a:endParaRPr lang="en-US"/>
        </a:p>
      </dgm:t>
    </dgm:pt>
    <dgm:pt modelId="{55E77FD9-1A78-4569-80B0-E1265B0BDD40}">
      <dgm:prSet/>
      <dgm:spPr/>
      <dgm:t>
        <a:bodyPr/>
        <a:lstStyle/>
        <a:p>
          <a:r>
            <a:rPr lang="en-US" dirty="0"/>
            <a:t>Evidence was observed in:</a:t>
          </a:r>
        </a:p>
      </dgm:t>
    </dgm:pt>
    <dgm:pt modelId="{573F4830-9AF8-4AAF-BBC5-4E60ABED644D}" type="parTrans" cxnId="{F642EFD9-B722-478A-8288-84E15CC29B04}">
      <dgm:prSet/>
      <dgm:spPr/>
      <dgm:t>
        <a:bodyPr/>
        <a:lstStyle/>
        <a:p>
          <a:endParaRPr lang="en-US"/>
        </a:p>
      </dgm:t>
    </dgm:pt>
    <dgm:pt modelId="{B100EFD6-2687-46C1-B56B-0E84BA6DE09A}" type="sibTrans" cxnId="{F642EFD9-B722-478A-8288-84E15CC29B04}">
      <dgm:prSet/>
      <dgm:spPr/>
      <dgm:t>
        <a:bodyPr/>
        <a:lstStyle/>
        <a:p>
          <a:endParaRPr lang="en-US"/>
        </a:p>
      </dgm:t>
    </dgm:pt>
    <dgm:pt modelId="{4CF40E5C-A703-49DC-A676-6B32F814BB8D}">
      <dgm:prSet/>
      <dgm:spPr/>
      <dgm:t>
        <a:bodyPr/>
        <a:lstStyle/>
        <a:p>
          <a:r>
            <a:rPr lang="en-US" dirty="0"/>
            <a:t>Clustering results</a:t>
          </a:r>
        </a:p>
      </dgm:t>
    </dgm:pt>
    <dgm:pt modelId="{6ACAFEC5-BAA8-4392-A244-EC308726FA64}" type="parTrans" cxnId="{251F9CB6-3BCD-4ED5-898F-5616525AFE6A}">
      <dgm:prSet/>
      <dgm:spPr/>
      <dgm:t>
        <a:bodyPr/>
        <a:lstStyle/>
        <a:p>
          <a:endParaRPr lang="en-US"/>
        </a:p>
      </dgm:t>
    </dgm:pt>
    <dgm:pt modelId="{D7A8228D-CF2A-47D5-B281-52ECA05D4C7B}" type="sibTrans" cxnId="{251F9CB6-3BCD-4ED5-898F-5616525AFE6A}">
      <dgm:prSet/>
      <dgm:spPr/>
      <dgm:t>
        <a:bodyPr/>
        <a:lstStyle/>
        <a:p>
          <a:endParaRPr lang="en-US"/>
        </a:p>
      </dgm:t>
    </dgm:pt>
    <dgm:pt modelId="{BE9F714A-8A51-416F-95A9-BABFE4236FCF}">
      <dgm:prSet/>
      <dgm:spPr/>
      <dgm:t>
        <a:bodyPr/>
        <a:lstStyle/>
        <a:p>
          <a:r>
            <a:rPr lang="en-US" dirty="0"/>
            <a:t>Hierarchical clustering</a:t>
          </a:r>
        </a:p>
      </dgm:t>
    </dgm:pt>
    <dgm:pt modelId="{2CCD9328-93F6-4DF0-A416-10C3F8239A48}" type="parTrans" cxnId="{8AF90A75-04FB-469A-8C0B-0CAB126E6488}">
      <dgm:prSet/>
      <dgm:spPr/>
      <dgm:t>
        <a:bodyPr/>
        <a:lstStyle/>
        <a:p>
          <a:endParaRPr lang="en-US"/>
        </a:p>
      </dgm:t>
    </dgm:pt>
    <dgm:pt modelId="{10858365-D969-4B78-A452-FC8781D03574}" type="sibTrans" cxnId="{8AF90A75-04FB-469A-8C0B-0CAB126E6488}">
      <dgm:prSet/>
      <dgm:spPr/>
      <dgm:t>
        <a:bodyPr/>
        <a:lstStyle/>
        <a:p>
          <a:endParaRPr lang="en-US"/>
        </a:p>
      </dgm:t>
    </dgm:pt>
    <dgm:pt modelId="{E6FC3638-3D97-4DD3-8732-CBAE416D6048}">
      <dgm:prSet/>
      <dgm:spPr/>
      <dgm:t>
        <a:bodyPr/>
        <a:lstStyle/>
        <a:p>
          <a:r>
            <a:rPr lang="en-US" dirty="0"/>
            <a:t>PCA</a:t>
          </a:r>
        </a:p>
      </dgm:t>
    </dgm:pt>
    <dgm:pt modelId="{4F1E37FB-0A20-495D-B622-995C0FAA391A}" type="parTrans" cxnId="{E9B5F4CD-FA7D-4C3C-B5BE-E256E9C35AD8}">
      <dgm:prSet/>
      <dgm:spPr/>
      <dgm:t>
        <a:bodyPr/>
        <a:lstStyle/>
        <a:p>
          <a:endParaRPr lang="en-US"/>
        </a:p>
      </dgm:t>
    </dgm:pt>
    <dgm:pt modelId="{F3C2F16C-752E-4C02-911E-68F10A8E619B}" type="sibTrans" cxnId="{E9B5F4CD-FA7D-4C3C-B5BE-E256E9C35AD8}">
      <dgm:prSet/>
      <dgm:spPr/>
      <dgm:t>
        <a:bodyPr/>
        <a:lstStyle/>
        <a:p>
          <a:endParaRPr lang="en-US"/>
        </a:p>
      </dgm:t>
    </dgm:pt>
    <dgm:pt modelId="{10616985-4C34-411C-8210-120CE47592F7}">
      <dgm:prSet/>
      <dgm:spPr/>
      <dgm:t>
        <a:bodyPr/>
        <a:lstStyle/>
        <a:p>
          <a:r>
            <a:rPr lang="en-US" dirty="0"/>
            <a:t>Kernel PCA</a:t>
          </a:r>
        </a:p>
      </dgm:t>
    </dgm:pt>
    <dgm:pt modelId="{C31A6744-0835-4A54-A8EC-C4D43D46BB0E}" type="parTrans" cxnId="{89F849A3-4D4E-4652-B3D3-ADA54D27A179}">
      <dgm:prSet/>
      <dgm:spPr/>
      <dgm:t>
        <a:bodyPr/>
        <a:lstStyle/>
        <a:p>
          <a:endParaRPr lang="en-US"/>
        </a:p>
      </dgm:t>
    </dgm:pt>
    <dgm:pt modelId="{7F118B46-88A4-42A6-97B5-AE204D81532F}" type="sibTrans" cxnId="{89F849A3-4D4E-4652-B3D3-ADA54D27A179}">
      <dgm:prSet/>
      <dgm:spPr/>
      <dgm:t>
        <a:bodyPr/>
        <a:lstStyle/>
        <a:p>
          <a:endParaRPr lang="en-US"/>
        </a:p>
      </dgm:t>
    </dgm:pt>
    <dgm:pt modelId="{5477639A-C8EB-4153-B958-397CE980E415}">
      <dgm:prSet/>
      <dgm:spPr/>
      <dgm:t>
        <a:bodyPr/>
        <a:lstStyle/>
        <a:p>
          <a:r>
            <a:rPr lang="en-US" dirty="0"/>
            <a:t>t-SNE</a:t>
          </a:r>
        </a:p>
      </dgm:t>
    </dgm:pt>
    <dgm:pt modelId="{9E4CA33C-4EF9-43E1-A478-071389DD26FF}" type="parTrans" cxnId="{A3A591D8-B7EB-4B37-870C-C92329436BA0}">
      <dgm:prSet/>
      <dgm:spPr/>
      <dgm:t>
        <a:bodyPr/>
        <a:lstStyle/>
        <a:p>
          <a:endParaRPr lang="en-US"/>
        </a:p>
      </dgm:t>
    </dgm:pt>
    <dgm:pt modelId="{05F27049-2EF1-4EFE-9A38-0C54CE33FD7A}" type="sibTrans" cxnId="{A3A591D8-B7EB-4B37-870C-C92329436BA0}">
      <dgm:prSet/>
      <dgm:spPr/>
      <dgm:t>
        <a:bodyPr/>
        <a:lstStyle/>
        <a:p>
          <a:endParaRPr lang="en-US"/>
        </a:p>
      </dgm:t>
    </dgm:pt>
    <dgm:pt modelId="{1012168E-5838-4A87-8F0A-FEA76BCB716F}">
      <dgm:prSet/>
      <dgm:spPr/>
      <dgm:t>
        <a:bodyPr/>
        <a:lstStyle/>
        <a:p>
          <a:r>
            <a:rPr lang="en-US" dirty="0"/>
            <a:t>UMAP</a:t>
          </a:r>
        </a:p>
      </dgm:t>
    </dgm:pt>
    <dgm:pt modelId="{7B0F8292-4A56-47C1-9CF0-3E497274A125}" type="parTrans" cxnId="{71FCBFDD-BF37-402D-AE0D-09909CDD18CA}">
      <dgm:prSet/>
      <dgm:spPr/>
      <dgm:t>
        <a:bodyPr/>
        <a:lstStyle/>
        <a:p>
          <a:endParaRPr lang="en-US"/>
        </a:p>
      </dgm:t>
    </dgm:pt>
    <dgm:pt modelId="{BDEC0F57-B537-48D6-B54B-13A4DDA51E6C}" type="sibTrans" cxnId="{71FCBFDD-BF37-402D-AE0D-09909CDD18CA}">
      <dgm:prSet/>
      <dgm:spPr/>
      <dgm:t>
        <a:bodyPr/>
        <a:lstStyle/>
        <a:p>
          <a:endParaRPr lang="en-US"/>
        </a:p>
      </dgm:t>
    </dgm:pt>
    <dgm:pt modelId="{FF6C703B-55F1-4D88-AE95-CAED5056F1DD}">
      <dgm:prSet/>
      <dgm:spPr/>
      <dgm:t>
        <a:bodyPr/>
        <a:lstStyle/>
        <a:p>
          <a:r>
            <a:rPr lang="en-US" dirty="0"/>
            <a:t>NMF</a:t>
          </a:r>
        </a:p>
      </dgm:t>
    </dgm:pt>
    <dgm:pt modelId="{553EE202-B646-4029-8BC4-D024F125AEA8}" type="parTrans" cxnId="{649955EB-A9B1-45B8-9F4B-51A869C093F2}">
      <dgm:prSet/>
      <dgm:spPr/>
      <dgm:t>
        <a:bodyPr/>
        <a:lstStyle/>
        <a:p>
          <a:endParaRPr lang="en-US"/>
        </a:p>
      </dgm:t>
    </dgm:pt>
    <dgm:pt modelId="{C4403798-E35D-4B38-9751-6DD75F7316DE}" type="sibTrans" cxnId="{649955EB-A9B1-45B8-9F4B-51A869C093F2}">
      <dgm:prSet/>
      <dgm:spPr/>
      <dgm:t>
        <a:bodyPr/>
        <a:lstStyle/>
        <a:p>
          <a:endParaRPr lang="en-US"/>
        </a:p>
      </dgm:t>
    </dgm:pt>
    <dgm:pt modelId="{E6FD33E8-CFFE-4214-B46E-68A3B6BAF052}">
      <dgm:prSet/>
      <dgm:spPr/>
      <dgm:t>
        <a:bodyPr/>
        <a:lstStyle/>
        <a:p>
          <a:r>
            <a:rPr lang="en-US" b="1" dirty="0"/>
            <a:t>Wine Quality Does Not Form Natural Groups</a:t>
          </a:r>
        </a:p>
      </dgm:t>
    </dgm:pt>
    <dgm:pt modelId="{A7387786-B98E-424F-A4E8-BCFB236E3443}" type="parTrans" cxnId="{C7A3743A-737D-444A-8EAC-0D375D666CF5}">
      <dgm:prSet/>
      <dgm:spPr/>
      <dgm:t>
        <a:bodyPr/>
        <a:lstStyle/>
        <a:p>
          <a:endParaRPr lang="en-US"/>
        </a:p>
      </dgm:t>
    </dgm:pt>
    <dgm:pt modelId="{2105425D-B7BB-47AB-BE82-65CC758CE8C4}" type="sibTrans" cxnId="{C7A3743A-737D-444A-8EAC-0D375D666CF5}">
      <dgm:prSet/>
      <dgm:spPr/>
      <dgm:t>
        <a:bodyPr/>
        <a:lstStyle/>
        <a:p>
          <a:endParaRPr lang="en-US"/>
        </a:p>
      </dgm:t>
    </dgm:pt>
    <dgm:pt modelId="{09877FBE-07CF-41A8-BFC6-878306191582}">
      <dgm:prSet/>
      <dgm:spPr/>
      <dgm:t>
        <a:bodyPr/>
        <a:lstStyle/>
        <a:p>
          <a:r>
            <a:rPr lang="en-US" dirty="0"/>
            <a:t>Wine quality scores remained highly overlapping across:</a:t>
          </a:r>
        </a:p>
      </dgm:t>
    </dgm:pt>
    <dgm:pt modelId="{F268D35A-7BDC-4CEE-91A2-4D590E4D80C0}" type="parTrans" cxnId="{74D2E3CC-0709-4878-87A6-47EC98B6294E}">
      <dgm:prSet/>
      <dgm:spPr/>
      <dgm:t>
        <a:bodyPr/>
        <a:lstStyle/>
        <a:p>
          <a:endParaRPr lang="en-US"/>
        </a:p>
      </dgm:t>
    </dgm:pt>
    <dgm:pt modelId="{25F5C1ED-5A94-414C-9939-978C1E4936DE}" type="sibTrans" cxnId="{74D2E3CC-0709-4878-87A6-47EC98B6294E}">
      <dgm:prSet/>
      <dgm:spPr/>
      <dgm:t>
        <a:bodyPr/>
        <a:lstStyle/>
        <a:p>
          <a:endParaRPr lang="en-US"/>
        </a:p>
      </dgm:t>
    </dgm:pt>
    <dgm:pt modelId="{D55ABE02-C655-47D5-B431-E35F60ED9425}">
      <dgm:prSet/>
      <dgm:spPr/>
      <dgm:t>
        <a:bodyPr/>
        <a:lstStyle/>
        <a:p>
          <a:r>
            <a:rPr lang="en-US" dirty="0"/>
            <a:t>Clusters</a:t>
          </a:r>
        </a:p>
      </dgm:t>
    </dgm:pt>
    <dgm:pt modelId="{8376B90E-C278-4965-A632-84E6735DACE0}" type="parTrans" cxnId="{F69FFFDB-53A9-4C95-B938-805BE64D046F}">
      <dgm:prSet/>
      <dgm:spPr/>
      <dgm:t>
        <a:bodyPr/>
        <a:lstStyle/>
        <a:p>
          <a:endParaRPr lang="en-US"/>
        </a:p>
      </dgm:t>
    </dgm:pt>
    <dgm:pt modelId="{31051125-F67D-4C49-B40E-AD177B7C57F1}" type="sibTrans" cxnId="{F69FFFDB-53A9-4C95-B938-805BE64D046F}">
      <dgm:prSet/>
      <dgm:spPr/>
      <dgm:t>
        <a:bodyPr/>
        <a:lstStyle/>
        <a:p>
          <a:endParaRPr lang="en-US"/>
        </a:p>
      </dgm:t>
    </dgm:pt>
    <dgm:pt modelId="{4B6303C2-061D-44F1-A89C-AD09D620CC8B}">
      <dgm:prSet/>
      <dgm:spPr/>
      <dgm:t>
        <a:bodyPr/>
        <a:lstStyle/>
        <a:p>
          <a:r>
            <a:rPr lang="en-US" dirty="0"/>
            <a:t>PCA space</a:t>
          </a:r>
        </a:p>
      </dgm:t>
    </dgm:pt>
    <dgm:pt modelId="{3DB459F0-5E96-4D28-94F0-E10FDD94A67A}" type="parTrans" cxnId="{C8290127-C3B4-4352-8E62-CCF93E69B5A7}">
      <dgm:prSet/>
      <dgm:spPr/>
      <dgm:t>
        <a:bodyPr/>
        <a:lstStyle/>
        <a:p>
          <a:endParaRPr lang="en-US"/>
        </a:p>
      </dgm:t>
    </dgm:pt>
    <dgm:pt modelId="{ACFB45E2-CDAF-4D1A-9C8E-A57923A335AE}" type="sibTrans" cxnId="{C8290127-C3B4-4352-8E62-CCF93E69B5A7}">
      <dgm:prSet/>
      <dgm:spPr/>
      <dgm:t>
        <a:bodyPr/>
        <a:lstStyle/>
        <a:p>
          <a:endParaRPr lang="en-US"/>
        </a:p>
      </dgm:t>
    </dgm:pt>
    <dgm:pt modelId="{A6E3F02C-B5ED-441B-AAC7-EB3FBE2CC157}">
      <dgm:prSet/>
      <dgm:spPr/>
      <dgm:t>
        <a:bodyPr/>
        <a:lstStyle/>
        <a:p>
          <a:r>
            <a:rPr lang="en-US" dirty="0"/>
            <a:t>Nonlinear embeddings</a:t>
          </a:r>
        </a:p>
      </dgm:t>
    </dgm:pt>
    <dgm:pt modelId="{E0C14A07-A6A8-4965-BAE7-33C9242DF4B6}" type="parTrans" cxnId="{AA3A03D0-0968-4A72-9A72-0C0D6FA7F6B6}">
      <dgm:prSet/>
      <dgm:spPr/>
      <dgm:t>
        <a:bodyPr/>
        <a:lstStyle/>
        <a:p>
          <a:endParaRPr lang="en-US"/>
        </a:p>
      </dgm:t>
    </dgm:pt>
    <dgm:pt modelId="{3672D2A2-B8DF-4F68-BC2A-37EB7F33DC4F}" type="sibTrans" cxnId="{AA3A03D0-0968-4A72-9A72-0C0D6FA7F6B6}">
      <dgm:prSet/>
      <dgm:spPr/>
      <dgm:t>
        <a:bodyPr/>
        <a:lstStyle/>
        <a:p>
          <a:endParaRPr lang="en-US"/>
        </a:p>
      </dgm:t>
    </dgm:pt>
    <dgm:pt modelId="{9EE422EE-2F4E-4389-8074-F6DB93951739}">
      <dgm:prSet/>
      <dgm:spPr/>
      <dgm:t>
        <a:bodyPr/>
        <a:lstStyle/>
        <a:p>
          <a:r>
            <a:rPr lang="en-US" dirty="0"/>
            <a:t>Latent-factor representations</a:t>
          </a:r>
        </a:p>
      </dgm:t>
    </dgm:pt>
    <dgm:pt modelId="{F4FCB3B5-0222-4B0E-9166-6780D93E23E2}" type="parTrans" cxnId="{010888B1-5F94-4170-A7B2-8338669D920F}">
      <dgm:prSet/>
      <dgm:spPr/>
      <dgm:t>
        <a:bodyPr/>
        <a:lstStyle/>
        <a:p>
          <a:endParaRPr lang="en-US"/>
        </a:p>
      </dgm:t>
    </dgm:pt>
    <dgm:pt modelId="{141B24B5-0328-4848-814A-1440C2A76F95}" type="sibTrans" cxnId="{010888B1-5F94-4170-A7B2-8338669D920F}">
      <dgm:prSet/>
      <dgm:spPr/>
      <dgm:t>
        <a:bodyPr/>
        <a:lstStyle/>
        <a:p>
          <a:endParaRPr lang="en-US"/>
        </a:p>
      </dgm:t>
    </dgm:pt>
    <dgm:pt modelId="{76C6619D-895A-475B-9B12-C1D1FF9A39BB}">
      <dgm:prSet/>
      <dgm:spPr/>
      <dgm:t>
        <a:bodyPr/>
        <a:lstStyle/>
        <a:p>
          <a:r>
            <a:rPr lang="en-US" dirty="0"/>
            <a:t>This suggests that wine quality behaves more like a continuous spectrum than a set of distinct chemistry groups.</a:t>
          </a:r>
        </a:p>
      </dgm:t>
    </dgm:pt>
    <dgm:pt modelId="{74740DDC-6C78-4CF9-BFA3-37E0620FD2C6}" type="parTrans" cxnId="{A51BCAC1-0876-4A41-9704-D154ED9246F2}">
      <dgm:prSet/>
      <dgm:spPr/>
      <dgm:t>
        <a:bodyPr/>
        <a:lstStyle/>
        <a:p>
          <a:endParaRPr lang="en-US"/>
        </a:p>
      </dgm:t>
    </dgm:pt>
    <dgm:pt modelId="{A65330C5-B385-4D42-AEA3-3A290158EA7A}" type="sibTrans" cxnId="{A51BCAC1-0876-4A41-9704-D154ED9246F2}">
      <dgm:prSet/>
      <dgm:spPr/>
      <dgm:t>
        <a:bodyPr/>
        <a:lstStyle/>
        <a:p>
          <a:endParaRPr lang="en-US"/>
        </a:p>
      </dgm:t>
    </dgm:pt>
    <dgm:pt modelId="{9A895EE5-F185-4D65-89D2-9CC54E46F3D0}">
      <dgm:prSet/>
      <dgm:spPr/>
      <dgm:t>
        <a:bodyPr/>
        <a:lstStyle/>
        <a:p>
          <a:r>
            <a:rPr lang="en-US" b="1"/>
            <a:t>Additional Subgroup Structure Exists</a:t>
          </a:r>
        </a:p>
      </dgm:t>
    </dgm:pt>
    <dgm:pt modelId="{81F35FC2-AC12-406D-A14B-8AD9CC67A5F1}" type="parTrans" cxnId="{4C35EB37-D0D9-4A1E-B7E3-E5DD76343151}">
      <dgm:prSet/>
      <dgm:spPr/>
      <dgm:t>
        <a:bodyPr/>
        <a:lstStyle/>
        <a:p>
          <a:endParaRPr lang="en-US"/>
        </a:p>
      </dgm:t>
    </dgm:pt>
    <dgm:pt modelId="{E1F23F12-46EC-4419-ADBA-3D28C7D112C2}" type="sibTrans" cxnId="{4C35EB37-D0D9-4A1E-B7E3-E5DD76343151}">
      <dgm:prSet/>
      <dgm:spPr/>
      <dgm:t>
        <a:bodyPr/>
        <a:lstStyle/>
        <a:p>
          <a:endParaRPr lang="en-US"/>
        </a:p>
      </dgm:t>
    </dgm:pt>
    <dgm:pt modelId="{8526A198-92D8-4A6C-8523-EED38BAE7E1C}">
      <dgm:prSet/>
      <dgm:spPr/>
      <dgm:t>
        <a:bodyPr/>
        <a:lstStyle/>
        <a:p>
          <a:r>
            <a:rPr lang="en-US" dirty="0"/>
            <a:t>Ward Linkage, Kernel PCA, t-SNE, and UMAP all suggested the presence of meaningful subpopulations within both red and white wines.</a:t>
          </a:r>
        </a:p>
      </dgm:t>
    </dgm:pt>
    <dgm:pt modelId="{1723A2D1-C900-4819-A3C8-8B3FB70D6F32}" type="parTrans" cxnId="{724764C0-BECB-453C-A341-757CB5A573EE}">
      <dgm:prSet/>
      <dgm:spPr/>
      <dgm:t>
        <a:bodyPr/>
        <a:lstStyle/>
        <a:p>
          <a:endParaRPr lang="en-US"/>
        </a:p>
      </dgm:t>
    </dgm:pt>
    <dgm:pt modelId="{36A224BF-A0A0-452A-A6BD-14CB290BFE21}" type="sibTrans" cxnId="{724764C0-BECB-453C-A341-757CB5A573EE}">
      <dgm:prSet/>
      <dgm:spPr/>
      <dgm:t>
        <a:bodyPr/>
        <a:lstStyle/>
        <a:p>
          <a:endParaRPr lang="en-US"/>
        </a:p>
      </dgm:t>
    </dgm:pt>
    <dgm:pt modelId="{1C70E408-A298-41A8-8C50-03E53502FD7D}">
      <dgm:prSet/>
      <dgm:spPr/>
      <dgm:t>
        <a:bodyPr/>
        <a:lstStyle/>
        <a:p>
          <a:r>
            <a:rPr lang="en-US" dirty="0"/>
            <a:t>The data contains more structure than a simple:</a:t>
          </a:r>
        </a:p>
      </dgm:t>
    </dgm:pt>
    <dgm:pt modelId="{1E58591F-625D-4566-A4FB-2BDE98FDB67B}" type="parTrans" cxnId="{FA8FE9D7-45AB-4D2D-B04E-2875833F1FC2}">
      <dgm:prSet/>
      <dgm:spPr/>
      <dgm:t>
        <a:bodyPr/>
        <a:lstStyle/>
        <a:p>
          <a:endParaRPr lang="en-US"/>
        </a:p>
      </dgm:t>
    </dgm:pt>
    <dgm:pt modelId="{1FF0F0C9-0851-43BE-9673-AC73789F333C}" type="sibTrans" cxnId="{FA8FE9D7-45AB-4D2D-B04E-2875833F1FC2}">
      <dgm:prSet/>
      <dgm:spPr/>
      <dgm:t>
        <a:bodyPr/>
        <a:lstStyle/>
        <a:p>
          <a:endParaRPr lang="en-US"/>
        </a:p>
      </dgm:t>
    </dgm:pt>
    <dgm:pt modelId="{D9C27369-7332-4C40-95B6-FD277A44DDCE}">
      <dgm:prSet/>
      <dgm:spPr/>
      <dgm:t>
        <a:bodyPr/>
        <a:lstStyle/>
        <a:p>
          <a:r>
            <a:rPr lang="en-US" dirty="0"/>
            <a:t>Red Wine vs. White Wine separation</a:t>
          </a:r>
        </a:p>
      </dgm:t>
    </dgm:pt>
    <dgm:pt modelId="{0395896C-180E-4632-AA6F-AA3CB69D4E4B}" type="parTrans" cxnId="{8D53CED0-8AFE-4E12-8462-954C36400B62}">
      <dgm:prSet/>
      <dgm:spPr/>
      <dgm:t>
        <a:bodyPr/>
        <a:lstStyle/>
        <a:p>
          <a:endParaRPr lang="en-US"/>
        </a:p>
      </dgm:t>
    </dgm:pt>
    <dgm:pt modelId="{08BDE253-F630-4969-B800-5DF35E5CD127}" type="sibTrans" cxnId="{8D53CED0-8AFE-4E12-8462-954C36400B62}">
      <dgm:prSet/>
      <dgm:spPr/>
      <dgm:t>
        <a:bodyPr/>
        <a:lstStyle/>
        <a:p>
          <a:endParaRPr lang="en-US"/>
        </a:p>
      </dgm:t>
    </dgm:pt>
    <dgm:pt modelId="{FB7ADB00-99B7-41BC-B026-D0B6FD4D546C}">
      <dgm:prSet/>
      <dgm:spPr/>
      <dgm:t>
        <a:bodyPr/>
        <a:lstStyle/>
        <a:p>
          <a:r>
            <a:rPr lang="en-US" b="1"/>
            <a:t>UMAP Produced the Strongest Visualization</a:t>
          </a:r>
        </a:p>
      </dgm:t>
    </dgm:pt>
    <dgm:pt modelId="{F1C12102-3AB1-45AE-90F5-BFE89239B1D0}" type="parTrans" cxnId="{714C05EC-A7AF-4EAD-BD61-F5D743B48A39}">
      <dgm:prSet/>
      <dgm:spPr/>
      <dgm:t>
        <a:bodyPr/>
        <a:lstStyle/>
        <a:p>
          <a:endParaRPr lang="en-US"/>
        </a:p>
      </dgm:t>
    </dgm:pt>
    <dgm:pt modelId="{F20A297F-B0CD-4056-AF86-95A8A7B09F7C}" type="sibTrans" cxnId="{714C05EC-A7AF-4EAD-BD61-F5D743B48A39}">
      <dgm:prSet/>
      <dgm:spPr/>
      <dgm:t>
        <a:bodyPr/>
        <a:lstStyle/>
        <a:p>
          <a:endParaRPr lang="en-US"/>
        </a:p>
      </dgm:t>
    </dgm:pt>
    <dgm:pt modelId="{C001CFDE-A8CA-493A-8680-0523CA311AF0}">
      <dgm:prSet/>
      <dgm:spPr/>
      <dgm:t>
        <a:bodyPr/>
        <a:lstStyle/>
        <a:p>
          <a:r>
            <a:rPr lang="en-US" dirty="0"/>
            <a:t>Among all dimensionality-reduction methods:</a:t>
          </a:r>
        </a:p>
      </dgm:t>
    </dgm:pt>
    <dgm:pt modelId="{B02D0C74-D46C-4D51-8E3B-74AAA72964DE}" type="parTrans" cxnId="{99BF6E83-DCD6-4AE7-80B8-F220685446B6}">
      <dgm:prSet/>
      <dgm:spPr/>
      <dgm:t>
        <a:bodyPr/>
        <a:lstStyle/>
        <a:p>
          <a:endParaRPr lang="en-US"/>
        </a:p>
      </dgm:t>
    </dgm:pt>
    <dgm:pt modelId="{CD4F7789-43DB-417C-A263-4AC4DA6BAC69}" type="sibTrans" cxnId="{99BF6E83-DCD6-4AE7-80B8-F220685446B6}">
      <dgm:prSet/>
      <dgm:spPr/>
      <dgm:t>
        <a:bodyPr/>
        <a:lstStyle/>
        <a:p>
          <a:endParaRPr lang="en-US"/>
        </a:p>
      </dgm:t>
    </dgm:pt>
    <dgm:pt modelId="{DFF228DB-AD5C-447C-8406-A65691F038E3}">
      <dgm:prSet/>
      <dgm:spPr/>
      <dgm:t>
        <a:bodyPr/>
        <a:lstStyle/>
        <a:p>
          <a:r>
            <a:rPr lang="en-US" b="1"/>
            <a:t>Different Anomaly Methods Reveal Different Behaviors</a:t>
          </a:r>
        </a:p>
      </dgm:t>
    </dgm:pt>
    <dgm:pt modelId="{4D428C8F-D640-422B-9C82-CE31F9044812}" type="parTrans" cxnId="{3FBF971D-A542-49E9-A842-9698FD130BBF}">
      <dgm:prSet/>
      <dgm:spPr/>
      <dgm:t>
        <a:bodyPr/>
        <a:lstStyle/>
        <a:p>
          <a:endParaRPr lang="en-US"/>
        </a:p>
      </dgm:t>
    </dgm:pt>
    <dgm:pt modelId="{3E372A92-4B5A-47F7-92BC-1B4800654E17}" type="sibTrans" cxnId="{3FBF971D-A542-49E9-A842-9698FD130BBF}">
      <dgm:prSet/>
      <dgm:spPr/>
      <dgm:t>
        <a:bodyPr/>
        <a:lstStyle/>
        <a:p>
          <a:endParaRPr lang="en-US"/>
        </a:p>
      </dgm:t>
    </dgm:pt>
    <dgm:pt modelId="{F588BFE5-3B50-434B-8963-99D7C5CF23EC}">
      <dgm:prSet/>
      <dgm:spPr/>
      <dgm:t>
        <a:bodyPr/>
        <a:lstStyle/>
        <a:p>
          <a:r>
            <a:rPr lang="en-US" dirty="0"/>
            <a:t>Only </a:t>
          </a:r>
          <a:r>
            <a:rPr lang="en-US" b="1" dirty="0"/>
            <a:t>36.09%</a:t>
          </a:r>
          <a:r>
            <a:rPr lang="en-US" dirty="0"/>
            <a:t> of anomalies were shared between methods.</a:t>
          </a:r>
        </a:p>
      </dgm:t>
    </dgm:pt>
    <dgm:pt modelId="{56294881-6418-4E41-9B4A-86EBB0D4B89A}" type="parTrans" cxnId="{CDD3A781-753B-4B76-928C-7F26A549A5A5}">
      <dgm:prSet/>
      <dgm:spPr/>
      <dgm:t>
        <a:bodyPr/>
        <a:lstStyle/>
        <a:p>
          <a:endParaRPr lang="en-US"/>
        </a:p>
      </dgm:t>
    </dgm:pt>
    <dgm:pt modelId="{00654CE8-69E5-4195-B86B-B0F8B1A8F838}" type="sibTrans" cxnId="{CDD3A781-753B-4B76-928C-7F26A549A5A5}">
      <dgm:prSet/>
      <dgm:spPr/>
      <dgm:t>
        <a:bodyPr/>
        <a:lstStyle/>
        <a:p>
          <a:endParaRPr lang="en-US"/>
        </a:p>
      </dgm:t>
    </dgm:pt>
    <dgm:pt modelId="{E23B977E-B382-42DF-8077-FCAE748CD2F1}">
      <dgm:prSet/>
      <dgm:spPr/>
      <dgm:t>
        <a:bodyPr/>
        <a:lstStyle/>
        <a:p>
          <a:r>
            <a:rPr lang="en-US" dirty="0"/>
            <a:t>This indicates that anomaly behavior depends strongly on how unusual observations are defined.</a:t>
          </a:r>
        </a:p>
      </dgm:t>
    </dgm:pt>
    <dgm:pt modelId="{07005706-FBAC-40F7-997C-0FC345147173}" type="parTrans" cxnId="{EA8FFA98-8555-4FCB-9BB8-1D3723F6A232}">
      <dgm:prSet/>
      <dgm:spPr/>
      <dgm:t>
        <a:bodyPr/>
        <a:lstStyle/>
        <a:p>
          <a:endParaRPr lang="en-US"/>
        </a:p>
      </dgm:t>
    </dgm:pt>
    <dgm:pt modelId="{B6FAB292-41D9-4927-985D-93033E0F1BA4}" type="sibTrans" cxnId="{EA8FFA98-8555-4FCB-9BB8-1D3723F6A232}">
      <dgm:prSet/>
      <dgm:spPr/>
      <dgm:t>
        <a:bodyPr/>
        <a:lstStyle/>
        <a:p>
          <a:endParaRPr lang="en-US"/>
        </a:p>
      </dgm:t>
    </dgm:pt>
    <dgm:pt modelId="{557AC185-EDFF-4002-BCCA-541959CDD649}">
      <dgm:prSet/>
      <dgm:spPr/>
      <dgm:t>
        <a:bodyPr/>
        <a:lstStyle/>
        <a:p>
          <a:r>
            <a:rPr lang="en-US" b="1"/>
            <a:t>Overall Project Insight</a:t>
          </a:r>
        </a:p>
      </dgm:t>
    </dgm:pt>
    <dgm:pt modelId="{16636B69-7363-4539-A998-4BA815C97F05}" type="parTrans" cxnId="{7DC1CF75-DF18-498C-B777-B8840559806E}">
      <dgm:prSet/>
      <dgm:spPr/>
      <dgm:t>
        <a:bodyPr/>
        <a:lstStyle/>
        <a:p>
          <a:endParaRPr lang="en-US"/>
        </a:p>
      </dgm:t>
    </dgm:pt>
    <dgm:pt modelId="{980822A0-49DC-435A-9402-25230BB26F9C}" type="sibTrans" cxnId="{7DC1CF75-DF18-498C-B777-B8840559806E}">
      <dgm:prSet/>
      <dgm:spPr/>
      <dgm:t>
        <a:bodyPr/>
        <a:lstStyle/>
        <a:p>
          <a:endParaRPr lang="en-US"/>
        </a:p>
      </dgm:t>
    </dgm:pt>
    <dgm:pt modelId="{0C8579A1-8AB7-402A-982F-879F342A88FA}">
      <dgm:prSet/>
      <dgm:spPr/>
      <dgm:t>
        <a:bodyPr/>
        <a:lstStyle/>
        <a:p>
          <a:r>
            <a:rPr lang="en-US" dirty="0"/>
            <a:t>Multiple independent methods arrived </a:t>
          </a:r>
          <a:r>
            <a:rPr lang="en-US"/>
            <a:t>at the same conclusion:</a:t>
          </a:r>
          <a:endParaRPr lang="en-US" dirty="0"/>
        </a:p>
      </dgm:t>
    </dgm:pt>
    <dgm:pt modelId="{A633AAA3-154B-4546-AA97-8CDB8DE7EB50}" type="parTrans" cxnId="{83515D81-5908-43B3-BCFD-BFFEAD84D882}">
      <dgm:prSet/>
      <dgm:spPr/>
      <dgm:t>
        <a:bodyPr/>
        <a:lstStyle/>
        <a:p>
          <a:endParaRPr lang="en-US"/>
        </a:p>
      </dgm:t>
    </dgm:pt>
    <dgm:pt modelId="{327BEDEE-CAEE-4D34-8CE2-9537F4F2E206}" type="sibTrans" cxnId="{83515D81-5908-43B3-BCFD-BFFEAD84D882}">
      <dgm:prSet/>
      <dgm:spPr/>
      <dgm:t>
        <a:bodyPr/>
        <a:lstStyle/>
        <a:p>
          <a:endParaRPr lang="en-US"/>
        </a:p>
      </dgm:t>
    </dgm:pt>
    <dgm:pt modelId="{3F4DC72E-E091-45A3-922C-5E2D9BE926A6}">
      <dgm:prSet/>
      <dgm:spPr/>
      <dgm:t>
        <a:bodyPr/>
        <a:lstStyle/>
        <a:p>
          <a:r>
            <a:rPr lang="en-US" dirty="0"/>
            <a:t>Wine Type drives the majority </a:t>
          </a:r>
          <a:r>
            <a:rPr lang="en-US"/>
            <a:t>of structure within the Wine Quality dataset.</a:t>
          </a:r>
          <a:endParaRPr lang="en-US" dirty="0"/>
        </a:p>
      </dgm:t>
    </dgm:pt>
    <dgm:pt modelId="{14A4B1EF-5785-4468-806C-7E152A3B4011}" type="parTrans" cxnId="{DE60C7B6-5855-4F74-B51E-F731774C0A9A}">
      <dgm:prSet/>
      <dgm:spPr/>
      <dgm:t>
        <a:bodyPr/>
        <a:lstStyle/>
        <a:p>
          <a:endParaRPr lang="en-US"/>
        </a:p>
      </dgm:t>
    </dgm:pt>
    <dgm:pt modelId="{23002BF2-C06A-406B-B7C6-78A1C524E4F1}" type="sibTrans" cxnId="{DE60C7B6-5855-4F74-B51E-F731774C0A9A}">
      <dgm:prSet/>
      <dgm:spPr/>
      <dgm:t>
        <a:bodyPr/>
        <a:lstStyle/>
        <a:p>
          <a:endParaRPr lang="en-US"/>
        </a:p>
      </dgm:t>
    </dgm:pt>
    <dgm:pt modelId="{44557FA1-4FDC-4B6C-91FF-AE1E8C729069}">
      <dgm:prSet/>
      <dgm:spPr/>
      <dgm:t>
        <a:bodyPr/>
        <a:lstStyle/>
        <a:p>
          <a:r>
            <a:rPr lang="en-US"/>
            <a:t>Best separation</a:t>
          </a:r>
          <a:endParaRPr lang="en-US" dirty="0"/>
        </a:p>
      </dgm:t>
    </dgm:pt>
    <dgm:pt modelId="{3BA7E141-8683-417F-A0A1-B6FD91C8ACB4}" type="parTrans" cxnId="{5E450071-EF70-4D5B-A2A5-7D9A6B2D8BF2}">
      <dgm:prSet/>
      <dgm:spPr/>
      <dgm:t>
        <a:bodyPr/>
        <a:lstStyle/>
        <a:p>
          <a:endParaRPr lang="en-US"/>
        </a:p>
      </dgm:t>
    </dgm:pt>
    <dgm:pt modelId="{F37E6644-01DC-4377-B301-FBDE485E4275}" type="sibTrans" cxnId="{5E450071-EF70-4D5B-A2A5-7D9A6B2D8BF2}">
      <dgm:prSet/>
      <dgm:spPr/>
      <dgm:t>
        <a:bodyPr/>
        <a:lstStyle/>
        <a:p>
          <a:endParaRPr lang="en-US"/>
        </a:p>
      </dgm:t>
    </dgm:pt>
    <dgm:pt modelId="{313F9488-2130-4A9C-BCBB-D7823E54FF13}">
      <dgm:prSet/>
      <dgm:spPr/>
      <dgm:t>
        <a:bodyPr/>
        <a:lstStyle/>
        <a:p>
          <a:r>
            <a:rPr lang="en-US"/>
            <a:t>Best structure preservation</a:t>
          </a:r>
          <a:endParaRPr lang="en-US" dirty="0"/>
        </a:p>
      </dgm:t>
    </dgm:pt>
    <dgm:pt modelId="{CB4BF7D2-4DF5-4192-8457-DB3F58E5C8D9}" type="parTrans" cxnId="{C6B6C84A-6995-402F-A270-79023C3BE863}">
      <dgm:prSet/>
      <dgm:spPr/>
      <dgm:t>
        <a:bodyPr/>
        <a:lstStyle/>
        <a:p>
          <a:endParaRPr lang="en-US"/>
        </a:p>
      </dgm:t>
    </dgm:pt>
    <dgm:pt modelId="{9B39C3EE-1DC8-47AD-AA1C-0BCAABDD67CA}" type="sibTrans" cxnId="{C6B6C84A-6995-402F-A270-79023C3BE863}">
      <dgm:prSet/>
      <dgm:spPr/>
      <dgm:t>
        <a:bodyPr/>
        <a:lstStyle/>
        <a:p>
          <a:endParaRPr lang="en-US"/>
        </a:p>
      </dgm:t>
    </dgm:pt>
    <dgm:pt modelId="{4920D52D-1B53-4A64-A843-9E038607CADB}">
      <dgm:prSet/>
      <dgm:spPr/>
      <dgm:t>
        <a:bodyPr/>
        <a:lstStyle/>
        <a:p>
          <a:r>
            <a:rPr lang="en-US"/>
            <a:t>Most interpretable embedding</a:t>
          </a:r>
          <a:endParaRPr lang="en-US" dirty="0"/>
        </a:p>
      </dgm:t>
    </dgm:pt>
    <dgm:pt modelId="{5DF568F8-A850-499A-99BA-B0745979A5B6}" type="parTrans" cxnId="{22060D6D-C223-42F9-8B3D-7645BF14C34F}">
      <dgm:prSet/>
      <dgm:spPr/>
      <dgm:t>
        <a:bodyPr/>
        <a:lstStyle/>
        <a:p>
          <a:endParaRPr lang="en-US"/>
        </a:p>
      </dgm:t>
    </dgm:pt>
    <dgm:pt modelId="{F649F0E0-B3EA-419E-8EC5-1DCB289D5BF8}" type="sibTrans" cxnId="{22060D6D-C223-42F9-8B3D-7645BF14C34F}">
      <dgm:prSet/>
      <dgm:spPr/>
      <dgm:t>
        <a:bodyPr/>
        <a:lstStyle/>
        <a:p>
          <a:endParaRPr lang="en-US"/>
        </a:p>
      </dgm:t>
    </dgm:pt>
    <dgm:pt modelId="{20ACAA40-271B-4A04-95EF-CF0D4488CA10}">
      <dgm:prSet/>
      <dgm:spPr/>
      <dgm:t>
        <a:bodyPr/>
        <a:lstStyle/>
        <a:p>
          <a:r>
            <a:rPr lang="en-US" dirty="0"/>
            <a:t>Provided the clearest representation of the dataset</a:t>
          </a:r>
          <a:endParaRPr lang="en-US" b="1" dirty="0"/>
        </a:p>
      </dgm:t>
    </dgm:pt>
    <dgm:pt modelId="{6FBC1515-8C56-44E3-B959-9946C1253D6C}" type="parTrans" cxnId="{665C0725-E527-4BBD-B5BE-3F5C1CD58787}">
      <dgm:prSet/>
      <dgm:spPr/>
      <dgm:t>
        <a:bodyPr/>
        <a:lstStyle/>
        <a:p>
          <a:endParaRPr lang="en-US"/>
        </a:p>
      </dgm:t>
    </dgm:pt>
    <dgm:pt modelId="{7E4252ED-FE54-499E-AF85-03C9E6B0FC1F}" type="sibTrans" cxnId="{665C0725-E527-4BBD-B5BE-3F5C1CD58787}">
      <dgm:prSet/>
      <dgm:spPr/>
      <dgm:t>
        <a:bodyPr/>
        <a:lstStyle/>
        <a:p>
          <a:endParaRPr lang="en-US"/>
        </a:p>
      </dgm:t>
    </dgm:pt>
    <dgm:pt modelId="{8EAD7BF1-7739-4DF3-AD5B-39FDCDF89FC8}" type="pres">
      <dgm:prSet presAssocID="{AFCE16FB-75E3-4A66-9586-E7DB29124F30}" presName="Name0" presStyleCnt="0">
        <dgm:presLayoutVars>
          <dgm:dir/>
          <dgm:animLvl val="lvl"/>
          <dgm:resizeHandles val="exact"/>
        </dgm:presLayoutVars>
      </dgm:prSet>
      <dgm:spPr/>
    </dgm:pt>
    <dgm:pt modelId="{7800F4C4-19D5-477B-BA40-470F1583DCDC}" type="pres">
      <dgm:prSet presAssocID="{FA93E15B-F586-4E4D-A36A-F6F9CEBE36C0}" presName="composite" presStyleCnt="0"/>
      <dgm:spPr/>
    </dgm:pt>
    <dgm:pt modelId="{556DDBC8-F064-4409-9EEF-B5BF65E3D3F8}" type="pres">
      <dgm:prSet presAssocID="{FA93E15B-F586-4E4D-A36A-F6F9CEBE36C0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0C07878A-DE79-4A55-ABCA-E2B6C30D5808}" type="pres">
      <dgm:prSet presAssocID="{FA93E15B-F586-4E4D-A36A-F6F9CEBE36C0}" presName="desTx" presStyleLbl="alignAccFollowNode1" presStyleIdx="0" presStyleCnt="6">
        <dgm:presLayoutVars>
          <dgm:bulletEnabled val="1"/>
        </dgm:presLayoutVars>
      </dgm:prSet>
      <dgm:spPr/>
    </dgm:pt>
    <dgm:pt modelId="{7DAA97A8-28A7-4740-87D9-CF37F8C9C31F}" type="pres">
      <dgm:prSet presAssocID="{55D28D93-888C-4E09-B695-1ED71B245DA8}" presName="space" presStyleCnt="0"/>
      <dgm:spPr/>
    </dgm:pt>
    <dgm:pt modelId="{11481820-D410-4C96-BA7E-DD32D149355B}" type="pres">
      <dgm:prSet presAssocID="{E6FD33E8-CFFE-4214-B46E-68A3B6BAF052}" presName="composite" presStyleCnt="0"/>
      <dgm:spPr/>
    </dgm:pt>
    <dgm:pt modelId="{CA930224-66F5-4F4C-9C4B-25AC3C89F9A5}" type="pres">
      <dgm:prSet presAssocID="{E6FD33E8-CFFE-4214-B46E-68A3B6BAF052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589BE48A-0DF6-4730-B0A0-55133D959F51}" type="pres">
      <dgm:prSet presAssocID="{E6FD33E8-CFFE-4214-B46E-68A3B6BAF052}" presName="desTx" presStyleLbl="alignAccFollowNode1" presStyleIdx="1" presStyleCnt="6">
        <dgm:presLayoutVars>
          <dgm:bulletEnabled val="1"/>
        </dgm:presLayoutVars>
      </dgm:prSet>
      <dgm:spPr/>
    </dgm:pt>
    <dgm:pt modelId="{0A8A8B64-C5A6-46DB-A114-7558BF396E8F}" type="pres">
      <dgm:prSet presAssocID="{2105425D-B7BB-47AB-BE82-65CC758CE8C4}" presName="space" presStyleCnt="0"/>
      <dgm:spPr/>
    </dgm:pt>
    <dgm:pt modelId="{9D34E335-0680-4CC3-B539-304A83859790}" type="pres">
      <dgm:prSet presAssocID="{9A895EE5-F185-4D65-89D2-9CC54E46F3D0}" presName="composite" presStyleCnt="0"/>
      <dgm:spPr/>
    </dgm:pt>
    <dgm:pt modelId="{C6165C02-0117-4633-9022-5840F7D0C48F}" type="pres">
      <dgm:prSet presAssocID="{9A895EE5-F185-4D65-89D2-9CC54E46F3D0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74F5FFCC-EEB9-4C2A-8FFC-899C54B4DA95}" type="pres">
      <dgm:prSet presAssocID="{9A895EE5-F185-4D65-89D2-9CC54E46F3D0}" presName="desTx" presStyleLbl="alignAccFollowNode1" presStyleIdx="2" presStyleCnt="6">
        <dgm:presLayoutVars>
          <dgm:bulletEnabled val="1"/>
        </dgm:presLayoutVars>
      </dgm:prSet>
      <dgm:spPr/>
    </dgm:pt>
    <dgm:pt modelId="{2B881B09-81CF-4269-A70C-B74E163BB18A}" type="pres">
      <dgm:prSet presAssocID="{E1F23F12-46EC-4419-ADBA-3D28C7D112C2}" presName="space" presStyleCnt="0"/>
      <dgm:spPr/>
    </dgm:pt>
    <dgm:pt modelId="{AD3DF52F-D40B-4458-B6AC-B816B2A657BC}" type="pres">
      <dgm:prSet presAssocID="{FB7ADB00-99B7-41BC-B026-D0B6FD4D546C}" presName="composite" presStyleCnt="0"/>
      <dgm:spPr/>
    </dgm:pt>
    <dgm:pt modelId="{0C31695E-6B2E-4B74-B87E-23F4ECFDD8DF}" type="pres">
      <dgm:prSet presAssocID="{FB7ADB00-99B7-41BC-B026-D0B6FD4D546C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3D7B662F-DA4C-4710-BDAD-FE56BB8CB9A6}" type="pres">
      <dgm:prSet presAssocID="{FB7ADB00-99B7-41BC-B026-D0B6FD4D546C}" presName="desTx" presStyleLbl="alignAccFollowNode1" presStyleIdx="3" presStyleCnt="6">
        <dgm:presLayoutVars>
          <dgm:bulletEnabled val="1"/>
        </dgm:presLayoutVars>
      </dgm:prSet>
      <dgm:spPr/>
    </dgm:pt>
    <dgm:pt modelId="{3D766340-2762-4FAB-BBE1-A3381A49F98F}" type="pres">
      <dgm:prSet presAssocID="{F20A297F-B0CD-4056-AF86-95A8A7B09F7C}" presName="space" presStyleCnt="0"/>
      <dgm:spPr/>
    </dgm:pt>
    <dgm:pt modelId="{4533CD09-DA71-45EF-8EBB-3CBF05755784}" type="pres">
      <dgm:prSet presAssocID="{DFF228DB-AD5C-447C-8406-A65691F038E3}" presName="composite" presStyleCnt="0"/>
      <dgm:spPr/>
    </dgm:pt>
    <dgm:pt modelId="{B3318D2D-5B14-4EF9-8CAA-94473CDB5929}" type="pres">
      <dgm:prSet presAssocID="{DFF228DB-AD5C-447C-8406-A65691F038E3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F536B292-5BBC-449F-A983-373A152E4F39}" type="pres">
      <dgm:prSet presAssocID="{DFF228DB-AD5C-447C-8406-A65691F038E3}" presName="desTx" presStyleLbl="alignAccFollowNode1" presStyleIdx="4" presStyleCnt="6">
        <dgm:presLayoutVars>
          <dgm:bulletEnabled val="1"/>
        </dgm:presLayoutVars>
      </dgm:prSet>
      <dgm:spPr/>
    </dgm:pt>
    <dgm:pt modelId="{F6D8725C-0CA3-4C45-90FA-046237ADFF65}" type="pres">
      <dgm:prSet presAssocID="{3E372A92-4B5A-47F7-92BC-1B4800654E17}" presName="space" presStyleCnt="0"/>
      <dgm:spPr/>
    </dgm:pt>
    <dgm:pt modelId="{D6D2BCD4-C095-4539-93C3-C0323D807FAB}" type="pres">
      <dgm:prSet presAssocID="{557AC185-EDFF-4002-BCCA-541959CDD649}" presName="composite" presStyleCnt="0"/>
      <dgm:spPr/>
    </dgm:pt>
    <dgm:pt modelId="{1C7A61F5-26AC-40B5-9B9A-5D5903449F9F}" type="pres">
      <dgm:prSet presAssocID="{557AC185-EDFF-4002-BCCA-541959CDD649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EC606827-CBA3-4F99-B4F7-C199EBE7B11E}" type="pres">
      <dgm:prSet presAssocID="{557AC185-EDFF-4002-BCCA-541959CDD649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51E71A05-F2E1-40BA-84F5-3A1F84D80C5F}" type="presOf" srcId="{0C8579A1-8AB7-402A-982F-879F342A88FA}" destId="{EC606827-CBA3-4F99-B4F7-C199EBE7B11E}" srcOrd="0" destOrd="0" presId="urn:microsoft.com/office/officeart/2005/8/layout/hList1"/>
    <dgm:cxn modelId="{8A782606-D470-458D-9B70-64BF87E25D07}" type="presOf" srcId="{FF6C703B-55F1-4D88-AE95-CAED5056F1DD}" destId="{0C07878A-DE79-4A55-ABCA-E2B6C30D5808}" srcOrd="0" destOrd="8" presId="urn:microsoft.com/office/officeart/2005/8/layout/hList1"/>
    <dgm:cxn modelId="{5CD25D08-4D0F-4A46-9806-5EED5E9D9806}" type="presOf" srcId="{76C6619D-895A-475B-9B12-C1D1FF9A39BB}" destId="{589BE48A-0DF6-4730-B0A0-55133D959F51}" srcOrd="0" destOrd="5" presId="urn:microsoft.com/office/officeart/2005/8/layout/hList1"/>
    <dgm:cxn modelId="{A475550B-B85B-44F3-8D58-85BE998905B0}" type="presOf" srcId="{C001CFDE-A8CA-493A-8680-0523CA311AF0}" destId="{3D7B662F-DA4C-4710-BDAD-FE56BB8CB9A6}" srcOrd="0" destOrd="1" presId="urn:microsoft.com/office/officeart/2005/8/layout/hList1"/>
    <dgm:cxn modelId="{77866E10-35D0-4A24-9A0E-6DDA8A7603E9}" type="presOf" srcId="{E6FD33E8-CFFE-4214-B46E-68A3B6BAF052}" destId="{CA930224-66F5-4F4C-9C4B-25AC3C89F9A5}" srcOrd="0" destOrd="0" presId="urn:microsoft.com/office/officeart/2005/8/layout/hList1"/>
    <dgm:cxn modelId="{3FBF971D-A542-49E9-A842-9698FD130BBF}" srcId="{AFCE16FB-75E3-4A66-9586-E7DB29124F30}" destId="{DFF228DB-AD5C-447C-8406-A65691F038E3}" srcOrd="4" destOrd="0" parTransId="{4D428C8F-D640-422B-9C82-CE31F9044812}" sibTransId="{3E372A92-4B5A-47F7-92BC-1B4800654E17}"/>
    <dgm:cxn modelId="{665C0725-E527-4BBD-B5BE-3F5C1CD58787}" srcId="{FB7ADB00-99B7-41BC-B026-D0B6FD4D546C}" destId="{20ACAA40-271B-4A04-95EF-CF0D4488CA10}" srcOrd="0" destOrd="0" parTransId="{6FBC1515-8C56-44E3-B959-9946C1253D6C}" sibTransId="{7E4252ED-FE54-499E-AF85-03C9E6B0FC1F}"/>
    <dgm:cxn modelId="{E1A94726-646A-4C9C-8C20-46A9AF76F348}" type="presOf" srcId="{557AC185-EDFF-4002-BCCA-541959CDD649}" destId="{1C7A61F5-26AC-40B5-9B9A-5D5903449F9F}" srcOrd="0" destOrd="0" presId="urn:microsoft.com/office/officeart/2005/8/layout/hList1"/>
    <dgm:cxn modelId="{C8290127-C3B4-4352-8E62-CCF93E69B5A7}" srcId="{E6FD33E8-CFFE-4214-B46E-68A3B6BAF052}" destId="{4B6303C2-061D-44F1-A89C-AD09D620CC8B}" srcOrd="2" destOrd="0" parTransId="{3DB459F0-5E96-4D28-94F0-E10FDD94A67A}" sibTransId="{ACFB45E2-CDAF-4D1A-9C8E-A57923A335AE}"/>
    <dgm:cxn modelId="{FA770729-F1F8-4130-8FE5-DC0BF78D30C3}" type="presOf" srcId="{E6FC3638-3D97-4DD3-8732-CBAE416D6048}" destId="{0C07878A-DE79-4A55-ABCA-E2B6C30D5808}" srcOrd="0" destOrd="4" presId="urn:microsoft.com/office/officeart/2005/8/layout/hList1"/>
    <dgm:cxn modelId="{1207E32E-1A9C-44BC-A667-CB1DA8C50FA4}" type="presOf" srcId="{09877FBE-07CF-41A8-BFC6-878306191582}" destId="{589BE48A-0DF6-4730-B0A0-55133D959F51}" srcOrd="0" destOrd="0" presId="urn:microsoft.com/office/officeart/2005/8/layout/hList1"/>
    <dgm:cxn modelId="{67C6DF31-2B7C-44A6-B91E-94FE90A3BEAE}" type="presOf" srcId="{A6E3F02C-B5ED-441B-AAC7-EB3FBE2CC157}" destId="{589BE48A-0DF6-4730-B0A0-55133D959F51}" srcOrd="0" destOrd="3" presId="urn:microsoft.com/office/officeart/2005/8/layout/hList1"/>
    <dgm:cxn modelId="{0B96F231-F562-40BB-BFF4-F9C347579C02}" type="presOf" srcId="{FB7ADB00-99B7-41BC-B026-D0B6FD4D546C}" destId="{0C31695E-6B2E-4B74-B87E-23F4ECFDD8DF}" srcOrd="0" destOrd="0" presId="urn:microsoft.com/office/officeart/2005/8/layout/hList1"/>
    <dgm:cxn modelId="{4C35EB37-D0D9-4A1E-B7E3-E5DD76343151}" srcId="{AFCE16FB-75E3-4A66-9586-E7DB29124F30}" destId="{9A895EE5-F185-4D65-89D2-9CC54E46F3D0}" srcOrd="2" destOrd="0" parTransId="{81F35FC2-AC12-406D-A14B-8AD9CC67A5F1}" sibTransId="{E1F23F12-46EC-4419-ADBA-3D28C7D112C2}"/>
    <dgm:cxn modelId="{C7A3743A-737D-444A-8EAC-0D375D666CF5}" srcId="{AFCE16FB-75E3-4A66-9586-E7DB29124F30}" destId="{E6FD33E8-CFFE-4214-B46E-68A3B6BAF052}" srcOrd="1" destOrd="0" parTransId="{A7387786-B98E-424F-A4E8-BCFB236E3443}" sibTransId="{2105425D-B7BB-47AB-BE82-65CC758CE8C4}"/>
    <dgm:cxn modelId="{E56AF062-3B66-494A-BDD0-C3204881376B}" type="presOf" srcId="{44557FA1-4FDC-4B6C-91FF-AE1E8C729069}" destId="{3D7B662F-DA4C-4710-BDAD-FE56BB8CB9A6}" srcOrd="0" destOrd="2" presId="urn:microsoft.com/office/officeart/2005/8/layout/hList1"/>
    <dgm:cxn modelId="{0970C963-95B6-4CC3-BC5A-35546B3309E9}" type="presOf" srcId="{DFF228DB-AD5C-447C-8406-A65691F038E3}" destId="{B3318D2D-5B14-4EF9-8CAA-94473CDB5929}" srcOrd="0" destOrd="0" presId="urn:microsoft.com/office/officeart/2005/8/layout/hList1"/>
    <dgm:cxn modelId="{C6B6C84A-6995-402F-A270-79023C3BE863}" srcId="{C001CFDE-A8CA-493A-8680-0523CA311AF0}" destId="{313F9488-2130-4A9C-BCBB-D7823E54FF13}" srcOrd="1" destOrd="0" parTransId="{CB4BF7D2-4DF5-4192-8457-DB3F58E5C8D9}" sibTransId="{9B39C3EE-1DC8-47AD-AA1C-0BCAABDD67CA}"/>
    <dgm:cxn modelId="{522B954B-64DF-4BF1-8155-E42C70FF264A}" type="presOf" srcId="{9A895EE5-F185-4D65-89D2-9CC54E46F3D0}" destId="{C6165C02-0117-4633-9022-5840F7D0C48F}" srcOrd="0" destOrd="0" presId="urn:microsoft.com/office/officeart/2005/8/layout/hList1"/>
    <dgm:cxn modelId="{22060D6D-C223-42F9-8B3D-7645BF14C34F}" srcId="{C001CFDE-A8CA-493A-8680-0523CA311AF0}" destId="{4920D52D-1B53-4A64-A843-9E038607CADB}" srcOrd="2" destOrd="0" parTransId="{5DF568F8-A850-499A-99BA-B0745979A5B6}" sibTransId="{F649F0E0-B3EA-419E-8EC5-1DCB289D5BF8}"/>
    <dgm:cxn modelId="{AF1A8670-1FFC-48DB-8773-480FEBB5CED9}" type="presOf" srcId="{E23B977E-B382-42DF-8077-FCAE748CD2F1}" destId="{F536B292-5BBC-449F-A983-373A152E4F39}" srcOrd="0" destOrd="1" presId="urn:microsoft.com/office/officeart/2005/8/layout/hList1"/>
    <dgm:cxn modelId="{5E450071-EF70-4D5B-A2A5-7D9A6B2D8BF2}" srcId="{C001CFDE-A8CA-493A-8680-0523CA311AF0}" destId="{44557FA1-4FDC-4B6C-91FF-AE1E8C729069}" srcOrd="0" destOrd="0" parTransId="{3BA7E141-8683-417F-A0A1-B6FD91C8ACB4}" sibTransId="{F37E6644-01DC-4377-B301-FBDE485E4275}"/>
    <dgm:cxn modelId="{A57C7A74-B84E-4A0E-87F1-6B93C6382EE6}" type="presOf" srcId="{F588BFE5-3B50-434B-8963-99D7C5CF23EC}" destId="{F536B292-5BBC-449F-A983-373A152E4F39}" srcOrd="0" destOrd="0" presId="urn:microsoft.com/office/officeart/2005/8/layout/hList1"/>
    <dgm:cxn modelId="{8AF90A75-04FB-469A-8C0B-0CAB126E6488}" srcId="{55E77FD9-1A78-4569-80B0-E1265B0BDD40}" destId="{BE9F714A-8A51-416F-95A9-BABFE4236FCF}" srcOrd="1" destOrd="0" parTransId="{2CCD9328-93F6-4DF0-A416-10C3F8239A48}" sibTransId="{10858365-D969-4B78-A452-FC8781D03574}"/>
    <dgm:cxn modelId="{7DC1CF75-DF18-498C-B777-B8840559806E}" srcId="{AFCE16FB-75E3-4A66-9586-E7DB29124F30}" destId="{557AC185-EDFF-4002-BCCA-541959CDD649}" srcOrd="5" destOrd="0" parTransId="{16636B69-7363-4539-A998-4BA815C97F05}" sibTransId="{980822A0-49DC-435A-9402-25230BB26F9C}"/>
    <dgm:cxn modelId="{745EBF76-4D86-4127-811A-F63A22717B1D}" type="presOf" srcId="{20ACAA40-271B-4A04-95EF-CF0D4488CA10}" destId="{3D7B662F-DA4C-4710-BDAD-FE56BB8CB9A6}" srcOrd="0" destOrd="0" presId="urn:microsoft.com/office/officeart/2005/8/layout/hList1"/>
    <dgm:cxn modelId="{AA7ED378-0591-4E6B-9502-30A7F59E9DAB}" srcId="{FA93E15B-F586-4E4D-A36A-F6F9CEBE36C0}" destId="{DD76ABFC-8988-4323-A9A6-0F6771AE0594}" srcOrd="0" destOrd="0" parTransId="{6F07DB3B-C3AD-4244-B1D3-24FFFB644404}" sibTransId="{5CC442B8-0F8F-48BD-ABE8-FE56C6EF251D}"/>
    <dgm:cxn modelId="{FD6C6659-56C0-4A1D-B852-A1A0315EAA5C}" type="presOf" srcId="{55E77FD9-1A78-4569-80B0-E1265B0BDD40}" destId="{0C07878A-DE79-4A55-ABCA-E2B6C30D5808}" srcOrd="0" destOrd="1" presId="urn:microsoft.com/office/officeart/2005/8/layout/hList1"/>
    <dgm:cxn modelId="{222E545A-1D3D-4E08-8AC4-26E5F1CE48DC}" type="presOf" srcId="{D9C27369-7332-4C40-95B6-FD277A44DDCE}" destId="{74F5FFCC-EEB9-4C2A-8FFC-899C54B4DA95}" srcOrd="0" destOrd="2" presId="urn:microsoft.com/office/officeart/2005/8/layout/hList1"/>
    <dgm:cxn modelId="{BB2C3A7B-F95F-4F22-8BCA-48D2F7C2F83E}" type="presOf" srcId="{D55ABE02-C655-47D5-B431-E35F60ED9425}" destId="{589BE48A-0DF6-4730-B0A0-55133D959F51}" srcOrd="0" destOrd="1" presId="urn:microsoft.com/office/officeart/2005/8/layout/hList1"/>
    <dgm:cxn modelId="{83515D81-5908-43B3-BCFD-BFFEAD84D882}" srcId="{557AC185-EDFF-4002-BCCA-541959CDD649}" destId="{0C8579A1-8AB7-402A-982F-879F342A88FA}" srcOrd="0" destOrd="0" parTransId="{A633AAA3-154B-4546-AA97-8CDB8DE7EB50}" sibTransId="{327BEDEE-CAEE-4D34-8CE2-9537F4F2E206}"/>
    <dgm:cxn modelId="{98F54D81-EC09-408F-8E01-F1D826B2A934}" type="presOf" srcId="{DD76ABFC-8988-4323-A9A6-0F6771AE0594}" destId="{0C07878A-DE79-4A55-ABCA-E2B6C30D5808}" srcOrd="0" destOrd="0" presId="urn:microsoft.com/office/officeart/2005/8/layout/hList1"/>
    <dgm:cxn modelId="{CDD3A781-753B-4B76-928C-7F26A549A5A5}" srcId="{DFF228DB-AD5C-447C-8406-A65691F038E3}" destId="{F588BFE5-3B50-434B-8963-99D7C5CF23EC}" srcOrd="0" destOrd="0" parTransId="{56294881-6418-4E41-9B4A-86EBB0D4B89A}" sibTransId="{00654CE8-69E5-4195-B86B-B0F8B1A8F838}"/>
    <dgm:cxn modelId="{DD58B782-7A43-4326-A051-499D1AEF810B}" type="presOf" srcId="{9EE422EE-2F4E-4389-8074-F6DB93951739}" destId="{589BE48A-0DF6-4730-B0A0-55133D959F51}" srcOrd="0" destOrd="4" presId="urn:microsoft.com/office/officeart/2005/8/layout/hList1"/>
    <dgm:cxn modelId="{99BF6E83-DCD6-4AE7-80B8-F220685446B6}" srcId="{FB7ADB00-99B7-41BC-B026-D0B6FD4D546C}" destId="{C001CFDE-A8CA-493A-8680-0523CA311AF0}" srcOrd="1" destOrd="0" parTransId="{B02D0C74-D46C-4D51-8E3B-74AAA72964DE}" sibTransId="{CD4F7789-43DB-417C-A263-4AC4DA6BAC69}"/>
    <dgm:cxn modelId="{735C6C97-18D2-41E5-A326-65238B979058}" type="presOf" srcId="{1012168E-5838-4A87-8F0A-FEA76BCB716F}" destId="{0C07878A-DE79-4A55-ABCA-E2B6C30D5808}" srcOrd="0" destOrd="7" presId="urn:microsoft.com/office/officeart/2005/8/layout/hList1"/>
    <dgm:cxn modelId="{C68DA897-DC0F-415E-AA5A-E954EE025E04}" type="presOf" srcId="{8526A198-92D8-4A6C-8523-EED38BAE7E1C}" destId="{74F5FFCC-EEB9-4C2A-8FFC-899C54B4DA95}" srcOrd="0" destOrd="0" presId="urn:microsoft.com/office/officeart/2005/8/layout/hList1"/>
    <dgm:cxn modelId="{EA8FFA98-8555-4FCB-9BB8-1D3723F6A232}" srcId="{DFF228DB-AD5C-447C-8406-A65691F038E3}" destId="{E23B977E-B382-42DF-8077-FCAE748CD2F1}" srcOrd="1" destOrd="0" parTransId="{07005706-FBAC-40F7-997C-0FC345147173}" sibTransId="{B6FAB292-41D9-4927-985D-93033E0F1BA4}"/>
    <dgm:cxn modelId="{9B4FC699-20CE-4795-AC1C-3081ECFEAEB5}" type="presOf" srcId="{4CF40E5C-A703-49DC-A676-6B32F814BB8D}" destId="{0C07878A-DE79-4A55-ABCA-E2B6C30D5808}" srcOrd="0" destOrd="2" presId="urn:microsoft.com/office/officeart/2005/8/layout/hList1"/>
    <dgm:cxn modelId="{89F849A3-4D4E-4652-B3D3-ADA54D27A179}" srcId="{55E77FD9-1A78-4569-80B0-E1265B0BDD40}" destId="{10616985-4C34-411C-8210-120CE47592F7}" srcOrd="3" destOrd="0" parTransId="{C31A6744-0835-4A54-A8EC-C4D43D46BB0E}" sibTransId="{7F118B46-88A4-42A6-97B5-AE204D81532F}"/>
    <dgm:cxn modelId="{010888B1-5F94-4170-A7B2-8338669D920F}" srcId="{E6FD33E8-CFFE-4214-B46E-68A3B6BAF052}" destId="{9EE422EE-2F4E-4389-8074-F6DB93951739}" srcOrd="4" destOrd="0" parTransId="{F4FCB3B5-0222-4B0E-9166-6780D93E23E2}" sibTransId="{141B24B5-0328-4848-814A-1440C2A76F95}"/>
    <dgm:cxn modelId="{CAEC2DB4-5CD7-4106-AB59-4366BB8BBA96}" type="presOf" srcId="{3F4DC72E-E091-45A3-922C-5E2D9BE926A6}" destId="{EC606827-CBA3-4F99-B4F7-C199EBE7B11E}" srcOrd="0" destOrd="1" presId="urn:microsoft.com/office/officeart/2005/8/layout/hList1"/>
    <dgm:cxn modelId="{251F9CB6-3BCD-4ED5-898F-5616525AFE6A}" srcId="{55E77FD9-1A78-4569-80B0-E1265B0BDD40}" destId="{4CF40E5C-A703-49DC-A676-6B32F814BB8D}" srcOrd="0" destOrd="0" parTransId="{6ACAFEC5-BAA8-4392-A244-EC308726FA64}" sibTransId="{D7A8228D-CF2A-47D5-B281-52ECA05D4C7B}"/>
    <dgm:cxn modelId="{DE60C7B6-5855-4F74-B51E-F731774C0A9A}" srcId="{0C8579A1-8AB7-402A-982F-879F342A88FA}" destId="{3F4DC72E-E091-45A3-922C-5E2D9BE926A6}" srcOrd="0" destOrd="0" parTransId="{14A4B1EF-5785-4468-806C-7E152A3B4011}" sibTransId="{23002BF2-C06A-406B-B7C6-78A1C524E4F1}"/>
    <dgm:cxn modelId="{724764C0-BECB-453C-A341-757CB5A573EE}" srcId="{9A895EE5-F185-4D65-89D2-9CC54E46F3D0}" destId="{8526A198-92D8-4A6C-8523-EED38BAE7E1C}" srcOrd="0" destOrd="0" parTransId="{1723A2D1-C900-4819-A3C8-8B3FB70D6F32}" sibTransId="{36A224BF-A0A0-452A-A6BD-14CB290BFE21}"/>
    <dgm:cxn modelId="{A51BCAC1-0876-4A41-9704-D154ED9246F2}" srcId="{E6FD33E8-CFFE-4214-B46E-68A3B6BAF052}" destId="{76C6619D-895A-475B-9B12-C1D1FF9A39BB}" srcOrd="5" destOrd="0" parTransId="{74740DDC-6C78-4CF9-BFA3-37E0620FD2C6}" sibTransId="{A65330C5-B385-4D42-AEA3-3A290158EA7A}"/>
    <dgm:cxn modelId="{E2D6E3C4-8C42-4063-B30E-572E68D6C2F0}" type="presOf" srcId="{5477639A-C8EB-4153-B958-397CE980E415}" destId="{0C07878A-DE79-4A55-ABCA-E2B6C30D5808}" srcOrd="0" destOrd="6" presId="urn:microsoft.com/office/officeart/2005/8/layout/hList1"/>
    <dgm:cxn modelId="{34B699CB-8043-432A-95C7-1316867BDE82}" type="presOf" srcId="{BE9F714A-8A51-416F-95A9-BABFE4236FCF}" destId="{0C07878A-DE79-4A55-ABCA-E2B6C30D5808}" srcOrd="0" destOrd="3" presId="urn:microsoft.com/office/officeart/2005/8/layout/hList1"/>
    <dgm:cxn modelId="{2A7DDACB-54DB-42DF-AA23-56830D1C75EB}" type="presOf" srcId="{4B6303C2-061D-44F1-A89C-AD09D620CC8B}" destId="{589BE48A-0DF6-4730-B0A0-55133D959F51}" srcOrd="0" destOrd="2" presId="urn:microsoft.com/office/officeart/2005/8/layout/hList1"/>
    <dgm:cxn modelId="{74D2E3CC-0709-4878-87A6-47EC98B6294E}" srcId="{E6FD33E8-CFFE-4214-B46E-68A3B6BAF052}" destId="{09877FBE-07CF-41A8-BFC6-878306191582}" srcOrd="0" destOrd="0" parTransId="{F268D35A-7BDC-4CEE-91A2-4D590E4D80C0}" sibTransId="{25F5C1ED-5A94-414C-9939-978C1E4936DE}"/>
    <dgm:cxn modelId="{E9B5F4CD-FA7D-4C3C-B5BE-E256E9C35AD8}" srcId="{55E77FD9-1A78-4569-80B0-E1265B0BDD40}" destId="{E6FC3638-3D97-4DD3-8732-CBAE416D6048}" srcOrd="2" destOrd="0" parTransId="{4F1E37FB-0A20-495D-B622-995C0FAA391A}" sibTransId="{F3C2F16C-752E-4C02-911E-68F10A8E619B}"/>
    <dgm:cxn modelId="{AA3A03D0-0968-4A72-9A72-0C0D6FA7F6B6}" srcId="{E6FD33E8-CFFE-4214-B46E-68A3B6BAF052}" destId="{A6E3F02C-B5ED-441B-AAC7-EB3FBE2CC157}" srcOrd="3" destOrd="0" parTransId="{E0C14A07-A6A8-4965-BAE7-33C9242DF4B6}" sibTransId="{3672D2A2-B8DF-4F68-BC2A-37EB7F33DC4F}"/>
    <dgm:cxn modelId="{8D53CED0-8AFE-4E12-8462-954C36400B62}" srcId="{1C70E408-A298-41A8-8C50-03E53502FD7D}" destId="{D9C27369-7332-4C40-95B6-FD277A44DDCE}" srcOrd="0" destOrd="0" parTransId="{0395896C-180E-4632-AA6F-AA3CB69D4E4B}" sibTransId="{08BDE253-F630-4969-B800-5DF35E5CD127}"/>
    <dgm:cxn modelId="{FA8FE9D7-45AB-4D2D-B04E-2875833F1FC2}" srcId="{9A895EE5-F185-4D65-89D2-9CC54E46F3D0}" destId="{1C70E408-A298-41A8-8C50-03E53502FD7D}" srcOrd="1" destOrd="0" parTransId="{1E58591F-625D-4566-A4FB-2BDE98FDB67B}" sibTransId="{1FF0F0C9-0851-43BE-9673-AC73789F333C}"/>
    <dgm:cxn modelId="{A3A591D8-B7EB-4B37-870C-C92329436BA0}" srcId="{55E77FD9-1A78-4569-80B0-E1265B0BDD40}" destId="{5477639A-C8EB-4153-B958-397CE980E415}" srcOrd="4" destOrd="0" parTransId="{9E4CA33C-4EF9-43E1-A478-071389DD26FF}" sibTransId="{05F27049-2EF1-4EFE-9A38-0C54CE33FD7A}"/>
    <dgm:cxn modelId="{F642EFD9-B722-478A-8288-84E15CC29B04}" srcId="{FA93E15B-F586-4E4D-A36A-F6F9CEBE36C0}" destId="{55E77FD9-1A78-4569-80B0-E1265B0BDD40}" srcOrd="1" destOrd="0" parTransId="{573F4830-9AF8-4AAF-BBC5-4E60ABED644D}" sibTransId="{B100EFD6-2687-46C1-B56B-0E84BA6DE09A}"/>
    <dgm:cxn modelId="{F69FFFDB-53A9-4C95-B938-805BE64D046F}" srcId="{E6FD33E8-CFFE-4214-B46E-68A3B6BAF052}" destId="{D55ABE02-C655-47D5-B431-E35F60ED9425}" srcOrd="1" destOrd="0" parTransId="{8376B90E-C278-4965-A632-84E6735DACE0}" sibTransId="{31051125-F67D-4C49-B40E-AD177B7C57F1}"/>
    <dgm:cxn modelId="{71FCBFDD-BF37-402D-AE0D-09909CDD18CA}" srcId="{55E77FD9-1A78-4569-80B0-E1265B0BDD40}" destId="{1012168E-5838-4A87-8F0A-FEA76BCB716F}" srcOrd="5" destOrd="0" parTransId="{7B0F8292-4A56-47C1-9CF0-3E497274A125}" sibTransId="{BDEC0F57-B537-48D6-B54B-13A4DDA51E6C}"/>
    <dgm:cxn modelId="{F531D6E7-EEDB-4283-A277-CE1F27DDAF29}" type="presOf" srcId="{4920D52D-1B53-4A64-A843-9E038607CADB}" destId="{3D7B662F-DA4C-4710-BDAD-FE56BB8CB9A6}" srcOrd="0" destOrd="4" presId="urn:microsoft.com/office/officeart/2005/8/layout/hList1"/>
    <dgm:cxn modelId="{1EE9BAE9-1CE6-4CBE-82E9-D92121B0A8D2}" srcId="{AFCE16FB-75E3-4A66-9586-E7DB29124F30}" destId="{FA93E15B-F586-4E4D-A36A-F6F9CEBE36C0}" srcOrd="0" destOrd="0" parTransId="{5D55E31C-94CD-4A1E-A431-87C61A7FA733}" sibTransId="{55D28D93-888C-4E09-B695-1ED71B245DA8}"/>
    <dgm:cxn modelId="{649955EB-A9B1-45B8-9F4B-51A869C093F2}" srcId="{55E77FD9-1A78-4569-80B0-E1265B0BDD40}" destId="{FF6C703B-55F1-4D88-AE95-CAED5056F1DD}" srcOrd="6" destOrd="0" parTransId="{553EE202-B646-4029-8BC4-D024F125AEA8}" sibTransId="{C4403798-E35D-4B38-9751-6DD75F7316DE}"/>
    <dgm:cxn modelId="{E67C8BEB-80D0-4DBC-A216-D686AFB21398}" type="presOf" srcId="{1C70E408-A298-41A8-8C50-03E53502FD7D}" destId="{74F5FFCC-EEB9-4C2A-8FFC-899C54B4DA95}" srcOrd="0" destOrd="1" presId="urn:microsoft.com/office/officeart/2005/8/layout/hList1"/>
    <dgm:cxn modelId="{97FFADEB-B59F-427B-98EC-8DD9258B2EC2}" type="presOf" srcId="{FA93E15B-F586-4E4D-A36A-F6F9CEBE36C0}" destId="{556DDBC8-F064-4409-9EEF-B5BF65E3D3F8}" srcOrd="0" destOrd="0" presId="urn:microsoft.com/office/officeart/2005/8/layout/hList1"/>
    <dgm:cxn modelId="{714C05EC-A7AF-4EAD-BD61-F5D743B48A39}" srcId="{AFCE16FB-75E3-4A66-9586-E7DB29124F30}" destId="{FB7ADB00-99B7-41BC-B026-D0B6FD4D546C}" srcOrd="3" destOrd="0" parTransId="{F1C12102-3AB1-45AE-90F5-BFE89239B1D0}" sibTransId="{F20A297F-B0CD-4056-AF86-95A8A7B09F7C}"/>
    <dgm:cxn modelId="{7CD3A9EC-9BB9-4D07-A85E-D3F2AB2CEEFA}" type="presOf" srcId="{313F9488-2130-4A9C-BCBB-D7823E54FF13}" destId="{3D7B662F-DA4C-4710-BDAD-FE56BB8CB9A6}" srcOrd="0" destOrd="3" presId="urn:microsoft.com/office/officeart/2005/8/layout/hList1"/>
    <dgm:cxn modelId="{1CAE3CFA-2032-4E76-BFFA-12DEF521DCB4}" type="presOf" srcId="{AFCE16FB-75E3-4A66-9586-E7DB29124F30}" destId="{8EAD7BF1-7739-4DF3-AD5B-39FDCDF89FC8}" srcOrd="0" destOrd="0" presId="urn:microsoft.com/office/officeart/2005/8/layout/hList1"/>
    <dgm:cxn modelId="{00DF0CFF-0538-476C-AF48-7FD4FF4109ED}" type="presOf" srcId="{10616985-4C34-411C-8210-120CE47592F7}" destId="{0C07878A-DE79-4A55-ABCA-E2B6C30D5808}" srcOrd="0" destOrd="5" presId="urn:microsoft.com/office/officeart/2005/8/layout/hList1"/>
    <dgm:cxn modelId="{DC3FDCAC-5713-4440-B2DE-E33189648F4A}" type="presParOf" srcId="{8EAD7BF1-7739-4DF3-AD5B-39FDCDF89FC8}" destId="{7800F4C4-19D5-477B-BA40-470F1583DCDC}" srcOrd="0" destOrd="0" presId="urn:microsoft.com/office/officeart/2005/8/layout/hList1"/>
    <dgm:cxn modelId="{BC36ABEB-0D9E-4B9E-A301-73E48B6241E4}" type="presParOf" srcId="{7800F4C4-19D5-477B-BA40-470F1583DCDC}" destId="{556DDBC8-F064-4409-9EEF-B5BF65E3D3F8}" srcOrd="0" destOrd="0" presId="urn:microsoft.com/office/officeart/2005/8/layout/hList1"/>
    <dgm:cxn modelId="{3F8653BF-3961-432C-B1A8-F73A5CAEE0DA}" type="presParOf" srcId="{7800F4C4-19D5-477B-BA40-470F1583DCDC}" destId="{0C07878A-DE79-4A55-ABCA-E2B6C30D5808}" srcOrd="1" destOrd="0" presId="urn:microsoft.com/office/officeart/2005/8/layout/hList1"/>
    <dgm:cxn modelId="{6F9B6086-B68F-45C8-A2EE-847F5818D6D6}" type="presParOf" srcId="{8EAD7BF1-7739-4DF3-AD5B-39FDCDF89FC8}" destId="{7DAA97A8-28A7-4740-87D9-CF37F8C9C31F}" srcOrd="1" destOrd="0" presId="urn:microsoft.com/office/officeart/2005/8/layout/hList1"/>
    <dgm:cxn modelId="{AD3365CD-D03E-46BD-90D2-CF706A3A31E9}" type="presParOf" srcId="{8EAD7BF1-7739-4DF3-AD5B-39FDCDF89FC8}" destId="{11481820-D410-4C96-BA7E-DD32D149355B}" srcOrd="2" destOrd="0" presId="urn:microsoft.com/office/officeart/2005/8/layout/hList1"/>
    <dgm:cxn modelId="{4C99B61D-23BC-4E6B-8E9B-B8B44F4A4519}" type="presParOf" srcId="{11481820-D410-4C96-BA7E-DD32D149355B}" destId="{CA930224-66F5-4F4C-9C4B-25AC3C89F9A5}" srcOrd="0" destOrd="0" presId="urn:microsoft.com/office/officeart/2005/8/layout/hList1"/>
    <dgm:cxn modelId="{EC6F0E1F-8D24-4AA4-8D73-6D8FA2837BF3}" type="presParOf" srcId="{11481820-D410-4C96-BA7E-DD32D149355B}" destId="{589BE48A-0DF6-4730-B0A0-55133D959F51}" srcOrd="1" destOrd="0" presId="urn:microsoft.com/office/officeart/2005/8/layout/hList1"/>
    <dgm:cxn modelId="{7D850427-F64E-4E44-86ED-9AC968CB65D3}" type="presParOf" srcId="{8EAD7BF1-7739-4DF3-AD5B-39FDCDF89FC8}" destId="{0A8A8B64-C5A6-46DB-A114-7558BF396E8F}" srcOrd="3" destOrd="0" presId="urn:microsoft.com/office/officeart/2005/8/layout/hList1"/>
    <dgm:cxn modelId="{568D2F43-BAC4-4AD1-A1AE-971D723C2F1E}" type="presParOf" srcId="{8EAD7BF1-7739-4DF3-AD5B-39FDCDF89FC8}" destId="{9D34E335-0680-4CC3-B539-304A83859790}" srcOrd="4" destOrd="0" presId="urn:microsoft.com/office/officeart/2005/8/layout/hList1"/>
    <dgm:cxn modelId="{25570A5F-A356-4A5C-AEB9-7B620E06E993}" type="presParOf" srcId="{9D34E335-0680-4CC3-B539-304A83859790}" destId="{C6165C02-0117-4633-9022-5840F7D0C48F}" srcOrd="0" destOrd="0" presId="urn:microsoft.com/office/officeart/2005/8/layout/hList1"/>
    <dgm:cxn modelId="{93479723-9BE6-446F-8817-27964D8E8CC7}" type="presParOf" srcId="{9D34E335-0680-4CC3-B539-304A83859790}" destId="{74F5FFCC-EEB9-4C2A-8FFC-899C54B4DA95}" srcOrd="1" destOrd="0" presId="urn:microsoft.com/office/officeart/2005/8/layout/hList1"/>
    <dgm:cxn modelId="{AFDDC423-1128-4459-B8CD-B84BCF710859}" type="presParOf" srcId="{8EAD7BF1-7739-4DF3-AD5B-39FDCDF89FC8}" destId="{2B881B09-81CF-4269-A70C-B74E163BB18A}" srcOrd="5" destOrd="0" presId="urn:microsoft.com/office/officeart/2005/8/layout/hList1"/>
    <dgm:cxn modelId="{2FA5DD70-BC41-431E-932F-E8386EE9F318}" type="presParOf" srcId="{8EAD7BF1-7739-4DF3-AD5B-39FDCDF89FC8}" destId="{AD3DF52F-D40B-4458-B6AC-B816B2A657BC}" srcOrd="6" destOrd="0" presId="urn:microsoft.com/office/officeart/2005/8/layout/hList1"/>
    <dgm:cxn modelId="{E0E7BE86-C224-44D1-90D3-B727A47ADB6C}" type="presParOf" srcId="{AD3DF52F-D40B-4458-B6AC-B816B2A657BC}" destId="{0C31695E-6B2E-4B74-B87E-23F4ECFDD8DF}" srcOrd="0" destOrd="0" presId="urn:microsoft.com/office/officeart/2005/8/layout/hList1"/>
    <dgm:cxn modelId="{A277AB7A-B8BB-4E93-8DCE-55933360ED53}" type="presParOf" srcId="{AD3DF52F-D40B-4458-B6AC-B816B2A657BC}" destId="{3D7B662F-DA4C-4710-BDAD-FE56BB8CB9A6}" srcOrd="1" destOrd="0" presId="urn:microsoft.com/office/officeart/2005/8/layout/hList1"/>
    <dgm:cxn modelId="{F9A91AC1-E88B-4517-99B2-12BC21B375BF}" type="presParOf" srcId="{8EAD7BF1-7739-4DF3-AD5B-39FDCDF89FC8}" destId="{3D766340-2762-4FAB-BBE1-A3381A49F98F}" srcOrd="7" destOrd="0" presId="urn:microsoft.com/office/officeart/2005/8/layout/hList1"/>
    <dgm:cxn modelId="{A8D806FA-930D-42D4-9733-FB105C463FA0}" type="presParOf" srcId="{8EAD7BF1-7739-4DF3-AD5B-39FDCDF89FC8}" destId="{4533CD09-DA71-45EF-8EBB-3CBF05755784}" srcOrd="8" destOrd="0" presId="urn:microsoft.com/office/officeart/2005/8/layout/hList1"/>
    <dgm:cxn modelId="{2C0ABCE2-16B5-4490-BA83-420A3F928F4D}" type="presParOf" srcId="{4533CD09-DA71-45EF-8EBB-3CBF05755784}" destId="{B3318D2D-5B14-4EF9-8CAA-94473CDB5929}" srcOrd="0" destOrd="0" presId="urn:microsoft.com/office/officeart/2005/8/layout/hList1"/>
    <dgm:cxn modelId="{3330EC4B-7E85-4EDA-A203-37F9040212FC}" type="presParOf" srcId="{4533CD09-DA71-45EF-8EBB-3CBF05755784}" destId="{F536B292-5BBC-449F-A983-373A152E4F39}" srcOrd="1" destOrd="0" presId="urn:microsoft.com/office/officeart/2005/8/layout/hList1"/>
    <dgm:cxn modelId="{999C3586-187D-4AFC-856C-237530E2E8FE}" type="presParOf" srcId="{8EAD7BF1-7739-4DF3-AD5B-39FDCDF89FC8}" destId="{F6D8725C-0CA3-4C45-90FA-046237ADFF65}" srcOrd="9" destOrd="0" presId="urn:microsoft.com/office/officeart/2005/8/layout/hList1"/>
    <dgm:cxn modelId="{373FE94F-7A72-461E-9986-7F104BD4288E}" type="presParOf" srcId="{8EAD7BF1-7739-4DF3-AD5B-39FDCDF89FC8}" destId="{D6D2BCD4-C095-4539-93C3-C0323D807FAB}" srcOrd="10" destOrd="0" presId="urn:microsoft.com/office/officeart/2005/8/layout/hList1"/>
    <dgm:cxn modelId="{5E2C4241-D850-4DA7-B267-2015B3AF1427}" type="presParOf" srcId="{D6D2BCD4-C095-4539-93C3-C0323D807FAB}" destId="{1C7A61F5-26AC-40B5-9B9A-5D5903449F9F}" srcOrd="0" destOrd="0" presId="urn:microsoft.com/office/officeart/2005/8/layout/hList1"/>
    <dgm:cxn modelId="{77C96D67-A92D-47AB-8ADC-651A8828D23D}" type="presParOf" srcId="{D6D2BCD4-C095-4539-93C3-C0323D807FAB}" destId="{EC606827-CBA3-4F99-B4F7-C199EBE7B11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7C19B8D-DA9F-4908-94BC-0B7B574049BA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3F59C4-669D-4A46-A644-EDA75FD56136}">
      <dgm:prSet/>
      <dgm:spPr/>
      <dgm:t>
        <a:bodyPr/>
        <a:lstStyle/>
        <a:p>
          <a:r>
            <a:rPr lang="en-US" b="1" dirty="0"/>
            <a:t>Ward Linkage</a:t>
          </a:r>
        </a:p>
      </dgm:t>
    </dgm:pt>
    <dgm:pt modelId="{132D87C4-B3F1-47F8-9A2F-1A4EE381BC25}" type="parTrans" cxnId="{A09AED8F-3FF4-45F5-8D2B-FF94BC5B16B8}">
      <dgm:prSet/>
      <dgm:spPr/>
      <dgm:t>
        <a:bodyPr/>
        <a:lstStyle/>
        <a:p>
          <a:endParaRPr lang="en-US"/>
        </a:p>
      </dgm:t>
    </dgm:pt>
    <dgm:pt modelId="{CA45537E-0FFF-460E-8155-A58816A836CB}" type="sibTrans" cxnId="{A09AED8F-3FF4-45F5-8D2B-FF94BC5B16B8}">
      <dgm:prSet/>
      <dgm:spPr/>
      <dgm:t>
        <a:bodyPr/>
        <a:lstStyle/>
        <a:p>
          <a:endParaRPr lang="en-US"/>
        </a:p>
      </dgm:t>
    </dgm:pt>
    <dgm:pt modelId="{B502ACFF-12D5-449A-B6FC-4C52DE6F94DB}">
      <dgm:prSet/>
      <dgm:spPr/>
      <dgm:t>
        <a:bodyPr/>
        <a:lstStyle/>
        <a:p>
          <a:r>
            <a:rPr lang="en-US" dirty="0"/>
            <a:t>Produced the most interpretable clustering structure</a:t>
          </a:r>
        </a:p>
      </dgm:t>
    </dgm:pt>
    <dgm:pt modelId="{703E1323-26AC-4335-B0B9-24A64BF996AB}" type="parTrans" cxnId="{A1558E89-9904-4319-861E-2969B8BAAA75}">
      <dgm:prSet/>
      <dgm:spPr/>
      <dgm:t>
        <a:bodyPr/>
        <a:lstStyle/>
        <a:p>
          <a:endParaRPr lang="en-US"/>
        </a:p>
      </dgm:t>
    </dgm:pt>
    <dgm:pt modelId="{FF15CE4D-D4C7-40F6-8652-F7DBF4244362}" type="sibTrans" cxnId="{A1558E89-9904-4319-861E-2969B8BAAA75}">
      <dgm:prSet/>
      <dgm:spPr/>
      <dgm:t>
        <a:bodyPr/>
        <a:lstStyle/>
        <a:p>
          <a:endParaRPr lang="en-US"/>
        </a:p>
      </dgm:t>
    </dgm:pt>
    <dgm:pt modelId="{D629EDBD-48BA-4142-9EAB-078AF45794F4}">
      <dgm:prSet/>
      <dgm:spPr/>
      <dgm:t>
        <a:bodyPr/>
        <a:lstStyle/>
        <a:p>
          <a:r>
            <a:rPr lang="en-US" dirty="0"/>
            <a:t>Revealed hierarchical relationships between wines</a:t>
          </a:r>
        </a:p>
      </dgm:t>
    </dgm:pt>
    <dgm:pt modelId="{570EE69A-AD08-4182-8CEC-5620F0E3F1C0}" type="parTrans" cxnId="{565CBFC1-440C-4ADC-B819-1B561DCFCA63}">
      <dgm:prSet/>
      <dgm:spPr/>
      <dgm:t>
        <a:bodyPr/>
        <a:lstStyle/>
        <a:p>
          <a:endParaRPr lang="en-US"/>
        </a:p>
      </dgm:t>
    </dgm:pt>
    <dgm:pt modelId="{8C3FE78F-FF68-4B82-BFCE-4794FD6FFBED}" type="sibTrans" cxnId="{565CBFC1-440C-4ADC-B819-1B561DCFCA63}">
      <dgm:prSet/>
      <dgm:spPr/>
      <dgm:t>
        <a:bodyPr/>
        <a:lstStyle/>
        <a:p>
          <a:endParaRPr lang="en-US"/>
        </a:p>
      </dgm:t>
    </dgm:pt>
    <dgm:pt modelId="{20B37CC6-7A65-4F81-83DB-CD3B7ACA5B11}">
      <dgm:prSet/>
      <dgm:spPr/>
      <dgm:t>
        <a:bodyPr/>
        <a:lstStyle/>
        <a:p>
          <a:r>
            <a:rPr lang="en-US" dirty="0"/>
            <a:t>Identified meaningful subgroup structure</a:t>
          </a:r>
        </a:p>
      </dgm:t>
    </dgm:pt>
    <dgm:pt modelId="{5CB04493-3822-46C3-9784-465B1C46DF5B}" type="parTrans" cxnId="{8364DA0B-3455-4FEF-9E9C-F8365D984540}">
      <dgm:prSet/>
      <dgm:spPr/>
      <dgm:t>
        <a:bodyPr/>
        <a:lstStyle/>
        <a:p>
          <a:endParaRPr lang="en-US"/>
        </a:p>
      </dgm:t>
    </dgm:pt>
    <dgm:pt modelId="{B2955744-2087-4B4D-B4D1-EF371F8B495D}" type="sibTrans" cxnId="{8364DA0B-3455-4FEF-9E9C-F8365D984540}">
      <dgm:prSet/>
      <dgm:spPr/>
      <dgm:t>
        <a:bodyPr/>
        <a:lstStyle/>
        <a:p>
          <a:endParaRPr lang="en-US"/>
        </a:p>
      </dgm:t>
    </dgm:pt>
    <dgm:pt modelId="{5A46FB1E-F0B9-40AC-AB11-7E50111EBFEF}">
      <dgm:prSet/>
      <dgm:spPr/>
      <dgm:t>
        <a:bodyPr/>
        <a:lstStyle/>
        <a:p>
          <a:r>
            <a:rPr lang="en-US" b="1" dirty="0"/>
            <a:t>UMAP</a:t>
          </a:r>
        </a:p>
      </dgm:t>
    </dgm:pt>
    <dgm:pt modelId="{3B0A34CB-C537-4F65-8EE0-7B4C376188B9}" type="parTrans" cxnId="{879B4B7C-1F4D-49A5-90F7-ED13F7F26FFF}">
      <dgm:prSet/>
      <dgm:spPr/>
      <dgm:t>
        <a:bodyPr/>
        <a:lstStyle/>
        <a:p>
          <a:endParaRPr lang="en-US"/>
        </a:p>
      </dgm:t>
    </dgm:pt>
    <dgm:pt modelId="{9A2356D6-7089-4DC4-9D71-19CECF98D81D}" type="sibTrans" cxnId="{879B4B7C-1F4D-49A5-90F7-ED13F7F26FFF}">
      <dgm:prSet/>
      <dgm:spPr/>
      <dgm:t>
        <a:bodyPr/>
        <a:lstStyle/>
        <a:p>
          <a:endParaRPr lang="en-US"/>
        </a:p>
      </dgm:t>
    </dgm:pt>
    <dgm:pt modelId="{4259ED56-F380-4EDE-BA17-E36C75E57966}">
      <dgm:prSet/>
      <dgm:spPr/>
      <dgm:t>
        <a:bodyPr/>
        <a:lstStyle/>
        <a:p>
          <a:r>
            <a:rPr lang="en-US" dirty="0"/>
            <a:t>Generated the clearest low-dimensional representation</a:t>
          </a:r>
        </a:p>
      </dgm:t>
    </dgm:pt>
    <dgm:pt modelId="{091DA2AB-6205-48DE-8862-57207C5B28A1}" type="parTrans" cxnId="{C89474C6-3F55-47A1-A647-C0DA1A41681D}">
      <dgm:prSet/>
      <dgm:spPr/>
      <dgm:t>
        <a:bodyPr/>
        <a:lstStyle/>
        <a:p>
          <a:endParaRPr lang="en-US"/>
        </a:p>
      </dgm:t>
    </dgm:pt>
    <dgm:pt modelId="{16CBE57D-DD18-45AB-8B83-29C1FEDE1E03}" type="sibTrans" cxnId="{C89474C6-3F55-47A1-A647-C0DA1A41681D}">
      <dgm:prSet/>
      <dgm:spPr/>
      <dgm:t>
        <a:bodyPr/>
        <a:lstStyle/>
        <a:p>
          <a:endParaRPr lang="en-US"/>
        </a:p>
      </dgm:t>
    </dgm:pt>
    <dgm:pt modelId="{04621F96-4F15-47FD-A496-3EE1C0B1347D}">
      <dgm:prSet/>
      <dgm:spPr/>
      <dgm:t>
        <a:bodyPr/>
        <a:lstStyle/>
        <a:p>
          <a:r>
            <a:rPr lang="en-US" dirty="0"/>
            <a:t>Preserved local and global structure</a:t>
          </a:r>
        </a:p>
      </dgm:t>
    </dgm:pt>
    <dgm:pt modelId="{C746A379-27E0-45B7-BE93-4CF219AE210A}" type="parTrans" cxnId="{E0FADD96-6EDC-43B6-8364-4DF75332FF32}">
      <dgm:prSet/>
      <dgm:spPr/>
      <dgm:t>
        <a:bodyPr/>
        <a:lstStyle/>
        <a:p>
          <a:endParaRPr lang="en-US"/>
        </a:p>
      </dgm:t>
    </dgm:pt>
    <dgm:pt modelId="{1C969D7A-0CCC-4C2B-B921-7C27F9F6FA5A}" type="sibTrans" cxnId="{E0FADD96-6EDC-43B6-8364-4DF75332FF32}">
      <dgm:prSet/>
      <dgm:spPr/>
      <dgm:t>
        <a:bodyPr/>
        <a:lstStyle/>
        <a:p>
          <a:endParaRPr lang="en-US"/>
        </a:p>
      </dgm:t>
    </dgm:pt>
    <dgm:pt modelId="{FDFE7918-9881-440A-A5FA-83FEFA9848F8}">
      <dgm:prSet/>
      <dgm:spPr/>
      <dgm:t>
        <a:bodyPr/>
        <a:lstStyle/>
        <a:p>
          <a:r>
            <a:rPr lang="en-US" dirty="0"/>
            <a:t>Consistently separated wine populations</a:t>
          </a:r>
        </a:p>
      </dgm:t>
    </dgm:pt>
    <dgm:pt modelId="{9D6A7072-A5AA-484D-9FF1-B0CF7AD380C2}" type="parTrans" cxnId="{E52B3D3B-2975-4633-8239-1E5B06E195C3}">
      <dgm:prSet/>
      <dgm:spPr/>
      <dgm:t>
        <a:bodyPr/>
        <a:lstStyle/>
        <a:p>
          <a:endParaRPr lang="en-US"/>
        </a:p>
      </dgm:t>
    </dgm:pt>
    <dgm:pt modelId="{9319D3D2-C24B-4B17-AA29-4F99517ABA22}" type="sibTrans" cxnId="{E52B3D3B-2975-4633-8239-1E5B06E195C3}">
      <dgm:prSet/>
      <dgm:spPr/>
      <dgm:t>
        <a:bodyPr/>
        <a:lstStyle/>
        <a:p>
          <a:endParaRPr lang="en-US"/>
        </a:p>
      </dgm:t>
    </dgm:pt>
    <dgm:pt modelId="{22E96DE4-EA59-4B0C-A2DC-33ECDFBB5494}">
      <dgm:prSet/>
      <dgm:spPr/>
      <dgm:t>
        <a:bodyPr/>
        <a:lstStyle/>
        <a:p>
          <a:r>
            <a:rPr lang="en-US" b="1" dirty="0"/>
            <a:t>NMF</a:t>
          </a:r>
        </a:p>
      </dgm:t>
    </dgm:pt>
    <dgm:pt modelId="{05458416-23DD-43AC-AF4F-DFADA726FF64}" type="parTrans" cxnId="{84105691-F819-40E8-B8A3-7C7140A6419A}">
      <dgm:prSet/>
      <dgm:spPr/>
      <dgm:t>
        <a:bodyPr/>
        <a:lstStyle/>
        <a:p>
          <a:endParaRPr lang="en-US"/>
        </a:p>
      </dgm:t>
    </dgm:pt>
    <dgm:pt modelId="{81AC3240-8D40-4C65-9AA0-FD73CD6D2B02}" type="sibTrans" cxnId="{84105691-F819-40E8-B8A3-7C7140A6419A}">
      <dgm:prSet/>
      <dgm:spPr/>
      <dgm:t>
        <a:bodyPr/>
        <a:lstStyle/>
        <a:p>
          <a:endParaRPr lang="en-US"/>
        </a:p>
      </dgm:t>
    </dgm:pt>
    <dgm:pt modelId="{3A9E8894-2597-45BA-96DA-7C07733494B2}">
      <dgm:prSet/>
      <dgm:spPr/>
      <dgm:t>
        <a:bodyPr/>
        <a:lstStyle/>
        <a:p>
          <a:r>
            <a:rPr lang="en-US" dirty="0"/>
            <a:t>Revealed interpretable latent chemistry components</a:t>
          </a:r>
        </a:p>
      </dgm:t>
    </dgm:pt>
    <dgm:pt modelId="{5F9693BF-E36E-4ECC-A3F2-0DDE5DC99E2B}" type="parTrans" cxnId="{2CBE0062-EDD0-4C3B-B065-F3B3431F67D2}">
      <dgm:prSet/>
      <dgm:spPr/>
      <dgm:t>
        <a:bodyPr/>
        <a:lstStyle/>
        <a:p>
          <a:endParaRPr lang="en-US"/>
        </a:p>
      </dgm:t>
    </dgm:pt>
    <dgm:pt modelId="{86CE853C-D846-4ED2-AD3E-98BC5874E3DC}" type="sibTrans" cxnId="{2CBE0062-EDD0-4C3B-B065-F3B3431F67D2}">
      <dgm:prSet/>
      <dgm:spPr/>
      <dgm:t>
        <a:bodyPr/>
        <a:lstStyle/>
        <a:p>
          <a:endParaRPr lang="en-US"/>
        </a:p>
      </dgm:t>
    </dgm:pt>
    <dgm:pt modelId="{3ACFE1A6-62CE-468E-B124-A166E3B049FC}">
      <dgm:prSet/>
      <dgm:spPr/>
      <dgm:t>
        <a:bodyPr/>
        <a:lstStyle/>
        <a:p>
          <a:r>
            <a:rPr lang="en-US" dirty="0"/>
            <a:t>Explained how wine characteristics combine</a:t>
          </a:r>
        </a:p>
      </dgm:t>
    </dgm:pt>
    <dgm:pt modelId="{E064F55A-60D6-473E-BEEC-571F24650FEC}" type="parTrans" cxnId="{4735DC2C-BE84-401E-8F88-4F8A5FA00596}">
      <dgm:prSet/>
      <dgm:spPr/>
      <dgm:t>
        <a:bodyPr/>
        <a:lstStyle/>
        <a:p>
          <a:endParaRPr lang="en-US"/>
        </a:p>
      </dgm:t>
    </dgm:pt>
    <dgm:pt modelId="{0200BFDD-896D-4B89-BE57-3B875BBE9AE8}" type="sibTrans" cxnId="{4735DC2C-BE84-401E-8F88-4F8A5FA00596}">
      <dgm:prSet/>
      <dgm:spPr/>
      <dgm:t>
        <a:bodyPr/>
        <a:lstStyle/>
        <a:p>
          <a:endParaRPr lang="en-US"/>
        </a:p>
      </dgm:t>
    </dgm:pt>
    <dgm:pt modelId="{CF91CBFA-218C-4537-818A-4336ED9D1424}">
      <dgm:prSet/>
      <dgm:spPr/>
      <dgm:t>
        <a:bodyPr/>
        <a:lstStyle/>
        <a:p>
          <a:r>
            <a:rPr lang="en-US" b="1"/>
            <a:t>Isolation Forest &amp; LOF</a:t>
          </a:r>
          <a:endParaRPr lang="en-US" b="1" dirty="0"/>
        </a:p>
      </dgm:t>
    </dgm:pt>
    <dgm:pt modelId="{834B83BE-1EB6-4E4D-A71A-ADD8A3968BB4}" type="parTrans" cxnId="{EBFA2E8C-11D6-40A4-A7C1-8121FBBD0DBB}">
      <dgm:prSet/>
      <dgm:spPr/>
      <dgm:t>
        <a:bodyPr/>
        <a:lstStyle/>
        <a:p>
          <a:endParaRPr lang="en-US"/>
        </a:p>
      </dgm:t>
    </dgm:pt>
    <dgm:pt modelId="{245F5FAF-031F-459F-AEB9-F4B6D06206DC}" type="sibTrans" cxnId="{EBFA2E8C-11D6-40A4-A7C1-8121FBBD0DBB}">
      <dgm:prSet/>
      <dgm:spPr/>
      <dgm:t>
        <a:bodyPr/>
        <a:lstStyle/>
        <a:p>
          <a:endParaRPr lang="en-US"/>
        </a:p>
      </dgm:t>
    </dgm:pt>
    <dgm:pt modelId="{B4015B9E-0514-4078-B6D1-7065AEDDC435}">
      <dgm:prSet/>
      <dgm:spPr/>
      <dgm:t>
        <a:bodyPr/>
        <a:lstStyle/>
        <a:p>
          <a:r>
            <a:rPr lang="en-US" dirty="0"/>
            <a:t>Identified complementary anomaly types</a:t>
          </a:r>
        </a:p>
      </dgm:t>
    </dgm:pt>
    <dgm:pt modelId="{F1ED9BBD-8CB5-462C-A97A-0AF5A26FD082}" type="parTrans" cxnId="{12CAA252-BE94-4669-B853-30F0A0783E2B}">
      <dgm:prSet/>
      <dgm:spPr/>
      <dgm:t>
        <a:bodyPr/>
        <a:lstStyle/>
        <a:p>
          <a:endParaRPr lang="en-US"/>
        </a:p>
      </dgm:t>
    </dgm:pt>
    <dgm:pt modelId="{AED8E222-49B6-4253-8FB3-B650F699C3B4}" type="sibTrans" cxnId="{12CAA252-BE94-4669-B853-30F0A0783E2B}">
      <dgm:prSet/>
      <dgm:spPr/>
      <dgm:t>
        <a:bodyPr/>
        <a:lstStyle/>
        <a:p>
          <a:endParaRPr lang="en-US"/>
        </a:p>
      </dgm:t>
    </dgm:pt>
    <dgm:pt modelId="{CD0ACD96-2485-42A9-93FA-B189EDBE9990}">
      <dgm:prSet/>
      <dgm:spPr/>
      <dgm:t>
        <a:bodyPr/>
        <a:lstStyle/>
        <a:p>
          <a:r>
            <a:rPr lang="en-US" dirty="0"/>
            <a:t>Captured both global and local outlier behavior</a:t>
          </a:r>
        </a:p>
      </dgm:t>
    </dgm:pt>
    <dgm:pt modelId="{614D33A1-DBDF-4CAB-934F-AFC42DC27123}" type="parTrans" cxnId="{E3A9AFEA-FFDC-40D8-B59E-8EEEECDE22E5}">
      <dgm:prSet/>
      <dgm:spPr/>
      <dgm:t>
        <a:bodyPr/>
        <a:lstStyle/>
        <a:p>
          <a:endParaRPr lang="en-US"/>
        </a:p>
      </dgm:t>
    </dgm:pt>
    <dgm:pt modelId="{AD1ACFCE-2164-4E44-9AC3-975D6B7E8A80}" type="sibTrans" cxnId="{E3A9AFEA-FFDC-40D8-B59E-8EEEECDE22E5}">
      <dgm:prSet/>
      <dgm:spPr/>
      <dgm:t>
        <a:bodyPr/>
        <a:lstStyle/>
        <a:p>
          <a:endParaRPr lang="en-US"/>
        </a:p>
      </dgm:t>
    </dgm:pt>
    <dgm:pt modelId="{F57E0568-F011-415D-AA15-9C8BBF26F3F8}">
      <dgm:prSet/>
      <dgm:spPr/>
      <dgm:t>
        <a:bodyPr/>
        <a:lstStyle/>
        <a:p>
          <a:r>
            <a:rPr lang="en-US" b="1" dirty="0"/>
            <a:t>Recommended Analytical Workflow</a:t>
          </a:r>
        </a:p>
      </dgm:t>
    </dgm:pt>
    <dgm:pt modelId="{346A1EC1-335A-486B-BB42-03DD1163050C}" type="parTrans" cxnId="{D6E0E685-6D20-491D-BE6D-431399ABFC3D}">
      <dgm:prSet/>
      <dgm:spPr/>
      <dgm:t>
        <a:bodyPr/>
        <a:lstStyle/>
        <a:p>
          <a:endParaRPr lang="en-US"/>
        </a:p>
      </dgm:t>
    </dgm:pt>
    <dgm:pt modelId="{0F6B2168-1CCB-4956-811B-2D8121F41978}" type="sibTrans" cxnId="{D6E0E685-6D20-491D-BE6D-431399ABFC3D}">
      <dgm:prSet/>
      <dgm:spPr/>
      <dgm:t>
        <a:bodyPr/>
        <a:lstStyle/>
        <a:p>
          <a:endParaRPr lang="en-US"/>
        </a:p>
      </dgm:t>
    </dgm:pt>
    <dgm:pt modelId="{FEF0AE37-B49D-406D-8461-BA0D34E98C9C}">
      <dgm:prSet/>
      <dgm:spPr/>
      <dgm:t>
        <a:bodyPr/>
        <a:lstStyle/>
        <a:p>
          <a:pPr algn="l"/>
          <a:r>
            <a:rPr lang="en-US" dirty="0"/>
            <a:t>Ward Clustering </a:t>
          </a:r>
          <a:br>
            <a:rPr lang="en-US" dirty="0"/>
          </a:br>
          <a:r>
            <a:rPr lang="en-US" dirty="0"/>
            <a:t>	</a:t>
          </a:r>
          <a:r>
            <a:rPr lang="en-US" dirty="0">
              <a:latin typeface="Aptos" panose="020B0004020202020204" pitchFamily="34" charset="0"/>
            </a:rPr>
            <a:t>↓</a:t>
          </a:r>
          <a:br>
            <a:rPr lang="en-US" dirty="0"/>
          </a:br>
          <a:r>
            <a:rPr lang="en-US" dirty="0"/>
            <a:t>UMAP Visualization 	</a:t>
          </a:r>
          <a:r>
            <a:rPr lang="en-US" dirty="0">
              <a:latin typeface="Aptos" panose="020B0004020202020204" pitchFamily="34" charset="0"/>
            </a:rPr>
            <a:t>↓</a:t>
          </a:r>
          <a:br>
            <a:rPr lang="en-US" dirty="0"/>
          </a:br>
          <a:r>
            <a:rPr lang="en-US" dirty="0"/>
            <a:t>NMF Interpretation </a:t>
          </a:r>
          <a:br>
            <a:rPr lang="en-US" dirty="0"/>
          </a:br>
          <a:r>
            <a:rPr lang="en-US" dirty="0"/>
            <a:t>	</a:t>
          </a:r>
          <a:r>
            <a:rPr lang="en-US" dirty="0">
              <a:latin typeface="Aptos" panose="020B0004020202020204" pitchFamily="34" charset="0"/>
            </a:rPr>
            <a:t>↓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Isolation Forest + LOF</a:t>
          </a:r>
        </a:p>
      </dgm:t>
    </dgm:pt>
    <dgm:pt modelId="{F0041BA2-711A-4C97-8301-4507CCC94F5C}" type="parTrans" cxnId="{B81C7211-B130-4F66-B086-A60147C64639}">
      <dgm:prSet/>
      <dgm:spPr/>
      <dgm:t>
        <a:bodyPr/>
        <a:lstStyle/>
        <a:p>
          <a:endParaRPr lang="en-US"/>
        </a:p>
      </dgm:t>
    </dgm:pt>
    <dgm:pt modelId="{849D6A7B-DE0C-469B-9391-09C7506A1CCE}" type="sibTrans" cxnId="{B81C7211-B130-4F66-B086-A60147C64639}">
      <dgm:prSet/>
      <dgm:spPr/>
      <dgm:t>
        <a:bodyPr/>
        <a:lstStyle/>
        <a:p>
          <a:endParaRPr lang="en-US"/>
        </a:p>
      </dgm:t>
    </dgm:pt>
    <dgm:pt modelId="{0F12BDC2-81A4-47CF-90C2-9BCB7AE7FEF5}">
      <dgm:prSet/>
      <dgm:spPr/>
      <dgm:t>
        <a:bodyPr/>
        <a:lstStyle/>
        <a:p>
          <a:pPr algn="l"/>
          <a:r>
            <a:rPr lang="en-US" dirty="0"/>
            <a:t>This combination provides the strongest balance between:</a:t>
          </a:r>
        </a:p>
      </dgm:t>
    </dgm:pt>
    <dgm:pt modelId="{DBF39FB5-248F-45B0-A938-51C6645681D1}" type="parTrans" cxnId="{CFCEDA13-557B-48E1-9AC8-7AA8E55728D9}">
      <dgm:prSet/>
      <dgm:spPr/>
      <dgm:t>
        <a:bodyPr/>
        <a:lstStyle/>
        <a:p>
          <a:endParaRPr lang="en-US"/>
        </a:p>
      </dgm:t>
    </dgm:pt>
    <dgm:pt modelId="{AA52B557-2029-44E2-B50E-CD0F3EAA4802}" type="sibTrans" cxnId="{CFCEDA13-557B-48E1-9AC8-7AA8E55728D9}">
      <dgm:prSet/>
      <dgm:spPr/>
      <dgm:t>
        <a:bodyPr/>
        <a:lstStyle/>
        <a:p>
          <a:endParaRPr lang="en-US"/>
        </a:p>
      </dgm:t>
    </dgm:pt>
    <dgm:pt modelId="{209FEA50-E1C3-48DB-A112-1C46BA774980}">
      <dgm:prSet/>
      <dgm:spPr/>
      <dgm:t>
        <a:bodyPr/>
        <a:lstStyle/>
        <a:p>
          <a:pPr algn="l"/>
          <a:r>
            <a:rPr lang="en-US" dirty="0"/>
            <a:t>Structure discovery</a:t>
          </a:r>
        </a:p>
      </dgm:t>
    </dgm:pt>
    <dgm:pt modelId="{8C6567C1-5258-4F33-A7D6-57F6DD330416}" type="parTrans" cxnId="{4790FDD6-D462-4E7F-A41C-4EF9E0AFC6DD}">
      <dgm:prSet/>
      <dgm:spPr/>
      <dgm:t>
        <a:bodyPr/>
        <a:lstStyle/>
        <a:p>
          <a:endParaRPr lang="en-US"/>
        </a:p>
      </dgm:t>
    </dgm:pt>
    <dgm:pt modelId="{CED3B847-6C12-4040-8D11-0CAEB4C643E9}" type="sibTrans" cxnId="{4790FDD6-D462-4E7F-A41C-4EF9E0AFC6DD}">
      <dgm:prSet/>
      <dgm:spPr/>
      <dgm:t>
        <a:bodyPr/>
        <a:lstStyle/>
        <a:p>
          <a:endParaRPr lang="en-US"/>
        </a:p>
      </dgm:t>
    </dgm:pt>
    <dgm:pt modelId="{19DC73D5-718A-4E54-87AE-D24C6DEBF46F}">
      <dgm:prSet/>
      <dgm:spPr/>
      <dgm:t>
        <a:bodyPr/>
        <a:lstStyle/>
        <a:p>
          <a:pPr algn="l"/>
          <a:r>
            <a:rPr lang="en-US" dirty="0"/>
            <a:t>Interpretability</a:t>
          </a:r>
        </a:p>
      </dgm:t>
    </dgm:pt>
    <dgm:pt modelId="{919842AD-AE42-4839-AF9B-CDC9E1A595C9}" type="parTrans" cxnId="{FD887075-7757-45BE-8B13-B65863BE29D0}">
      <dgm:prSet/>
      <dgm:spPr/>
      <dgm:t>
        <a:bodyPr/>
        <a:lstStyle/>
        <a:p>
          <a:endParaRPr lang="en-US"/>
        </a:p>
      </dgm:t>
    </dgm:pt>
    <dgm:pt modelId="{0D0031DE-E415-43E2-BBB7-65E5FCC32DC2}" type="sibTrans" cxnId="{FD887075-7757-45BE-8B13-B65863BE29D0}">
      <dgm:prSet/>
      <dgm:spPr/>
      <dgm:t>
        <a:bodyPr/>
        <a:lstStyle/>
        <a:p>
          <a:endParaRPr lang="en-US"/>
        </a:p>
      </dgm:t>
    </dgm:pt>
    <dgm:pt modelId="{667A3889-E0ED-4690-874B-0255195AD8A0}">
      <dgm:prSet/>
      <dgm:spPr/>
      <dgm:t>
        <a:bodyPr/>
        <a:lstStyle/>
        <a:p>
          <a:pPr algn="l"/>
          <a:r>
            <a:rPr lang="en-US" dirty="0"/>
            <a:t>Visualization quality</a:t>
          </a:r>
        </a:p>
      </dgm:t>
    </dgm:pt>
    <dgm:pt modelId="{6F0E0F03-C565-4E5D-96CC-6BFA06D04212}" type="parTrans" cxnId="{901EE489-A381-411A-B132-CB587BA685C5}">
      <dgm:prSet/>
      <dgm:spPr/>
      <dgm:t>
        <a:bodyPr/>
        <a:lstStyle/>
        <a:p>
          <a:endParaRPr lang="en-US"/>
        </a:p>
      </dgm:t>
    </dgm:pt>
    <dgm:pt modelId="{4F3BFB0E-493B-43A9-8683-E1B3F47DFDEC}" type="sibTrans" cxnId="{901EE489-A381-411A-B132-CB587BA685C5}">
      <dgm:prSet/>
      <dgm:spPr/>
      <dgm:t>
        <a:bodyPr/>
        <a:lstStyle/>
        <a:p>
          <a:endParaRPr lang="en-US"/>
        </a:p>
      </dgm:t>
    </dgm:pt>
    <dgm:pt modelId="{9F5A29FB-24B5-407D-AEE0-20B77F919049}">
      <dgm:prSet/>
      <dgm:spPr/>
      <dgm:t>
        <a:bodyPr/>
        <a:lstStyle/>
        <a:p>
          <a:pPr algn="l"/>
          <a:r>
            <a:rPr lang="en-US" dirty="0"/>
            <a:t>Outlier identification</a:t>
          </a:r>
        </a:p>
      </dgm:t>
    </dgm:pt>
    <dgm:pt modelId="{062A0F10-8911-46EC-AC29-2D9A37CCE51A}" type="parTrans" cxnId="{05A1244D-FC3D-4758-B1F5-4C1531E8DD4D}">
      <dgm:prSet/>
      <dgm:spPr/>
      <dgm:t>
        <a:bodyPr/>
        <a:lstStyle/>
        <a:p>
          <a:endParaRPr lang="en-US"/>
        </a:p>
      </dgm:t>
    </dgm:pt>
    <dgm:pt modelId="{229277C7-1E23-4C24-9BA0-61EB7A94AFE6}" type="sibTrans" cxnId="{05A1244D-FC3D-4758-B1F5-4C1531E8DD4D}">
      <dgm:prSet/>
      <dgm:spPr/>
      <dgm:t>
        <a:bodyPr/>
        <a:lstStyle/>
        <a:p>
          <a:endParaRPr lang="en-US"/>
        </a:p>
      </dgm:t>
    </dgm:pt>
    <dgm:pt modelId="{ED6D0A7C-2459-4290-8268-A63FC198BB50}">
      <dgm:prSet/>
      <dgm:spPr/>
      <dgm:t>
        <a:bodyPr/>
        <a:lstStyle/>
        <a:p>
          <a:r>
            <a:rPr lang="en-US" b="1"/>
            <a:t>Practical Takeaway</a:t>
          </a:r>
          <a:endParaRPr lang="en-US" b="1" dirty="0"/>
        </a:p>
      </dgm:t>
    </dgm:pt>
    <dgm:pt modelId="{A6AF5702-0901-4C8D-B83A-699C8807C521}" type="parTrans" cxnId="{9CD1BEB1-332E-4BDB-832B-02860114E3E1}">
      <dgm:prSet/>
      <dgm:spPr/>
      <dgm:t>
        <a:bodyPr/>
        <a:lstStyle/>
        <a:p>
          <a:endParaRPr lang="en-US"/>
        </a:p>
      </dgm:t>
    </dgm:pt>
    <dgm:pt modelId="{4584D2F7-7C30-44F0-850A-083B58B46CE6}" type="sibTrans" cxnId="{9CD1BEB1-332E-4BDB-832B-02860114E3E1}">
      <dgm:prSet/>
      <dgm:spPr/>
      <dgm:t>
        <a:bodyPr/>
        <a:lstStyle/>
        <a:p>
          <a:endParaRPr lang="en-US"/>
        </a:p>
      </dgm:t>
    </dgm:pt>
    <dgm:pt modelId="{6B6C9D87-B811-4520-8DDE-96161DFC8119}">
      <dgm:prSet/>
      <dgm:spPr/>
      <dgm:t>
        <a:bodyPr/>
        <a:lstStyle/>
        <a:p>
          <a:r>
            <a:rPr lang="en-US" dirty="0"/>
            <a:t>No single unsupervised-learning algorithm was optimal for every task.</a:t>
          </a:r>
        </a:p>
      </dgm:t>
    </dgm:pt>
    <dgm:pt modelId="{A52A50DB-0F7D-4CCC-97F3-534E8C23410A}" type="parTrans" cxnId="{59575AFA-F506-420A-AD52-B3289618F06C}">
      <dgm:prSet/>
      <dgm:spPr/>
      <dgm:t>
        <a:bodyPr/>
        <a:lstStyle/>
        <a:p>
          <a:endParaRPr lang="en-US"/>
        </a:p>
      </dgm:t>
    </dgm:pt>
    <dgm:pt modelId="{EE204204-71FE-4274-BF20-F6E67C7B4043}" type="sibTrans" cxnId="{59575AFA-F506-420A-AD52-B3289618F06C}">
      <dgm:prSet/>
      <dgm:spPr/>
      <dgm:t>
        <a:bodyPr/>
        <a:lstStyle/>
        <a:p>
          <a:endParaRPr lang="en-US"/>
        </a:p>
      </dgm:t>
    </dgm:pt>
    <dgm:pt modelId="{BC6C8529-3FE2-4CE1-AB47-FD452EFDE7AD}">
      <dgm:prSet/>
      <dgm:spPr/>
      <dgm:t>
        <a:bodyPr/>
        <a:lstStyle/>
        <a:p>
          <a:r>
            <a:rPr lang="en-US" dirty="0"/>
            <a:t>The strongest results were obtained by combining multiple complementary techniques.</a:t>
          </a:r>
        </a:p>
      </dgm:t>
    </dgm:pt>
    <dgm:pt modelId="{3F351078-E78A-4427-894C-5D679FDBEC48}" type="parTrans" cxnId="{946BF1CF-2772-4766-AA30-C844F4101770}">
      <dgm:prSet/>
      <dgm:spPr/>
      <dgm:t>
        <a:bodyPr/>
        <a:lstStyle/>
        <a:p>
          <a:endParaRPr lang="en-US"/>
        </a:p>
      </dgm:t>
    </dgm:pt>
    <dgm:pt modelId="{45D6A729-5D27-4AA2-A93D-E21F54A60651}" type="sibTrans" cxnId="{946BF1CF-2772-4766-AA30-C844F4101770}">
      <dgm:prSet/>
      <dgm:spPr/>
      <dgm:t>
        <a:bodyPr/>
        <a:lstStyle/>
        <a:p>
          <a:endParaRPr lang="en-US"/>
        </a:p>
      </dgm:t>
    </dgm:pt>
    <dgm:pt modelId="{98D6A3CE-1277-4797-BA5D-AE5599908A97}">
      <dgm:prSet/>
      <dgm:spPr/>
      <dgm:t>
        <a:bodyPr/>
        <a:lstStyle/>
        <a:p>
          <a:r>
            <a:rPr lang="en-US" dirty="0"/>
            <a:t>Using clustering, dimensionality reduction, and anomaly detection together provided a much more complete understanding of wine chemistry structure than any method </a:t>
          </a:r>
          <a:r>
            <a:rPr lang="en-US"/>
            <a:t>alone.</a:t>
          </a:r>
          <a:endParaRPr lang="en-US" dirty="0"/>
        </a:p>
      </dgm:t>
    </dgm:pt>
    <dgm:pt modelId="{01A1E1B5-9137-4610-AAA7-802AFBC2B09C}" type="parTrans" cxnId="{13E53987-88C0-4D34-9BFE-3860E75D069F}">
      <dgm:prSet/>
      <dgm:spPr/>
      <dgm:t>
        <a:bodyPr/>
        <a:lstStyle/>
        <a:p>
          <a:endParaRPr lang="en-US"/>
        </a:p>
      </dgm:t>
    </dgm:pt>
    <dgm:pt modelId="{F415753E-0BD6-4700-ACC9-9DDB6CFB7A23}" type="sibTrans" cxnId="{13E53987-88C0-4D34-9BFE-3860E75D069F}">
      <dgm:prSet/>
      <dgm:spPr/>
      <dgm:t>
        <a:bodyPr/>
        <a:lstStyle/>
        <a:p>
          <a:endParaRPr lang="en-US"/>
        </a:p>
      </dgm:t>
    </dgm:pt>
    <dgm:pt modelId="{3CEB607E-781C-42CB-B7B9-73D0873E366E}" type="pres">
      <dgm:prSet presAssocID="{97C19B8D-DA9F-4908-94BC-0B7B574049BA}" presName="Name0" presStyleCnt="0">
        <dgm:presLayoutVars>
          <dgm:dir/>
          <dgm:animLvl val="lvl"/>
          <dgm:resizeHandles val="exact"/>
        </dgm:presLayoutVars>
      </dgm:prSet>
      <dgm:spPr/>
    </dgm:pt>
    <dgm:pt modelId="{F9E23F56-B423-4218-8393-35DCBA45B023}" type="pres">
      <dgm:prSet presAssocID="{F57E0568-F011-415D-AA15-9C8BBF26F3F8}" presName="composite" presStyleCnt="0"/>
      <dgm:spPr/>
    </dgm:pt>
    <dgm:pt modelId="{5AE0A94B-DF2E-4F30-ADDD-021A632F0292}" type="pres">
      <dgm:prSet presAssocID="{F57E0568-F011-415D-AA15-9C8BBF26F3F8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07E26E8F-9156-4D73-A7E1-7ED6771B4867}" type="pres">
      <dgm:prSet presAssocID="{F57E0568-F011-415D-AA15-9C8BBF26F3F8}" presName="desTx" presStyleLbl="alignAccFollowNode1" presStyleIdx="0" presStyleCnt="6">
        <dgm:presLayoutVars>
          <dgm:bulletEnabled val="1"/>
        </dgm:presLayoutVars>
      </dgm:prSet>
      <dgm:spPr/>
    </dgm:pt>
    <dgm:pt modelId="{1CF6CEC1-25F7-49CF-8D97-42AB9AC7FCC0}" type="pres">
      <dgm:prSet presAssocID="{0F6B2168-1CCB-4956-811B-2D8121F41978}" presName="space" presStyleCnt="0"/>
      <dgm:spPr/>
    </dgm:pt>
    <dgm:pt modelId="{C698A39D-BED9-4866-8E52-F66991D4EBA1}" type="pres">
      <dgm:prSet presAssocID="{733F59C4-669D-4A46-A644-EDA75FD56136}" presName="composite" presStyleCnt="0"/>
      <dgm:spPr/>
    </dgm:pt>
    <dgm:pt modelId="{0A546067-2187-4661-9489-A19DFB391462}" type="pres">
      <dgm:prSet presAssocID="{733F59C4-669D-4A46-A644-EDA75FD56136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EE2136AD-7F4F-42D8-B82C-CC1D426BE96B}" type="pres">
      <dgm:prSet presAssocID="{733F59C4-669D-4A46-A644-EDA75FD56136}" presName="desTx" presStyleLbl="alignAccFollowNode1" presStyleIdx="1" presStyleCnt="6">
        <dgm:presLayoutVars>
          <dgm:bulletEnabled val="1"/>
        </dgm:presLayoutVars>
      </dgm:prSet>
      <dgm:spPr/>
    </dgm:pt>
    <dgm:pt modelId="{41E4CED4-210F-45C7-BE02-F2194837591E}" type="pres">
      <dgm:prSet presAssocID="{CA45537E-0FFF-460E-8155-A58816A836CB}" presName="space" presStyleCnt="0"/>
      <dgm:spPr/>
    </dgm:pt>
    <dgm:pt modelId="{5B4CCEBB-8FA3-43DA-9242-3ADD25C7CE9F}" type="pres">
      <dgm:prSet presAssocID="{5A46FB1E-F0B9-40AC-AB11-7E50111EBFEF}" presName="composite" presStyleCnt="0"/>
      <dgm:spPr/>
    </dgm:pt>
    <dgm:pt modelId="{BBC27DEE-993A-488D-A762-B3CB0E6F6E41}" type="pres">
      <dgm:prSet presAssocID="{5A46FB1E-F0B9-40AC-AB11-7E50111EBFEF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F8AC9ADE-E09B-4B8D-935F-CA637790677F}" type="pres">
      <dgm:prSet presAssocID="{5A46FB1E-F0B9-40AC-AB11-7E50111EBFEF}" presName="desTx" presStyleLbl="alignAccFollowNode1" presStyleIdx="2" presStyleCnt="6">
        <dgm:presLayoutVars>
          <dgm:bulletEnabled val="1"/>
        </dgm:presLayoutVars>
      </dgm:prSet>
      <dgm:spPr/>
    </dgm:pt>
    <dgm:pt modelId="{A364683C-0C28-4B68-B498-4AB2A089AA0A}" type="pres">
      <dgm:prSet presAssocID="{9A2356D6-7089-4DC4-9D71-19CECF98D81D}" presName="space" presStyleCnt="0"/>
      <dgm:spPr/>
    </dgm:pt>
    <dgm:pt modelId="{F16F82A0-A70C-408E-A540-D19D07D870D6}" type="pres">
      <dgm:prSet presAssocID="{22E96DE4-EA59-4B0C-A2DC-33ECDFBB5494}" presName="composite" presStyleCnt="0"/>
      <dgm:spPr/>
    </dgm:pt>
    <dgm:pt modelId="{6AF0C3EC-C9D0-4789-B497-05801FDEB2A6}" type="pres">
      <dgm:prSet presAssocID="{22E96DE4-EA59-4B0C-A2DC-33ECDFBB5494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7CAA97CB-C30E-49C0-B59A-84D911796E18}" type="pres">
      <dgm:prSet presAssocID="{22E96DE4-EA59-4B0C-A2DC-33ECDFBB5494}" presName="desTx" presStyleLbl="alignAccFollowNode1" presStyleIdx="3" presStyleCnt="6">
        <dgm:presLayoutVars>
          <dgm:bulletEnabled val="1"/>
        </dgm:presLayoutVars>
      </dgm:prSet>
      <dgm:spPr/>
    </dgm:pt>
    <dgm:pt modelId="{8B40ECB0-0173-43A9-859A-C7432DF50449}" type="pres">
      <dgm:prSet presAssocID="{81AC3240-8D40-4C65-9AA0-FD73CD6D2B02}" presName="space" presStyleCnt="0"/>
      <dgm:spPr/>
    </dgm:pt>
    <dgm:pt modelId="{E84F1051-950A-42D3-B5EA-0CADE7802AD6}" type="pres">
      <dgm:prSet presAssocID="{CF91CBFA-218C-4537-818A-4336ED9D1424}" presName="composite" presStyleCnt="0"/>
      <dgm:spPr/>
    </dgm:pt>
    <dgm:pt modelId="{7BF9714E-1F3B-493D-9040-30FC60933936}" type="pres">
      <dgm:prSet presAssocID="{CF91CBFA-218C-4537-818A-4336ED9D1424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3DC064B7-C50D-4D8E-AE52-DB0D8227073D}" type="pres">
      <dgm:prSet presAssocID="{CF91CBFA-218C-4537-818A-4336ED9D1424}" presName="desTx" presStyleLbl="alignAccFollowNode1" presStyleIdx="4" presStyleCnt="6">
        <dgm:presLayoutVars>
          <dgm:bulletEnabled val="1"/>
        </dgm:presLayoutVars>
      </dgm:prSet>
      <dgm:spPr/>
    </dgm:pt>
    <dgm:pt modelId="{CB60058C-0DD8-4183-A660-EDB362672237}" type="pres">
      <dgm:prSet presAssocID="{245F5FAF-031F-459F-AEB9-F4B6D06206DC}" presName="space" presStyleCnt="0"/>
      <dgm:spPr/>
    </dgm:pt>
    <dgm:pt modelId="{866013DE-EA4E-4B91-801E-841BCFB9CD89}" type="pres">
      <dgm:prSet presAssocID="{ED6D0A7C-2459-4290-8268-A63FC198BB50}" presName="composite" presStyleCnt="0"/>
      <dgm:spPr/>
    </dgm:pt>
    <dgm:pt modelId="{978DAA88-9A1D-4E22-AC86-61EB40322921}" type="pres">
      <dgm:prSet presAssocID="{ED6D0A7C-2459-4290-8268-A63FC198BB50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95D44B6A-25DC-48B2-B85A-82E6CF1B8745}" type="pres">
      <dgm:prSet presAssocID="{ED6D0A7C-2459-4290-8268-A63FC198BB50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8364DA0B-3455-4FEF-9E9C-F8365D984540}" srcId="{733F59C4-669D-4A46-A644-EDA75FD56136}" destId="{20B37CC6-7A65-4F81-83DB-CD3B7ACA5B11}" srcOrd="2" destOrd="0" parTransId="{5CB04493-3822-46C3-9784-465B1C46DF5B}" sibTransId="{B2955744-2087-4B4D-B4D1-EF371F8B495D}"/>
    <dgm:cxn modelId="{B81C7211-B130-4F66-B086-A60147C64639}" srcId="{F57E0568-F011-415D-AA15-9C8BBF26F3F8}" destId="{FEF0AE37-B49D-406D-8461-BA0D34E98C9C}" srcOrd="0" destOrd="0" parTransId="{F0041BA2-711A-4C97-8301-4507CCC94F5C}" sibTransId="{849D6A7B-DE0C-469B-9391-09C7506A1CCE}"/>
    <dgm:cxn modelId="{6D993312-48C0-4087-8AB8-AD453294E087}" type="presOf" srcId="{22E96DE4-EA59-4B0C-A2DC-33ECDFBB5494}" destId="{6AF0C3EC-C9D0-4789-B497-05801FDEB2A6}" srcOrd="0" destOrd="0" presId="urn:microsoft.com/office/officeart/2005/8/layout/hList1"/>
    <dgm:cxn modelId="{CFCEDA13-557B-48E1-9AC8-7AA8E55728D9}" srcId="{F57E0568-F011-415D-AA15-9C8BBF26F3F8}" destId="{0F12BDC2-81A4-47CF-90C2-9BCB7AE7FEF5}" srcOrd="1" destOrd="0" parTransId="{DBF39FB5-248F-45B0-A938-51C6645681D1}" sibTransId="{AA52B557-2029-44E2-B50E-CD0F3EAA4802}"/>
    <dgm:cxn modelId="{6D1CAE24-515D-41D3-955A-734D701EA655}" type="presOf" srcId="{B502ACFF-12D5-449A-B6FC-4C52DE6F94DB}" destId="{EE2136AD-7F4F-42D8-B82C-CC1D426BE96B}" srcOrd="0" destOrd="0" presId="urn:microsoft.com/office/officeart/2005/8/layout/hList1"/>
    <dgm:cxn modelId="{6FA25227-FD09-45D1-A645-F94EF655CB70}" type="presOf" srcId="{ED6D0A7C-2459-4290-8268-A63FC198BB50}" destId="{978DAA88-9A1D-4E22-AC86-61EB40322921}" srcOrd="0" destOrd="0" presId="urn:microsoft.com/office/officeart/2005/8/layout/hList1"/>
    <dgm:cxn modelId="{1F54B229-12CA-4B2D-A13A-AC41EB052446}" type="presOf" srcId="{20B37CC6-7A65-4F81-83DB-CD3B7ACA5B11}" destId="{EE2136AD-7F4F-42D8-B82C-CC1D426BE96B}" srcOrd="0" destOrd="2" presId="urn:microsoft.com/office/officeart/2005/8/layout/hList1"/>
    <dgm:cxn modelId="{4735DC2C-BE84-401E-8F88-4F8A5FA00596}" srcId="{22E96DE4-EA59-4B0C-A2DC-33ECDFBB5494}" destId="{3ACFE1A6-62CE-468E-B124-A166E3B049FC}" srcOrd="1" destOrd="0" parTransId="{E064F55A-60D6-473E-BEEC-571F24650FEC}" sibTransId="{0200BFDD-896D-4B89-BE57-3B875BBE9AE8}"/>
    <dgm:cxn modelId="{209FBE32-19BD-4983-92C4-6435FD9B78FC}" type="presOf" srcId="{B4015B9E-0514-4078-B6D1-7065AEDDC435}" destId="{3DC064B7-C50D-4D8E-AE52-DB0D8227073D}" srcOrd="0" destOrd="0" presId="urn:microsoft.com/office/officeart/2005/8/layout/hList1"/>
    <dgm:cxn modelId="{DF093734-ACEE-4CA1-B195-D2F24980916D}" type="presOf" srcId="{FDFE7918-9881-440A-A5FA-83FEFA9848F8}" destId="{F8AC9ADE-E09B-4B8D-935F-CA637790677F}" srcOrd="0" destOrd="2" presId="urn:microsoft.com/office/officeart/2005/8/layout/hList1"/>
    <dgm:cxn modelId="{E52B3D3B-2975-4633-8239-1E5B06E195C3}" srcId="{5A46FB1E-F0B9-40AC-AB11-7E50111EBFEF}" destId="{FDFE7918-9881-440A-A5FA-83FEFA9848F8}" srcOrd="2" destOrd="0" parTransId="{9D6A7072-A5AA-484D-9FF1-B0CF7AD380C2}" sibTransId="{9319D3D2-C24B-4B17-AA29-4F99517ABA22}"/>
    <dgm:cxn modelId="{AFC0E15E-3A68-4DEB-9918-A08596DF389D}" type="presOf" srcId="{5A46FB1E-F0B9-40AC-AB11-7E50111EBFEF}" destId="{BBC27DEE-993A-488D-A762-B3CB0E6F6E41}" srcOrd="0" destOrd="0" presId="urn:microsoft.com/office/officeart/2005/8/layout/hList1"/>
    <dgm:cxn modelId="{DC19F361-9E5E-4DAC-BA2F-A44942B3AB38}" type="presOf" srcId="{6B6C9D87-B811-4520-8DDE-96161DFC8119}" destId="{95D44B6A-25DC-48B2-B85A-82E6CF1B8745}" srcOrd="0" destOrd="0" presId="urn:microsoft.com/office/officeart/2005/8/layout/hList1"/>
    <dgm:cxn modelId="{2CBE0062-EDD0-4C3B-B065-F3B3431F67D2}" srcId="{22E96DE4-EA59-4B0C-A2DC-33ECDFBB5494}" destId="{3A9E8894-2597-45BA-96DA-7C07733494B2}" srcOrd="0" destOrd="0" parTransId="{5F9693BF-E36E-4ECC-A3F2-0DDE5DC99E2B}" sibTransId="{86CE853C-D846-4ED2-AD3E-98BC5874E3DC}"/>
    <dgm:cxn modelId="{05A1244D-FC3D-4758-B1F5-4C1531E8DD4D}" srcId="{0F12BDC2-81A4-47CF-90C2-9BCB7AE7FEF5}" destId="{9F5A29FB-24B5-407D-AEE0-20B77F919049}" srcOrd="3" destOrd="0" parTransId="{062A0F10-8911-46EC-AC29-2D9A37CCE51A}" sibTransId="{229277C7-1E23-4C24-9BA0-61EB7A94AFE6}"/>
    <dgm:cxn modelId="{8740066E-9734-4998-B5B2-785B647F2A79}" type="presOf" srcId="{04621F96-4F15-47FD-A496-3EE1C0B1347D}" destId="{F8AC9ADE-E09B-4B8D-935F-CA637790677F}" srcOrd="0" destOrd="1" presId="urn:microsoft.com/office/officeart/2005/8/layout/hList1"/>
    <dgm:cxn modelId="{898F6451-FF36-4F3C-80DE-0ADD034C902D}" type="presOf" srcId="{BC6C8529-3FE2-4CE1-AB47-FD452EFDE7AD}" destId="{95D44B6A-25DC-48B2-B85A-82E6CF1B8745}" srcOrd="0" destOrd="1" presId="urn:microsoft.com/office/officeart/2005/8/layout/hList1"/>
    <dgm:cxn modelId="{12CAA252-BE94-4669-B853-30F0A0783E2B}" srcId="{CF91CBFA-218C-4537-818A-4336ED9D1424}" destId="{B4015B9E-0514-4078-B6D1-7065AEDDC435}" srcOrd="0" destOrd="0" parTransId="{F1ED9BBD-8CB5-462C-A97A-0AF5A26FD082}" sibTransId="{AED8E222-49B6-4253-8FB3-B650F699C3B4}"/>
    <dgm:cxn modelId="{FD887075-7757-45BE-8B13-B65863BE29D0}" srcId="{0F12BDC2-81A4-47CF-90C2-9BCB7AE7FEF5}" destId="{19DC73D5-718A-4E54-87AE-D24C6DEBF46F}" srcOrd="1" destOrd="0" parTransId="{919842AD-AE42-4839-AF9B-CDC9E1A595C9}" sibTransId="{0D0031DE-E415-43E2-BBB7-65E5FCC32DC2}"/>
    <dgm:cxn modelId="{879B4B7C-1F4D-49A5-90F7-ED13F7F26FFF}" srcId="{97C19B8D-DA9F-4908-94BC-0B7B574049BA}" destId="{5A46FB1E-F0B9-40AC-AB11-7E50111EBFEF}" srcOrd="2" destOrd="0" parTransId="{3B0A34CB-C537-4F65-8EE0-7B4C376188B9}" sibTransId="{9A2356D6-7089-4DC4-9D71-19CECF98D81D}"/>
    <dgm:cxn modelId="{1E023C84-06B6-4E32-B421-A2A4B8E0C54E}" type="presOf" srcId="{667A3889-E0ED-4690-874B-0255195AD8A0}" destId="{07E26E8F-9156-4D73-A7E1-7ED6771B4867}" srcOrd="0" destOrd="4" presId="urn:microsoft.com/office/officeart/2005/8/layout/hList1"/>
    <dgm:cxn modelId="{B02F6884-EFC5-48E0-A9F7-DA91F616F9E8}" type="presOf" srcId="{CF91CBFA-218C-4537-818A-4336ED9D1424}" destId="{7BF9714E-1F3B-493D-9040-30FC60933936}" srcOrd="0" destOrd="0" presId="urn:microsoft.com/office/officeart/2005/8/layout/hList1"/>
    <dgm:cxn modelId="{D6E0E685-6D20-491D-BE6D-431399ABFC3D}" srcId="{97C19B8D-DA9F-4908-94BC-0B7B574049BA}" destId="{F57E0568-F011-415D-AA15-9C8BBF26F3F8}" srcOrd="0" destOrd="0" parTransId="{346A1EC1-335A-486B-BB42-03DD1163050C}" sibTransId="{0F6B2168-1CCB-4956-811B-2D8121F41978}"/>
    <dgm:cxn modelId="{13E53987-88C0-4D34-9BFE-3860E75D069F}" srcId="{ED6D0A7C-2459-4290-8268-A63FC198BB50}" destId="{98D6A3CE-1277-4797-BA5D-AE5599908A97}" srcOrd="2" destOrd="0" parTransId="{01A1E1B5-9137-4610-AAA7-802AFBC2B09C}" sibTransId="{F415753E-0BD6-4700-ACC9-9DDB6CFB7A23}"/>
    <dgm:cxn modelId="{A1558E89-9904-4319-861E-2969B8BAAA75}" srcId="{733F59C4-669D-4A46-A644-EDA75FD56136}" destId="{B502ACFF-12D5-449A-B6FC-4C52DE6F94DB}" srcOrd="0" destOrd="0" parTransId="{703E1323-26AC-4335-B0B9-24A64BF996AB}" sibTransId="{FF15CE4D-D4C7-40F6-8652-F7DBF4244362}"/>
    <dgm:cxn modelId="{901EE489-A381-411A-B132-CB587BA685C5}" srcId="{0F12BDC2-81A4-47CF-90C2-9BCB7AE7FEF5}" destId="{667A3889-E0ED-4690-874B-0255195AD8A0}" srcOrd="2" destOrd="0" parTransId="{6F0E0F03-C565-4E5D-96CC-6BFA06D04212}" sibTransId="{4F3BFB0E-493B-43A9-8683-E1B3F47DFDEC}"/>
    <dgm:cxn modelId="{EBFA2E8C-11D6-40A4-A7C1-8121FBBD0DBB}" srcId="{97C19B8D-DA9F-4908-94BC-0B7B574049BA}" destId="{CF91CBFA-218C-4537-818A-4336ED9D1424}" srcOrd="4" destOrd="0" parTransId="{834B83BE-1EB6-4E4D-A71A-ADD8A3968BB4}" sibTransId="{245F5FAF-031F-459F-AEB9-F4B6D06206DC}"/>
    <dgm:cxn modelId="{6A15E78E-E52E-4461-9090-F9C0BEEDA7F9}" type="presOf" srcId="{209FEA50-E1C3-48DB-A112-1C46BA774980}" destId="{07E26E8F-9156-4D73-A7E1-7ED6771B4867}" srcOrd="0" destOrd="2" presId="urn:microsoft.com/office/officeart/2005/8/layout/hList1"/>
    <dgm:cxn modelId="{A09AED8F-3FF4-45F5-8D2B-FF94BC5B16B8}" srcId="{97C19B8D-DA9F-4908-94BC-0B7B574049BA}" destId="{733F59C4-669D-4A46-A644-EDA75FD56136}" srcOrd="1" destOrd="0" parTransId="{132D87C4-B3F1-47F8-9A2F-1A4EE381BC25}" sibTransId="{CA45537E-0FFF-460E-8155-A58816A836CB}"/>
    <dgm:cxn modelId="{84105691-F819-40E8-B8A3-7C7140A6419A}" srcId="{97C19B8D-DA9F-4908-94BC-0B7B574049BA}" destId="{22E96DE4-EA59-4B0C-A2DC-33ECDFBB5494}" srcOrd="3" destOrd="0" parTransId="{05458416-23DD-43AC-AF4F-DFADA726FF64}" sibTransId="{81AC3240-8D40-4C65-9AA0-FD73CD6D2B02}"/>
    <dgm:cxn modelId="{2E3D8D92-A7D3-4A98-830B-19DB6C48CB9C}" type="presOf" srcId="{D629EDBD-48BA-4142-9EAB-078AF45794F4}" destId="{EE2136AD-7F4F-42D8-B82C-CC1D426BE96B}" srcOrd="0" destOrd="1" presId="urn:microsoft.com/office/officeart/2005/8/layout/hList1"/>
    <dgm:cxn modelId="{25CEC892-E9C7-476E-BDB5-C0DCD3DCAB8F}" type="presOf" srcId="{0F12BDC2-81A4-47CF-90C2-9BCB7AE7FEF5}" destId="{07E26E8F-9156-4D73-A7E1-7ED6771B4867}" srcOrd="0" destOrd="1" presId="urn:microsoft.com/office/officeart/2005/8/layout/hList1"/>
    <dgm:cxn modelId="{77A6D492-3988-4CFA-8569-DDC10D53BF31}" type="presOf" srcId="{97C19B8D-DA9F-4908-94BC-0B7B574049BA}" destId="{3CEB607E-781C-42CB-B7B9-73D0873E366E}" srcOrd="0" destOrd="0" presId="urn:microsoft.com/office/officeart/2005/8/layout/hList1"/>
    <dgm:cxn modelId="{9519D994-D950-4559-9B25-5BA9F0201F65}" type="presOf" srcId="{9F5A29FB-24B5-407D-AEE0-20B77F919049}" destId="{07E26E8F-9156-4D73-A7E1-7ED6771B4867}" srcOrd="0" destOrd="5" presId="urn:microsoft.com/office/officeart/2005/8/layout/hList1"/>
    <dgm:cxn modelId="{E0FADD96-6EDC-43B6-8364-4DF75332FF32}" srcId="{5A46FB1E-F0B9-40AC-AB11-7E50111EBFEF}" destId="{04621F96-4F15-47FD-A496-3EE1C0B1347D}" srcOrd="1" destOrd="0" parTransId="{C746A379-27E0-45B7-BE93-4CF219AE210A}" sibTransId="{1C969D7A-0CCC-4C2B-B921-7C27F9F6FA5A}"/>
    <dgm:cxn modelId="{387545A3-3B82-4E83-B475-A91D597AE921}" type="presOf" srcId="{3ACFE1A6-62CE-468E-B124-A166E3B049FC}" destId="{7CAA97CB-C30E-49C0-B59A-84D911796E18}" srcOrd="0" destOrd="1" presId="urn:microsoft.com/office/officeart/2005/8/layout/hList1"/>
    <dgm:cxn modelId="{9CD1BEB1-332E-4BDB-832B-02860114E3E1}" srcId="{97C19B8D-DA9F-4908-94BC-0B7B574049BA}" destId="{ED6D0A7C-2459-4290-8268-A63FC198BB50}" srcOrd="5" destOrd="0" parTransId="{A6AF5702-0901-4C8D-B83A-699C8807C521}" sibTransId="{4584D2F7-7C30-44F0-850A-083B58B46CE6}"/>
    <dgm:cxn modelId="{565CBFC1-440C-4ADC-B819-1B561DCFCA63}" srcId="{733F59C4-669D-4A46-A644-EDA75FD56136}" destId="{D629EDBD-48BA-4142-9EAB-078AF45794F4}" srcOrd="1" destOrd="0" parTransId="{570EE69A-AD08-4182-8CEC-5620F0E3F1C0}" sibTransId="{8C3FE78F-FF68-4B82-BFCE-4794FD6FFBED}"/>
    <dgm:cxn modelId="{776057C2-E851-4FA2-B301-E862BEC0B955}" type="presOf" srcId="{19DC73D5-718A-4E54-87AE-D24C6DEBF46F}" destId="{07E26E8F-9156-4D73-A7E1-7ED6771B4867}" srcOrd="0" destOrd="3" presId="urn:microsoft.com/office/officeart/2005/8/layout/hList1"/>
    <dgm:cxn modelId="{744761C4-598C-47B7-80C0-D11958186284}" type="presOf" srcId="{98D6A3CE-1277-4797-BA5D-AE5599908A97}" destId="{95D44B6A-25DC-48B2-B85A-82E6CF1B8745}" srcOrd="0" destOrd="2" presId="urn:microsoft.com/office/officeart/2005/8/layout/hList1"/>
    <dgm:cxn modelId="{C89474C6-3F55-47A1-A647-C0DA1A41681D}" srcId="{5A46FB1E-F0B9-40AC-AB11-7E50111EBFEF}" destId="{4259ED56-F380-4EDE-BA17-E36C75E57966}" srcOrd="0" destOrd="0" parTransId="{091DA2AB-6205-48DE-8862-57207C5B28A1}" sibTransId="{16CBE57D-DD18-45AB-8B83-29C1FEDE1E03}"/>
    <dgm:cxn modelId="{946BF1CF-2772-4766-AA30-C844F4101770}" srcId="{ED6D0A7C-2459-4290-8268-A63FC198BB50}" destId="{BC6C8529-3FE2-4CE1-AB47-FD452EFDE7AD}" srcOrd="1" destOrd="0" parTransId="{3F351078-E78A-4427-894C-5D679FDBEC48}" sibTransId="{45D6A729-5D27-4AA2-A93D-E21F54A60651}"/>
    <dgm:cxn modelId="{4790FDD6-D462-4E7F-A41C-4EF9E0AFC6DD}" srcId="{0F12BDC2-81A4-47CF-90C2-9BCB7AE7FEF5}" destId="{209FEA50-E1C3-48DB-A112-1C46BA774980}" srcOrd="0" destOrd="0" parTransId="{8C6567C1-5258-4F33-A7D6-57F6DD330416}" sibTransId="{CED3B847-6C12-4040-8D11-0CAEB4C643E9}"/>
    <dgm:cxn modelId="{175C0DDB-F83C-4AA1-8C18-CF9E948F5708}" type="presOf" srcId="{4259ED56-F380-4EDE-BA17-E36C75E57966}" destId="{F8AC9ADE-E09B-4B8D-935F-CA637790677F}" srcOrd="0" destOrd="0" presId="urn:microsoft.com/office/officeart/2005/8/layout/hList1"/>
    <dgm:cxn modelId="{191BAAE1-188A-427A-8E2B-0DEF24D3C1EF}" type="presOf" srcId="{3A9E8894-2597-45BA-96DA-7C07733494B2}" destId="{7CAA97CB-C30E-49C0-B59A-84D911796E18}" srcOrd="0" destOrd="0" presId="urn:microsoft.com/office/officeart/2005/8/layout/hList1"/>
    <dgm:cxn modelId="{E3A9AFEA-FFDC-40D8-B59E-8EEEECDE22E5}" srcId="{CF91CBFA-218C-4537-818A-4336ED9D1424}" destId="{CD0ACD96-2485-42A9-93FA-B189EDBE9990}" srcOrd="1" destOrd="0" parTransId="{614D33A1-DBDF-4CAB-934F-AFC42DC27123}" sibTransId="{AD1ACFCE-2164-4E44-9AC3-975D6B7E8A80}"/>
    <dgm:cxn modelId="{474310EB-CC68-4571-B5AA-1C6F73B3DE51}" type="presOf" srcId="{FEF0AE37-B49D-406D-8461-BA0D34E98C9C}" destId="{07E26E8F-9156-4D73-A7E1-7ED6771B4867}" srcOrd="0" destOrd="0" presId="urn:microsoft.com/office/officeart/2005/8/layout/hList1"/>
    <dgm:cxn modelId="{691A5CEE-F302-4035-AE2B-DC559CF9F084}" type="presOf" srcId="{733F59C4-669D-4A46-A644-EDA75FD56136}" destId="{0A546067-2187-4661-9489-A19DFB391462}" srcOrd="0" destOrd="0" presId="urn:microsoft.com/office/officeart/2005/8/layout/hList1"/>
    <dgm:cxn modelId="{1BCE85F6-96E5-4DE5-8191-2AA992E2A4E0}" type="presOf" srcId="{CD0ACD96-2485-42A9-93FA-B189EDBE9990}" destId="{3DC064B7-C50D-4D8E-AE52-DB0D8227073D}" srcOrd="0" destOrd="1" presId="urn:microsoft.com/office/officeart/2005/8/layout/hList1"/>
    <dgm:cxn modelId="{347958F8-A417-47EF-853A-C960BA16D388}" type="presOf" srcId="{F57E0568-F011-415D-AA15-9C8BBF26F3F8}" destId="{5AE0A94B-DF2E-4F30-ADDD-021A632F0292}" srcOrd="0" destOrd="0" presId="urn:microsoft.com/office/officeart/2005/8/layout/hList1"/>
    <dgm:cxn modelId="{59575AFA-F506-420A-AD52-B3289618F06C}" srcId="{ED6D0A7C-2459-4290-8268-A63FC198BB50}" destId="{6B6C9D87-B811-4520-8DDE-96161DFC8119}" srcOrd="0" destOrd="0" parTransId="{A52A50DB-0F7D-4CCC-97F3-534E8C23410A}" sibTransId="{EE204204-71FE-4274-BF20-F6E67C7B4043}"/>
    <dgm:cxn modelId="{D33F24F8-F16A-4A39-B248-87CF97EB414E}" type="presParOf" srcId="{3CEB607E-781C-42CB-B7B9-73D0873E366E}" destId="{F9E23F56-B423-4218-8393-35DCBA45B023}" srcOrd="0" destOrd="0" presId="urn:microsoft.com/office/officeart/2005/8/layout/hList1"/>
    <dgm:cxn modelId="{4B65E9FE-7FA3-46AC-8309-36D077EACDCE}" type="presParOf" srcId="{F9E23F56-B423-4218-8393-35DCBA45B023}" destId="{5AE0A94B-DF2E-4F30-ADDD-021A632F0292}" srcOrd="0" destOrd="0" presId="urn:microsoft.com/office/officeart/2005/8/layout/hList1"/>
    <dgm:cxn modelId="{2B3AAAFF-4310-42A5-90B2-E683F98DA198}" type="presParOf" srcId="{F9E23F56-B423-4218-8393-35DCBA45B023}" destId="{07E26E8F-9156-4D73-A7E1-7ED6771B4867}" srcOrd="1" destOrd="0" presId="urn:microsoft.com/office/officeart/2005/8/layout/hList1"/>
    <dgm:cxn modelId="{9F7938ED-3E57-4B4F-B753-CDB796EA53CD}" type="presParOf" srcId="{3CEB607E-781C-42CB-B7B9-73D0873E366E}" destId="{1CF6CEC1-25F7-49CF-8D97-42AB9AC7FCC0}" srcOrd="1" destOrd="0" presId="urn:microsoft.com/office/officeart/2005/8/layout/hList1"/>
    <dgm:cxn modelId="{E732BF7F-87A8-4104-8FD8-CC547A4549AC}" type="presParOf" srcId="{3CEB607E-781C-42CB-B7B9-73D0873E366E}" destId="{C698A39D-BED9-4866-8E52-F66991D4EBA1}" srcOrd="2" destOrd="0" presId="urn:microsoft.com/office/officeart/2005/8/layout/hList1"/>
    <dgm:cxn modelId="{E64F1E2E-F923-4465-89A7-04BF0C913849}" type="presParOf" srcId="{C698A39D-BED9-4866-8E52-F66991D4EBA1}" destId="{0A546067-2187-4661-9489-A19DFB391462}" srcOrd="0" destOrd="0" presId="urn:microsoft.com/office/officeart/2005/8/layout/hList1"/>
    <dgm:cxn modelId="{7930AEB9-AB67-4EC2-8C8D-A56F5C65077C}" type="presParOf" srcId="{C698A39D-BED9-4866-8E52-F66991D4EBA1}" destId="{EE2136AD-7F4F-42D8-B82C-CC1D426BE96B}" srcOrd="1" destOrd="0" presId="urn:microsoft.com/office/officeart/2005/8/layout/hList1"/>
    <dgm:cxn modelId="{90A72876-D048-415D-8480-68B305F750A5}" type="presParOf" srcId="{3CEB607E-781C-42CB-B7B9-73D0873E366E}" destId="{41E4CED4-210F-45C7-BE02-F2194837591E}" srcOrd="3" destOrd="0" presId="urn:microsoft.com/office/officeart/2005/8/layout/hList1"/>
    <dgm:cxn modelId="{D52250D1-EB47-48B5-BFA0-E5A88F5F6DC7}" type="presParOf" srcId="{3CEB607E-781C-42CB-B7B9-73D0873E366E}" destId="{5B4CCEBB-8FA3-43DA-9242-3ADD25C7CE9F}" srcOrd="4" destOrd="0" presId="urn:microsoft.com/office/officeart/2005/8/layout/hList1"/>
    <dgm:cxn modelId="{7F67C798-DF68-47BD-8E7E-5E3C3820D73C}" type="presParOf" srcId="{5B4CCEBB-8FA3-43DA-9242-3ADD25C7CE9F}" destId="{BBC27DEE-993A-488D-A762-B3CB0E6F6E41}" srcOrd="0" destOrd="0" presId="urn:microsoft.com/office/officeart/2005/8/layout/hList1"/>
    <dgm:cxn modelId="{4979589C-7BAB-4DA2-B434-9D0CE0D2041E}" type="presParOf" srcId="{5B4CCEBB-8FA3-43DA-9242-3ADD25C7CE9F}" destId="{F8AC9ADE-E09B-4B8D-935F-CA637790677F}" srcOrd="1" destOrd="0" presId="urn:microsoft.com/office/officeart/2005/8/layout/hList1"/>
    <dgm:cxn modelId="{CCDC9FB4-EBC3-4EA4-BF1D-B44CF4D6D310}" type="presParOf" srcId="{3CEB607E-781C-42CB-B7B9-73D0873E366E}" destId="{A364683C-0C28-4B68-B498-4AB2A089AA0A}" srcOrd="5" destOrd="0" presId="urn:microsoft.com/office/officeart/2005/8/layout/hList1"/>
    <dgm:cxn modelId="{49A138CC-739F-4FEE-AC49-F374C44044B0}" type="presParOf" srcId="{3CEB607E-781C-42CB-B7B9-73D0873E366E}" destId="{F16F82A0-A70C-408E-A540-D19D07D870D6}" srcOrd="6" destOrd="0" presId="urn:microsoft.com/office/officeart/2005/8/layout/hList1"/>
    <dgm:cxn modelId="{35436E93-075A-4510-8AAC-6888CAA40F87}" type="presParOf" srcId="{F16F82A0-A70C-408E-A540-D19D07D870D6}" destId="{6AF0C3EC-C9D0-4789-B497-05801FDEB2A6}" srcOrd="0" destOrd="0" presId="urn:microsoft.com/office/officeart/2005/8/layout/hList1"/>
    <dgm:cxn modelId="{ECCDE9B1-56F2-4326-B491-B3C007E56FB8}" type="presParOf" srcId="{F16F82A0-A70C-408E-A540-D19D07D870D6}" destId="{7CAA97CB-C30E-49C0-B59A-84D911796E18}" srcOrd="1" destOrd="0" presId="urn:microsoft.com/office/officeart/2005/8/layout/hList1"/>
    <dgm:cxn modelId="{4B1D92B9-4CE1-455D-8117-7CAF7E30B7F9}" type="presParOf" srcId="{3CEB607E-781C-42CB-B7B9-73D0873E366E}" destId="{8B40ECB0-0173-43A9-859A-C7432DF50449}" srcOrd="7" destOrd="0" presId="urn:microsoft.com/office/officeart/2005/8/layout/hList1"/>
    <dgm:cxn modelId="{1D5C0F8F-9696-4A94-9EAD-1457630A15CD}" type="presParOf" srcId="{3CEB607E-781C-42CB-B7B9-73D0873E366E}" destId="{E84F1051-950A-42D3-B5EA-0CADE7802AD6}" srcOrd="8" destOrd="0" presId="urn:microsoft.com/office/officeart/2005/8/layout/hList1"/>
    <dgm:cxn modelId="{20600A58-0F60-439D-8323-83A380C01147}" type="presParOf" srcId="{E84F1051-950A-42D3-B5EA-0CADE7802AD6}" destId="{7BF9714E-1F3B-493D-9040-30FC60933936}" srcOrd="0" destOrd="0" presId="urn:microsoft.com/office/officeart/2005/8/layout/hList1"/>
    <dgm:cxn modelId="{185BFA41-443C-407F-9EBB-4548AED1248A}" type="presParOf" srcId="{E84F1051-950A-42D3-B5EA-0CADE7802AD6}" destId="{3DC064B7-C50D-4D8E-AE52-DB0D8227073D}" srcOrd="1" destOrd="0" presId="urn:microsoft.com/office/officeart/2005/8/layout/hList1"/>
    <dgm:cxn modelId="{9333AC8C-10F8-4349-BBFB-4D529560C7EA}" type="presParOf" srcId="{3CEB607E-781C-42CB-B7B9-73D0873E366E}" destId="{CB60058C-0DD8-4183-A660-EDB362672237}" srcOrd="9" destOrd="0" presId="urn:microsoft.com/office/officeart/2005/8/layout/hList1"/>
    <dgm:cxn modelId="{DB2FD8D2-0F0E-4488-BD6E-51E3442C9D11}" type="presParOf" srcId="{3CEB607E-781C-42CB-B7B9-73D0873E366E}" destId="{866013DE-EA4E-4B91-801E-841BCFB9CD89}" srcOrd="10" destOrd="0" presId="urn:microsoft.com/office/officeart/2005/8/layout/hList1"/>
    <dgm:cxn modelId="{F1C6283B-F40B-4558-A6BF-7F46798A8C0F}" type="presParOf" srcId="{866013DE-EA4E-4B91-801E-841BCFB9CD89}" destId="{978DAA88-9A1D-4E22-AC86-61EB40322921}" srcOrd="0" destOrd="0" presId="urn:microsoft.com/office/officeart/2005/8/layout/hList1"/>
    <dgm:cxn modelId="{614D8FFC-1AE7-4B0B-88C1-4E591BECB14C}" type="presParOf" srcId="{866013DE-EA4E-4B91-801E-841BCFB9CD89}" destId="{95D44B6A-25DC-48B2-B85A-82E6CF1B874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E41C19A-3D12-4FE6-B267-E6B95706E3B0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661906A-6BDB-437A-9A09-55C88D8FF52E}">
      <dgm:prSet phldrT="[Text]"/>
      <dgm:spPr/>
      <dgm:t>
        <a:bodyPr/>
        <a:lstStyle/>
        <a:p>
          <a:r>
            <a:rPr lang="en-US" b="1" dirty="0"/>
            <a:t>Unsupervised Learning Challenges</a:t>
          </a:r>
          <a:endParaRPr lang="en-US" dirty="0"/>
        </a:p>
      </dgm:t>
    </dgm:pt>
    <dgm:pt modelId="{DB4DD3A3-BF89-46A7-BF1F-7808AA3A4825}" type="parTrans" cxnId="{BB0DD3D2-2BAF-4B4D-BD31-7CDFFB557940}">
      <dgm:prSet/>
      <dgm:spPr/>
      <dgm:t>
        <a:bodyPr/>
        <a:lstStyle/>
        <a:p>
          <a:endParaRPr lang="en-US"/>
        </a:p>
      </dgm:t>
    </dgm:pt>
    <dgm:pt modelId="{7C919F6A-7901-4ADB-B582-FC6882556286}" type="sibTrans" cxnId="{BB0DD3D2-2BAF-4B4D-BD31-7CDFFB557940}">
      <dgm:prSet/>
      <dgm:spPr/>
      <dgm:t>
        <a:bodyPr/>
        <a:lstStyle/>
        <a:p>
          <a:endParaRPr lang="en-US"/>
        </a:p>
      </dgm:t>
    </dgm:pt>
    <dgm:pt modelId="{53889731-CCAD-49DF-82E3-C7ACEC0482D6}">
      <dgm:prSet/>
      <dgm:spPr/>
      <dgm:t>
        <a:bodyPr/>
        <a:lstStyle/>
        <a:p>
          <a:r>
            <a:rPr lang="en-US" dirty="0"/>
            <a:t>Unlike supervised learning, there is no known "correct" answer for clusters, latent factors, or anomalies.</a:t>
          </a:r>
        </a:p>
      </dgm:t>
    </dgm:pt>
    <dgm:pt modelId="{73E7D792-BDC1-4FC5-99D9-49D15AE02F95}" type="parTrans" cxnId="{3CBEC77C-32DC-49F3-AED5-BB958F5D5D0D}">
      <dgm:prSet/>
      <dgm:spPr/>
      <dgm:t>
        <a:bodyPr/>
        <a:lstStyle/>
        <a:p>
          <a:endParaRPr lang="en-US"/>
        </a:p>
      </dgm:t>
    </dgm:pt>
    <dgm:pt modelId="{60D0EBC9-FB03-4068-8434-B7C21755D3FD}" type="sibTrans" cxnId="{3CBEC77C-32DC-49F3-AED5-BB958F5D5D0D}">
      <dgm:prSet/>
      <dgm:spPr/>
      <dgm:t>
        <a:bodyPr/>
        <a:lstStyle/>
        <a:p>
          <a:endParaRPr lang="en-US"/>
        </a:p>
      </dgm:t>
    </dgm:pt>
    <dgm:pt modelId="{4B36D56F-061B-4CA7-B86B-056848EA9C64}">
      <dgm:prSet/>
      <dgm:spPr/>
      <dgm:t>
        <a:bodyPr/>
        <a:lstStyle/>
        <a:p>
          <a:r>
            <a:rPr lang="en-US" dirty="0"/>
            <a:t>As a result, many findings require interpretation rather than direct validation.</a:t>
          </a:r>
        </a:p>
      </dgm:t>
    </dgm:pt>
    <dgm:pt modelId="{C55BCFEC-D038-4627-852D-77F93C9AD537}" type="parTrans" cxnId="{0C27476B-16AA-4624-AA65-FFC10895F17B}">
      <dgm:prSet/>
      <dgm:spPr/>
      <dgm:t>
        <a:bodyPr/>
        <a:lstStyle/>
        <a:p>
          <a:endParaRPr lang="en-US"/>
        </a:p>
      </dgm:t>
    </dgm:pt>
    <dgm:pt modelId="{E5B61D68-FCDE-40D4-A2F3-F81403102EAC}" type="sibTrans" cxnId="{0C27476B-16AA-4624-AA65-FFC10895F17B}">
      <dgm:prSet/>
      <dgm:spPr/>
      <dgm:t>
        <a:bodyPr/>
        <a:lstStyle/>
        <a:p>
          <a:endParaRPr lang="en-US"/>
        </a:p>
      </dgm:t>
    </dgm:pt>
    <dgm:pt modelId="{D08A84D5-A57D-4F1A-BC18-B525E29842AF}">
      <dgm:prSet/>
      <dgm:spPr/>
      <dgm:t>
        <a:bodyPr/>
        <a:lstStyle/>
        <a:p>
          <a:r>
            <a:rPr lang="en-US" b="1"/>
            <a:t>Dataset Feature Limitations</a:t>
          </a:r>
        </a:p>
      </dgm:t>
    </dgm:pt>
    <dgm:pt modelId="{41983B60-BCE4-41EC-BB8D-004992BDC5E0}" type="parTrans" cxnId="{3ECBB9D4-8009-4A6C-B122-1440B66511EF}">
      <dgm:prSet/>
      <dgm:spPr/>
      <dgm:t>
        <a:bodyPr/>
        <a:lstStyle/>
        <a:p>
          <a:endParaRPr lang="en-US"/>
        </a:p>
      </dgm:t>
    </dgm:pt>
    <dgm:pt modelId="{141938DE-92C6-438A-B1BF-A046E0CD72E1}" type="sibTrans" cxnId="{3ECBB9D4-8009-4A6C-B122-1440B66511EF}">
      <dgm:prSet/>
      <dgm:spPr/>
      <dgm:t>
        <a:bodyPr/>
        <a:lstStyle/>
        <a:p>
          <a:endParaRPr lang="en-US"/>
        </a:p>
      </dgm:t>
    </dgm:pt>
    <dgm:pt modelId="{177082F4-474B-4827-BE3F-8A670C3FE12C}">
      <dgm:prSet/>
      <dgm:spPr/>
      <dgm:t>
        <a:bodyPr/>
        <a:lstStyle/>
        <a:p>
          <a:r>
            <a:rPr lang="en-US" dirty="0"/>
            <a:t>The dataset contains only physicochemical measurements and does not include:</a:t>
          </a:r>
        </a:p>
      </dgm:t>
    </dgm:pt>
    <dgm:pt modelId="{29680776-B070-41EC-BAE1-D9166E8A776B}" type="parTrans" cxnId="{FD91D6C1-5CF2-4C55-A955-1E4E8686A180}">
      <dgm:prSet/>
      <dgm:spPr/>
      <dgm:t>
        <a:bodyPr/>
        <a:lstStyle/>
        <a:p>
          <a:endParaRPr lang="en-US"/>
        </a:p>
      </dgm:t>
    </dgm:pt>
    <dgm:pt modelId="{B124188F-AE86-469B-9821-7ED9E687247D}" type="sibTrans" cxnId="{FD91D6C1-5CF2-4C55-A955-1E4E8686A180}">
      <dgm:prSet/>
      <dgm:spPr/>
      <dgm:t>
        <a:bodyPr/>
        <a:lstStyle/>
        <a:p>
          <a:endParaRPr lang="en-US"/>
        </a:p>
      </dgm:t>
    </dgm:pt>
    <dgm:pt modelId="{97466A5C-5D2C-4A71-B877-59291EA7B8F0}">
      <dgm:prSet/>
      <dgm:spPr/>
      <dgm:t>
        <a:bodyPr/>
        <a:lstStyle/>
        <a:p>
          <a:r>
            <a:rPr lang="en-US" dirty="0"/>
            <a:t>Grape variety</a:t>
          </a:r>
        </a:p>
      </dgm:t>
    </dgm:pt>
    <dgm:pt modelId="{836EC5F0-400F-4CFE-8952-0B8C8838EBB7}" type="parTrans" cxnId="{977A1888-6471-4373-8986-6F383BAA8A34}">
      <dgm:prSet/>
      <dgm:spPr/>
      <dgm:t>
        <a:bodyPr/>
        <a:lstStyle/>
        <a:p>
          <a:endParaRPr lang="en-US"/>
        </a:p>
      </dgm:t>
    </dgm:pt>
    <dgm:pt modelId="{E05614EA-4B40-4E80-955D-5021084175AD}" type="sibTrans" cxnId="{977A1888-6471-4373-8986-6F383BAA8A34}">
      <dgm:prSet/>
      <dgm:spPr/>
      <dgm:t>
        <a:bodyPr/>
        <a:lstStyle/>
        <a:p>
          <a:endParaRPr lang="en-US"/>
        </a:p>
      </dgm:t>
    </dgm:pt>
    <dgm:pt modelId="{769FE8C1-425A-4864-A666-AE6461F4514B}">
      <dgm:prSet/>
      <dgm:spPr/>
      <dgm:t>
        <a:bodyPr/>
        <a:lstStyle/>
        <a:p>
          <a:r>
            <a:rPr lang="en-US" dirty="0"/>
            <a:t>Region of origin</a:t>
          </a:r>
        </a:p>
      </dgm:t>
    </dgm:pt>
    <dgm:pt modelId="{440E9D6C-6A4F-4ECC-8236-1EF69B9EB4C2}" type="parTrans" cxnId="{BFFA6C76-C26F-4AD1-96C3-84C6CAF5CBFC}">
      <dgm:prSet/>
      <dgm:spPr/>
      <dgm:t>
        <a:bodyPr/>
        <a:lstStyle/>
        <a:p>
          <a:endParaRPr lang="en-US"/>
        </a:p>
      </dgm:t>
    </dgm:pt>
    <dgm:pt modelId="{EF4EC26C-6C07-44F5-B4A1-CB0EEFC4A94E}" type="sibTrans" cxnId="{BFFA6C76-C26F-4AD1-96C3-84C6CAF5CBFC}">
      <dgm:prSet/>
      <dgm:spPr/>
      <dgm:t>
        <a:bodyPr/>
        <a:lstStyle/>
        <a:p>
          <a:endParaRPr lang="en-US"/>
        </a:p>
      </dgm:t>
    </dgm:pt>
    <dgm:pt modelId="{0FD0A72C-9BA2-4245-9F14-B452393C28F3}">
      <dgm:prSet/>
      <dgm:spPr/>
      <dgm:t>
        <a:bodyPr/>
        <a:lstStyle/>
        <a:p>
          <a:r>
            <a:rPr lang="en-US" dirty="0"/>
            <a:t>Production methods</a:t>
          </a:r>
        </a:p>
      </dgm:t>
    </dgm:pt>
    <dgm:pt modelId="{AE1F7A52-1050-4F98-BFC8-8692A488D6B9}" type="parTrans" cxnId="{7A8203DB-4DEB-4AD0-8ADD-613D009BB353}">
      <dgm:prSet/>
      <dgm:spPr/>
      <dgm:t>
        <a:bodyPr/>
        <a:lstStyle/>
        <a:p>
          <a:endParaRPr lang="en-US"/>
        </a:p>
      </dgm:t>
    </dgm:pt>
    <dgm:pt modelId="{FD38B041-B6F8-44B0-854A-E0B5B360DB2E}" type="sibTrans" cxnId="{7A8203DB-4DEB-4AD0-8ADD-613D009BB353}">
      <dgm:prSet/>
      <dgm:spPr/>
      <dgm:t>
        <a:bodyPr/>
        <a:lstStyle/>
        <a:p>
          <a:endParaRPr lang="en-US"/>
        </a:p>
      </dgm:t>
    </dgm:pt>
    <dgm:pt modelId="{DF6B672E-BA98-46A3-A565-FEE3B90EDF0A}">
      <dgm:prSet/>
      <dgm:spPr/>
      <dgm:t>
        <a:bodyPr/>
        <a:lstStyle/>
        <a:p>
          <a:r>
            <a:rPr lang="en-US" dirty="0"/>
            <a:t>Storage conditions</a:t>
          </a:r>
        </a:p>
      </dgm:t>
    </dgm:pt>
    <dgm:pt modelId="{885ED4EF-E7FB-4037-8FF7-1E1E625A75A6}" type="parTrans" cxnId="{6C908FA2-8333-4AA5-8288-5B8CF0C98700}">
      <dgm:prSet/>
      <dgm:spPr/>
      <dgm:t>
        <a:bodyPr/>
        <a:lstStyle/>
        <a:p>
          <a:endParaRPr lang="en-US"/>
        </a:p>
      </dgm:t>
    </dgm:pt>
    <dgm:pt modelId="{5BA36D50-B2A3-43B5-AA32-57C4D3B0ABC0}" type="sibTrans" cxnId="{6C908FA2-8333-4AA5-8288-5B8CF0C98700}">
      <dgm:prSet/>
      <dgm:spPr/>
      <dgm:t>
        <a:bodyPr/>
        <a:lstStyle/>
        <a:p>
          <a:endParaRPr lang="en-US"/>
        </a:p>
      </dgm:t>
    </dgm:pt>
    <dgm:pt modelId="{92245A67-9A5C-409D-BB49-4B4E2AFDD8DB}">
      <dgm:prSet/>
      <dgm:spPr/>
      <dgm:t>
        <a:bodyPr/>
        <a:lstStyle/>
        <a:p>
          <a:r>
            <a:rPr lang="en-US" dirty="0"/>
            <a:t>Expert tasting notes</a:t>
          </a:r>
        </a:p>
      </dgm:t>
    </dgm:pt>
    <dgm:pt modelId="{AB73EC59-1F9C-4554-A6E2-4FA7DAE7768F}" type="parTrans" cxnId="{63EC1A02-C958-4D03-B6D5-E593B920195E}">
      <dgm:prSet/>
      <dgm:spPr/>
      <dgm:t>
        <a:bodyPr/>
        <a:lstStyle/>
        <a:p>
          <a:endParaRPr lang="en-US"/>
        </a:p>
      </dgm:t>
    </dgm:pt>
    <dgm:pt modelId="{B46799D9-DCC3-4839-8501-5B2F3A4028FA}" type="sibTrans" cxnId="{63EC1A02-C958-4D03-B6D5-E593B920195E}">
      <dgm:prSet/>
      <dgm:spPr/>
      <dgm:t>
        <a:bodyPr/>
        <a:lstStyle/>
        <a:p>
          <a:endParaRPr lang="en-US"/>
        </a:p>
      </dgm:t>
    </dgm:pt>
    <dgm:pt modelId="{91A0EE0C-C52F-4038-BAE8-83786CD01B66}">
      <dgm:prSet/>
      <dgm:spPr/>
      <dgm:t>
        <a:bodyPr/>
        <a:lstStyle/>
        <a:p>
          <a:r>
            <a:rPr lang="en-US" dirty="0"/>
            <a:t>These factors may provide additional insight into wine behavior.</a:t>
          </a:r>
        </a:p>
      </dgm:t>
    </dgm:pt>
    <dgm:pt modelId="{56630B6A-A908-44AF-BF96-9BDFBA4039D6}" type="parTrans" cxnId="{AEAB5B25-C7AA-4AD2-94C4-B50B7983343A}">
      <dgm:prSet/>
      <dgm:spPr/>
      <dgm:t>
        <a:bodyPr/>
        <a:lstStyle/>
        <a:p>
          <a:endParaRPr lang="en-US"/>
        </a:p>
      </dgm:t>
    </dgm:pt>
    <dgm:pt modelId="{B02351C7-ACE6-4EB2-BED7-0605D84659BE}" type="sibTrans" cxnId="{AEAB5B25-C7AA-4AD2-94C4-B50B7983343A}">
      <dgm:prSet/>
      <dgm:spPr/>
      <dgm:t>
        <a:bodyPr/>
        <a:lstStyle/>
        <a:p>
          <a:endParaRPr lang="en-US"/>
        </a:p>
      </dgm:t>
    </dgm:pt>
    <dgm:pt modelId="{BF1716CB-3895-4657-806B-22C453D37011}">
      <dgm:prSet/>
      <dgm:spPr/>
      <dgm:t>
        <a:bodyPr/>
        <a:lstStyle/>
        <a:p>
          <a:r>
            <a:rPr lang="en-US" b="1"/>
            <a:t>Quality Scores Remain Subjective</a:t>
          </a:r>
        </a:p>
      </dgm:t>
    </dgm:pt>
    <dgm:pt modelId="{FD6A1777-BCB7-4DC9-AFAA-4EB840A6656C}" type="parTrans" cxnId="{1E6C83C6-9BF6-4584-83F3-4BC03ED331D1}">
      <dgm:prSet/>
      <dgm:spPr/>
      <dgm:t>
        <a:bodyPr/>
        <a:lstStyle/>
        <a:p>
          <a:endParaRPr lang="en-US"/>
        </a:p>
      </dgm:t>
    </dgm:pt>
    <dgm:pt modelId="{30B5A50F-9ACF-4B4C-844B-EA3598133BAA}" type="sibTrans" cxnId="{1E6C83C6-9BF6-4584-83F3-4BC03ED331D1}">
      <dgm:prSet/>
      <dgm:spPr/>
      <dgm:t>
        <a:bodyPr/>
        <a:lstStyle/>
        <a:p>
          <a:endParaRPr lang="en-US"/>
        </a:p>
      </dgm:t>
    </dgm:pt>
    <dgm:pt modelId="{2E910E7B-AE2D-4105-9EED-82F58B36B8D7}">
      <dgm:prSet/>
      <dgm:spPr/>
      <dgm:t>
        <a:bodyPr/>
        <a:lstStyle/>
        <a:p>
          <a:r>
            <a:rPr lang="en-US" dirty="0"/>
            <a:t>Wine quality scores are based on sensory evaluations and may vary across evaluators.</a:t>
          </a:r>
        </a:p>
      </dgm:t>
    </dgm:pt>
    <dgm:pt modelId="{C383C462-1CA5-4B71-B4D9-6ED9271F511A}" type="parTrans" cxnId="{2396ACAB-D628-453D-8764-578B47DAAA54}">
      <dgm:prSet/>
      <dgm:spPr/>
      <dgm:t>
        <a:bodyPr/>
        <a:lstStyle/>
        <a:p>
          <a:endParaRPr lang="en-US"/>
        </a:p>
      </dgm:t>
    </dgm:pt>
    <dgm:pt modelId="{1D530BE0-4FA1-4D13-967A-23C5BF44AD86}" type="sibTrans" cxnId="{2396ACAB-D628-453D-8764-578B47DAAA54}">
      <dgm:prSet/>
      <dgm:spPr/>
      <dgm:t>
        <a:bodyPr/>
        <a:lstStyle/>
        <a:p>
          <a:endParaRPr lang="en-US"/>
        </a:p>
      </dgm:t>
    </dgm:pt>
    <dgm:pt modelId="{EEF271A6-E5D6-43A9-9131-7787143013EF}">
      <dgm:prSet/>
      <dgm:spPr/>
      <dgm:t>
        <a:bodyPr/>
        <a:lstStyle/>
        <a:p>
          <a:r>
            <a:rPr lang="en-US" dirty="0"/>
            <a:t>As a result:</a:t>
          </a:r>
        </a:p>
      </dgm:t>
    </dgm:pt>
    <dgm:pt modelId="{4CC698EF-0578-44E1-9992-0DEC2FFBF28E}" type="parTrans" cxnId="{D26EEAD7-57FE-47D2-BC64-DB35C06543C9}">
      <dgm:prSet/>
      <dgm:spPr/>
      <dgm:t>
        <a:bodyPr/>
        <a:lstStyle/>
        <a:p>
          <a:endParaRPr lang="en-US"/>
        </a:p>
      </dgm:t>
    </dgm:pt>
    <dgm:pt modelId="{F9323F42-A81E-470C-BB94-C6128BC9CAB6}" type="sibTrans" cxnId="{D26EEAD7-57FE-47D2-BC64-DB35C06543C9}">
      <dgm:prSet/>
      <dgm:spPr/>
      <dgm:t>
        <a:bodyPr/>
        <a:lstStyle/>
        <a:p>
          <a:endParaRPr lang="en-US"/>
        </a:p>
      </dgm:t>
    </dgm:pt>
    <dgm:pt modelId="{42DBA371-5EB3-4012-B431-ED5FD7015310}">
      <dgm:prSet/>
      <dgm:spPr/>
      <dgm:t>
        <a:bodyPr/>
        <a:lstStyle/>
        <a:p>
          <a:r>
            <a:rPr lang="en-US" dirty="0"/>
            <a:t>Quality may not align perfectly with chemistry</a:t>
          </a:r>
        </a:p>
      </dgm:t>
    </dgm:pt>
    <dgm:pt modelId="{B34983DB-3300-4CFB-BA28-9ED64684F07B}" type="parTrans" cxnId="{7562FBE7-9CB7-449F-935D-D96263329D44}">
      <dgm:prSet/>
      <dgm:spPr/>
      <dgm:t>
        <a:bodyPr/>
        <a:lstStyle/>
        <a:p>
          <a:endParaRPr lang="en-US"/>
        </a:p>
      </dgm:t>
    </dgm:pt>
    <dgm:pt modelId="{1E2E8F55-AF56-4FE1-8B6B-863D8C65A201}" type="sibTrans" cxnId="{7562FBE7-9CB7-449F-935D-D96263329D44}">
      <dgm:prSet/>
      <dgm:spPr/>
      <dgm:t>
        <a:bodyPr/>
        <a:lstStyle/>
        <a:p>
          <a:endParaRPr lang="en-US"/>
        </a:p>
      </dgm:t>
    </dgm:pt>
    <dgm:pt modelId="{8D3A5883-E018-4FE2-9389-CA5C20A27A0F}">
      <dgm:prSet/>
      <dgm:spPr/>
      <dgm:t>
        <a:bodyPr/>
        <a:lstStyle/>
        <a:p>
          <a:r>
            <a:rPr lang="en-US" dirty="0"/>
            <a:t>Quality groups may naturally overlap</a:t>
          </a:r>
        </a:p>
      </dgm:t>
    </dgm:pt>
    <dgm:pt modelId="{62B85462-8BD4-442E-8042-03D9E23FA9F7}" type="parTrans" cxnId="{B8DEBC0E-C308-4F21-B6A6-56FBA78A5D52}">
      <dgm:prSet/>
      <dgm:spPr/>
      <dgm:t>
        <a:bodyPr/>
        <a:lstStyle/>
        <a:p>
          <a:endParaRPr lang="en-US"/>
        </a:p>
      </dgm:t>
    </dgm:pt>
    <dgm:pt modelId="{58DC2D3F-2192-4560-B741-668C38E02A9B}" type="sibTrans" cxnId="{B8DEBC0E-C308-4F21-B6A6-56FBA78A5D52}">
      <dgm:prSet/>
      <dgm:spPr/>
      <dgm:t>
        <a:bodyPr/>
        <a:lstStyle/>
        <a:p>
          <a:endParaRPr lang="en-US"/>
        </a:p>
      </dgm:t>
    </dgm:pt>
    <dgm:pt modelId="{5221BE9B-021C-42B1-9C96-16993284E5C8}" type="pres">
      <dgm:prSet presAssocID="{DE41C19A-3D12-4FE6-B267-E6B95706E3B0}" presName="linear" presStyleCnt="0">
        <dgm:presLayoutVars>
          <dgm:animLvl val="lvl"/>
          <dgm:resizeHandles val="exact"/>
        </dgm:presLayoutVars>
      </dgm:prSet>
      <dgm:spPr/>
    </dgm:pt>
    <dgm:pt modelId="{AEFCABED-83AE-4509-BBF1-EE8975441498}" type="pres">
      <dgm:prSet presAssocID="{2661906A-6BDB-437A-9A09-55C88D8FF52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E3BF40-D88E-4F81-8CA2-D52DFB21FC7F}" type="pres">
      <dgm:prSet presAssocID="{2661906A-6BDB-437A-9A09-55C88D8FF52E}" presName="childText" presStyleLbl="revTx" presStyleIdx="0" presStyleCnt="3">
        <dgm:presLayoutVars>
          <dgm:bulletEnabled val="1"/>
        </dgm:presLayoutVars>
      </dgm:prSet>
      <dgm:spPr/>
    </dgm:pt>
    <dgm:pt modelId="{77DA5884-AD27-4DE9-B1FC-F3CFB3DF2BC2}" type="pres">
      <dgm:prSet presAssocID="{D08A84D5-A57D-4F1A-BC18-B525E29842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0673FA-8B10-4EAB-BA1D-1827EECD2661}" type="pres">
      <dgm:prSet presAssocID="{D08A84D5-A57D-4F1A-BC18-B525E29842AF}" presName="childText" presStyleLbl="revTx" presStyleIdx="1" presStyleCnt="3">
        <dgm:presLayoutVars>
          <dgm:bulletEnabled val="1"/>
        </dgm:presLayoutVars>
      </dgm:prSet>
      <dgm:spPr/>
    </dgm:pt>
    <dgm:pt modelId="{CD5666B6-4693-47F5-8917-A112D335691C}" type="pres">
      <dgm:prSet presAssocID="{BF1716CB-3895-4657-806B-22C453D3701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B5284D-B1AC-4944-96CC-9C99C01DD7B9}" type="pres">
      <dgm:prSet presAssocID="{BF1716CB-3895-4657-806B-22C453D3701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4CB8200-0285-42F4-9C68-5C9D3EE45DC8}" type="presOf" srcId="{EEF271A6-E5D6-43A9-9131-7787143013EF}" destId="{CFB5284D-B1AC-4944-96CC-9C99C01DD7B9}" srcOrd="0" destOrd="1" presId="urn:microsoft.com/office/officeart/2005/8/layout/vList2"/>
    <dgm:cxn modelId="{63EC1A02-C958-4D03-B6D5-E593B920195E}" srcId="{D08A84D5-A57D-4F1A-BC18-B525E29842AF}" destId="{92245A67-9A5C-409D-BB49-4B4E2AFDD8DB}" srcOrd="5" destOrd="0" parTransId="{AB73EC59-1F9C-4554-A6E2-4FA7DAE7768F}" sibTransId="{B46799D9-DCC3-4839-8501-5B2F3A4028FA}"/>
    <dgm:cxn modelId="{90F46208-9572-43E1-AED1-E38E03692AD6}" type="presOf" srcId="{769FE8C1-425A-4864-A666-AE6461F4514B}" destId="{F60673FA-8B10-4EAB-BA1D-1827EECD2661}" srcOrd="0" destOrd="2" presId="urn:microsoft.com/office/officeart/2005/8/layout/vList2"/>
    <dgm:cxn modelId="{D8705B0E-45BB-434D-9729-A05CA2A930C6}" type="presOf" srcId="{42DBA371-5EB3-4012-B431-ED5FD7015310}" destId="{CFB5284D-B1AC-4944-96CC-9C99C01DD7B9}" srcOrd="0" destOrd="2" presId="urn:microsoft.com/office/officeart/2005/8/layout/vList2"/>
    <dgm:cxn modelId="{B8DEBC0E-C308-4F21-B6A6-56FBA78A5D52}" srcId="{EEF271A6-E5D6-43A9-9131-7787143013EF}" destId="{8D3A5883-E018-4FE2-9389-CA5C20A27A0F}" srcOrd="1" destOrd="0" parTransId="{62B85462-8BD4-442E-8042-03D9E23FA9F7}" sibTransId="{58DC2D3F-2192-4560-B741-668C38E02A9B}"/>
    <dgm:cxn modelId="{C7B20E15-F370-4B52-8BE5-96D94241B4CA}" type="presOf" srcId="{177082F4-474B-4827-BE3F-8A670C3FE12C}" destId="{F60673FA-8B10-4EAB-BA1D-1827EECD2661}" srcOrd="0" destOrd="0" presId="urn:microsoft.com/office/officeart/2005/8/layout/vList2"/>
    <dgm:cxn modelId="{AEAB5B25-C7AA-4AD2-94C4-B50B7983343A}" srcId="{D08A84D5-A57D-4F1A-BC18-B525E29842AF}" destId="{91A0EE0C-C52F-4038-BAE8-83786CD01B66}" srcOrd="6" destOrd="0" parTransId="{56630B6A-A908-44AF-BF96-9BDFBA4039D6}" sibTransId="{B02351C7-ACE6-4EB2-BED7-0605D84659BE}"/>
    <dgm:cxn modelId="{621DAC5C-EF2B-4429-AED6-77C0A2AAAE8E}" type="presOf" srcId="{DE41C19A-3D12-4FE6-B267-E6B95706E3B0}" destId="{5221BE9B-021C-42B1-9C96-16993284E5C8}" srcOrd="0" destOrd="0" presId="urn:microsoft.com/office/officeart/2005/8/layout/vList2"/>
    <dgm:cxn modelId="{F1CD3F61-47FC-42A2-BD54-9EF054B3EB8C}" type="presOf" srcId="{97466A5C-5D2C-4A71-B877-59291EA7B8F0}" destId="{F60673FA-8B10-4EAB-BA1D-1827EECD2661}" srcOrd="0" destOrd="1" presId="urn:microsoft.com/office/officeart/2005/8/layout/vList2"/>
    <dgm:cxn modelId="{F424C342-284B-492F-A7AA-2336F601E876}" type="presOf" srcId="{2E910E7B-AE2D-4105-9EED-82F58B36B8D7}" destId="{CFB5284D-B1AC-4944-96CC-9C99C01DD7B9}" srcOrd="0" destOrd="0" presId="urn:microsoft.com/office/officeart/2005/8/layout/vList2"/>
    <dgm:cxn modelId="{27332D67-9879-4744-9A2D-BFDF3B1B58E5}" type="presOf" srcId="{BF1716CB-3895-4657-806B-22C453D37011}" destId="{CD5666B6-4693-47F5-8917-A112D335691C}" srcOrd="0" destOrd="0" presId="urn:microsoft.com/office/officeart/2005/8/layout/vList2"/>
    <dgm:cxn modelId="{2FF43068-068A-4496-9685-6733447600F4}" type="presOf" srcId="{8D3A5883-E018-4FE2-9389-CA5C20A27A0F}" destId="{CFB5284D-B1AC-4944-96CC-9C99C01DD7B9}" srcOrd="0" destOrd="3" presId="urn:microsoft.com/office/officeart/2005/8/layout/vList2"/>
    <dgm:cxn modelId="{0C27476B-16AA-4624-AA65-FFC10895F17B}" srcId="{2661906A-6BDB-437A-9A09-55C88D8FF52E}" destId="{4B36D56F-061B-4CA7-B86B-056848EA9C64}" srcOrd="1" destOrd="0" parTransId="{C55BCFEC-D038-4627-852D-77F93C9AD537}" sibTransId="{E5B61D68-FCDE-40D4-A2F3-F81403102EAC}"/>
    <dgm:cxn modelId="{58F6674E-57D3-4F9E-805E-5480F87D164F}" type="presOf" srcId="{2661906A-6BDB-437A-9A09-55C88D8FF52E}" destId="{AEFCABED-83AE-4509-BBF1-EE8975441498}" srcOrd="0" destOrd="0" presId="urn:microsoft.com/office/officeart/2005/8/layout/vList2"/>
    <dgm:cxn modelId="{BFFA6C76-C26F-4AD1-96C3-84C6CAF5CBFC}" srcId="{D08A84D5-A57D-4F1A-BC18-B525E29842AF}" destId="{769FE8C1-425A-4864-A666-AE6461F4514B}" srcOrd="2" destOrd="0" parTransId="{440E9D6C-6A4F-4ECC-8236-1EF69B9EB4C2}" sibTransId="{EF4EC26C-6C07-44F5-B4A1-CB0EEFC4A94E}"/>
    <dgm:cxn modelId="{3CBEC77C-32DC-49F3-AED5-BB958F5D5D0D}" srcId="{2661906A-6BDB-437A-9A09-55C88D8FF52E}" destId="{53889731-CCAD-49DF-82E3-C7ACEC0482D6}" srcOrd="0" destOrd="0" parTransId="{73E7D792-BDC1-4FC5-99D9-49D15AE02F95}" sibTransId="{60D0EBC9-FB03-4068-8434-B7C21755D3FD}"/>
    <dgm:cxn modelId="{FE85707E-7ADC-47F4-820B-6E6FFA3C6423}" type="presOf" srcId="{DF6B672E-BA98-46A3-A565-FEE3B90EDF0A}" destId="{F60673FA-8B10-4EAB-BA1D-1827EECD2661}" srcOrd="0" destOrd="4" presId="urn:microsoft.com/office/officeart/2005/8/layout/vList2"/>
    <dgm:cxn modelId="{977A1888-6471-4373-8986-6F383BAA8A34}" srcId="{D08A84D5-A57D-4F1A-BC18-B525E29842AF}" destId="{97466A5C-5D2C-4A71-B877-59291EA7B8F0}" srcOrd="1" destOrd="0" parTransId="{836EC5F0-400F-4CFE-8952-0B8C8838EBB7}" sibTransId="{E05614EA-4B40-4E80-955D-5021084175AD}"/>
    <dgm:cxn modelId="{046473A2-13EF-4FDE-874A-6EBBC4DF5FF5}" type="presOf" srcId="{0FD0A72C-9BA2-4245-9F14-B452393C28F3}" destId="{F60673FA-8B10-4EAB-BA1D-1827EECD2661}" srcOrd="0" destOrd="3" presId="urn:microsoft.com/office/officeart/2005/8/layout/vList2"/>
    <dgm:cxn modelId="{6C908FA2-8333-4AA5-8288-5B8CF0C98700}" srcId="{D08A84D5-A57D-4F1A-BC18-B525E29842AF}" destId="{DF6B672E-BA98-46A3-A565-FEE3B90EDF0A}" srcOrd="4" destOrd="0" parTransId="{885ED4EF-E7FB-4037-8FF7-1E1E625A75A6}" sibTransId="{5BA36D50-B2A3-43B5-AA32-57C4D3B0ABC0}"/>
    <dgm:cxn modelId="{2396ACAB-D628-453D-8764-578B47DAAA54}" srcId="{BF1716CB-3895-4657-806B-22C453D37011}" destId="{2E910E7B-AE2D-4105-9EED-82F58B36B8D7}" srcOrd="0" destOrd="0" parTransId="{C383C462-1CA5-4B71-B4D9-6ED9271F511A}" sibTransId="{1D530BE0-4FA1-4D13-967A-23C5BF44AD86}"/>
    <dgm:cxn modelId="{83C873B1-69AC-4B0C-96F2-5257ADEA9B4D}" type="presOf" srcId="{4B36D56F-061B-4CA7-B86B-056848EA9C64}" destId="{3DE3BF40-D88E-4F81-8CA2-D52DFB21FC7F}" srcOrd="0" destOrd="1" presId="urn:microsoft.com/office/officeart/2005/8/layout/vList2"/>
    <dgm:cxn modelId="{FD91D6C1-5CF2-4C55-A955-1E4E8686A180}" srcId="{D08A84D5-A57D-4F1A-BC18-B525E29842AF}" destId="{177082F4-474B-4827-BE3F-8A670C3FE12C}" srcOrd="0" destOrd="0" parTransId="{29680776-B070-41EC-BAE1-D9166E8A776B}" sibTransId="{B124188F-AE86-469B-9821-7ED9E687247D}"/>
    <dgm:cxn modelId="{15386BC3-F5BF-4522-91AA-352CAF89A1C2}" type="presOf" srcId="{53889731-CCAD-49DF-82E3-C7ACEC0482D6}" destId="{3DE3BF40-D88E-4F81-8CA2-D52DFB21FC7F}" srcOrd="0" destOrd="0" presId="urn:microsoft.com/office/officeart/2005/8/layout/vList2"/>
    <dgm:cxn modelId="{1E6C83C6-9BF6-4584-83F3-4BC03ED331D1}" srcId="{DE41C19A-3D12-4FE6-B267-E6B95706E3B0}" destId="{BF1716CB-3895-4657-806B-22C453D37011}" srcOrd="2" destOrd="0" parTransId="{FD6A1777-BCB7-4DC9-AFAA-4EB840A6656C}" sibTransId="{30B5A50F-9ACF-4B4C-844B-EA3598133BAA}"/>
    <dgm:cxn modelId="{BB0DD3D2-2BAF-4B4D-BD31-7CDFFB557940}" srcId="{DE41C19A-3D12-4FE6-B267-E6B95706E3B0}" destId="{2661906A-6BDB-437A-9A09-55C88D8FF52E}" srcOrd="0" destOrd="0" parTransId="{DB4DD3A3-BF89-46A7-BF1F-7808AA3A4825}" sibTransId="{7C919F6A-7901-4ADB-B582-FC6882556286}"/>
    <dgm:cxn modelId="{3ECBB9D4-8009-4A6C-B122-1440B66511EF}" srcId="{DE41C19A-3D12-4FE6-B267-E6B95706E3B0}" destId="{D08A84D5-A57D-4F1A-BC18-B525E29842AF}" srcOrd="1" destOrd="0" parTransId="{41983B60-BCE4-41EC-BB8D-004992BDC5E0}" sibTransId="{141938DE-92C6-438A-B1BF-A046E0CD72E1}"/>
    <dgm:cxn modelId="{D26EEAD7-57FE-47D2-BC64-DB35C06543C9}" srcId="{BF1716CB-3895-4657-806B-22C453D37011}" destId="{EEF271A6-E5D6-43A9-9131-7787143013EF}" srcOrd="1" destOrd="0" parTransId="{4CC698EF-0578-44E1-9992-0DEC2FFBF28E}" sibTransId="{F9323F42-A81E-470C-BB94-C6128BC9CAB6}"/>
    <dgm:cxn modelId="{7A8203DB-4DEB-4AD0-8ADD-613D009BB353}" srcId="{D08A84D5-A57D-4F1A-BC18-B525E29842AF}" destId="{0FD0A72C-9BA2-4245-9F14-B452393C28F3}" srcOrd="3" destOrd="0" parTransId="{AE1F7A52-1050-4F98-BFC8-8692A488D6B9}" sibTransId="{FD38B041-B6F8-44B0-854A-E0B5B360DB2E}"/>
    <dgm:cxn modelId="{C157C2E5-00C1-4E81-98A0-26420190368F}" type="presOf" srcId="{D08A84D5-A57D-4F1A-BC18-B525E29842AF}" destId="{77DA5884-AD27-4DE9-B1FC-F3CFB3DF2BC2}" srcOrd="0" destOrd="0" presId="urn:microsoft.com/office/officeart/2005/8/layout/vList2"/>
    <dgm:cxn modelId="{7562FBE7-9CB7-449F-935D-D96263329D44}" srcId="{EEF271A6-E5D6-43A9-9131-7787143013EF}" destId="{42DBA371-5EB3-4012-B431-ED5FD7015310}" srcOrd="0" destOrd="0" parTransId="{B34983DB-3300-4CFB-BA28-9ED64684F07B}" sibTransId="{1E2E8F55-AF56-4FE1-8B6B-863D8C65A201}"/>
    <dgm:cxn modelId="{839B7DE9-0DC6-4DD3-90C7-98AE8C389802}" type="presOf" srcId="{92245A67-9A5C-409D-BB49-4B4E2AFDD8DB}" destId="{F60673FA-8B10-4EAB-BA1D-1827EECD2661}" srcOrd="0" destOrd="5" presId="urn:microsoft.com/office/officeart/2005/8/layout/vList2"/>
    <dgm:cxn modelId="{1D47FBF7-944F-43C9-897F-656A0A885003}" type="presOf" srcId="{91A0EE0C-C52F-4038-BAE8-83786CD01B66}" destId="{F60673FA-8B10-4EAB-BA1D-1827EECD2661}" srcOrd="0" destOrd="6" presId="urn:microsoft.com/office/officeart/2005/8/layout/vList2"/>
    <dgm:cxn modelId="{8160292F-98A2-4D8B-B725-491A10E19184}" type="presParOf" srcId="{5221BE9B-021C-42B1-9C96-16993284E5C8}" destId="{AEFCABED-83AE-4509-BBF1-EE8975441498}" srcOrd="0" destOrd="0" presId="urn:microsoft.com/office/officeart/2005/8/layout/vList2"/>
    <dgm:cxn modelId="{D376FB51-EA54-4A5E-B0C7-74C0665217CA}" type="presParOf" srcId="{5221BE9B-021C-42B1-9C96-16993284E5C8}" destId="{3DE3BF40-D88E-4F81-8CA2-D52DFB21FC7F}" srcOrd="1" destOrd="0" presId="urn:microsoft.com/office/officeart/2005/8/layout/vList2"/>
    <dgm:cxn modelId="{5BE5D139-532C-40D7-9326-B0E85D791142}" type="presParOf" srcId="{5221BE9B-021C-42B1-9C96-16993284E5C8}" destId="{77DA5884-AD27-4DE9-B1FC-F3CFB3DF2BC2}" srcOrd="2" destOrd="0" presId="urn:microsoft.com/office/officeart/2005/8/layout/vList2"/>
    <dgm:cxn modelId="{153A64BB-9380-48B7-88EB-8DC8DA174467}" type="presParOf" srcId="{5221BE9B-021C-42B1-9C96-16993284E5C8}" destId="{F60673FA-8B10-4EAB-BA1D-1827EECD2661}" srcOrd="3" destOrd="0" presId="urn:microsoft.com/office/officeart/2005/8/layout/vList2"/>
    <dgm:cxn modelId="{94F91938-4D7D-4546-9CFC-F2E68CF19CD2}" type="presParOf" srcId="{5221BE9B-021C-42B1-9C96-16993284E5C8}" destId="{CD5666B6-4693-47F5-8917-A112D335691C}" srcOrd="4" destOrd="0" presId="urn:microsoft.com/office/officeart/2005/8/layout/vList2"/>
    <dgm:cxn modelId="{F6AC384B-2C4D-48D8-9D09-31EA718FFF1B}" type="presParOf" srcId="{5221BE9B-021C-42B1-9C96-16993284E5C8}" destId="{CFB5284D-B1AC-4944-96CC-9C99C01DD7B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E41C19A-3D12-4FE6-B267-E6B95706E3B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2CB605-1677-4D73-ACE7-264BE40F93C7}">
      <dgm:prSet/>
      <dgm:spPr/>
      <dgm:t>
        <a:bodyPr/>
        <a:lstStyle/>
        <a:p>
          <a:r>
            <a:rPr lang="en-US" b="1" dirty="0"/>
            <a:t>Clustering Method Limitations</a:t>
          </a:r>
        </a:p>
      </dgm:t>
    </dgm:pt>
    <dgm:pt modelId="{D5DB73CA-2A76-4083-92E1-027FA802E8A3}" type="parTrans" cxnId="{8CDFF1BD-B764-4622-8862-21E2E8496727}">
      <dgm:prSet/>
      <dgm:spPr/>
      <dgm:t>
        <a:bodyPr/>
        <a:lstStyle/>
        <a:p>
          <a:endParaRPr lang="en-US"/>
        </a:p>
      </dgm:t>
    </dgm:pt>
    <dgm:pt modelId="{5DAA57B3-536C-40E0-BF79-2B14CE4C0AFE}" type="sibTrans" cxnId="{8CDFF1BD-B764-4622-8862-21E2E8496727}">
      <dgm:prSet/>
      <dgm:spPr/>
      <dgm:t>
        <a:bodyPr/>
        <a:lstStyle/>
        <a:p>
          <a:endParaRPr lang="en-US"/>
        </a:p>
      </dgm:t>
    </dgm:pt>
    <dgm:pt modelId="{C006D398-706E-4051-A0C0-CE63E14A8AC5}">
      <dgm:prSet/>
      <dgm:spPr/>
      <dgm:t>
        <a:bodyPr/>
        <a:lstStyle/>
        <a:p>
          <a:r>
            <a:rPr lang="en-US" dirty="0"/>
            <a:t>Cluster interpretation is subjective</a:t>
          </a:r>
        </a:p>
      </dgm:t>
    </dgm:pt>
    <dgm:pt modelId="{10706B0A-438B-4936-ADDA-03DDCEC1ACF7}" type="parTrans" cxnId="{DA3308C7-854F-4F46-A388-11B0A3B951E5}">
      <dgm:prSet/>
      <dgm:spPr/>
      <dgm:t>
        <a:bodyPr/>
        <a:lstStyle/>
        <a:p>
          <a:endParaRPr lang="en-US"/>
        </a:p>
      </dgm:t>
    </dgm:pt>
    <dgm:pt modelId="{A8DA5245-9672-4603-AD6B-CB5C38D32E49}" type="sibTrans" cxnId="{DA3308C7-854F-4F46-A388-11B0A3B951E5}">
      <dgm:prSet/>
      <dgm:spPr/>
      <dgm:t>
        <a:bodyPr/>
        <a:lstStyle/>
        <a:p>
          <a:endParaRPr lang="en-US"/>
        </a:p>
      </dgm:t>
    </dgm:pt>
    <dgm:pt modelId="{8C604D98-0D6C-4E74-8ABE-00B368D3CF76}">
      <dgm:prSet/>
      <dgm:spPr/>
      <dgm:t>
        <a:bodyPr/>
        <a:lstStyle/>
        <a:p>
          <a:r>
            <a:rPr lang="en-US" dirty="0"/>
            <a:t>Different algorithms may produce different group structures</a:t>
          </a:r>
        </a:p>
      </dgm:t>
    </dgm:pt>
    <dgm:pt modelId="{A8CF6E10-2D50-4B41-B736-4A51C0FF061A}" type="parTrans" cxnId="{7C2DF0CF-9B4E-461C-A9DD-5F6481096E28}">
      <dgm:prSet/>
      <dgm:spPr/>
      <dgm:t>
        <a:bodyPr/>
        <a:lstStyle/>
        <a:p>
          <a:endParaRPr lang="en-US"/>
        </a:p>
      </dgm:t>
    </dgm:pt>
    <dgm:pt modelId="{2C37A1DB-6B21-4910-9CF4-853623DDB53C}" type="sibTrans" cxnId="{7C2DF0CF-9B4E-461C-A9DD-5F6481096E28}">
      <dgm:prSet/>
      <dgm:spPr/>
      <dgm:t>
        <a:bodyPr/>
        <a:lstStyle/>
        <a:p>
          <a:endParaRPr lang="en-US"/>
        </a:p>
      </dgm:t>
    </dgm:pt>
    <dgm:pt modelId="{9C3CA4F5-82DA-438D-B237-1EDF63F79181}">
      <dgm:prSet/>
      <dgm:spPr/>
      <dgm:t>
        <a:bodyPr/>
        <a:lstStyle/>
        <a:p>
          <a:r>
            <a:rPr lang="en-US" dirty="0"/>
            <a:t>No ground-truth cluster labels exist</a:t>
          </a:r>
        </a:p>
      </dgm:t>
    </dgm:pt>
    <dgm:pt modelId="{02A1250D-5CD9-4E97-A8FB-9225AB34B4A5}" type="parTrans" cxnId="{FABAD48E-6D64-42D1-AB11-BBA869146B87}">
      <dgm:prSet/>
      <dgm:spPr/>
      <dgm:t>
        <a:bodyPr/>
        <a:lstStyle/>
        <a:p>
          <a:endParaRPr lang="en-US"/>
        </a:p>
      </dgm:t>
    </dgm:pt>
    <dgm:pt modelId="{67D6DE5F-C324-4CE1-AAF7-9296B610EE04}" type="sibTrans" cxnId="{FABAD48E-6D64-42D1-AB11-BBA869146B87}">
      <dgm:prSet/>
      <dgm:spPr/>
      <dgm:t>
        <a:bodyPr/>
        <a:lstStyle/>
        <a:p>
          <a:endParaRPr lang="en-US"/>
        </a:p>
      </dgm:t>
    </dgm:pt>
    <dgm:pt modelId="{72159B02-BAA6-4253-B0CF-8D3DF2E82E41}">
      <dgm:prSet/>
      <dgm:spPr/>
      <dgm:t>
        <a:bodyPr/>
        <a:lstStyle/>
        <a:p>
          <a:r>
            <a:rPr lang="en-US" b="1" dirty="0"/>
            <a:t>Dimensionality Reduction Method Limitations</a:t>
          </a:r>
        </a:p>
      </dgm:t>
    </dgm:pt>
    <dgm:pt modelId="{69104605-913B-4BDD-8681-AB381E3A9295}" type="parTrans" cxnId="{75549700-F82F-4D5F-86B4-792631990DA2}">
      <dgm:prSet/>
      <dgm:spPr/>
      <dgm:t>
        <a:bodyPr/>
        <a:lstStyle/>
        <a:p>
          <a:endParaRPr lang="en-US"/>
        </a:p>
      </dgm:t>
    </dgm:pt>
    <dgm:pt modelId="{3B1E7786-9E48-4C29-A8B3-CDFDCD5409EC}" type="sibTrans" cxnId="{75549700-F82F-4D5F-86B4-792631990DA2}">
      <dgm:prSet/>
      <dgm:spPr/>
      <dgm:t>
        <a:bodyPr/>
        <a:lstStyle/>
        <a:p>
          <a:endParaRPr lang="en-US"/>
        </a:p>
      </dgm:t>
    </dgm:pt>
    <dgm:pt modelId="{761E1D9D-A029-40C1-9D53-F66333014E7C}">
      <dgm:prSet/>
      <dgm:spPr/>
      <dgm:t>
        <a:bodyPr/>
        <a:lstStyle/>
        <a:p>
          <a:r>
            <a:rPr lang="en-US" dirty="0"/>
            <a:t>PCA may overlook nonlinear structure</a:t>
          </a:r>
        </a:p>
      </dgm:t>
    </dgm:pt>
    <dgm:pt modelId="{BAC4E1F4-879E-4DE9-80FB-D8EBD2C8F098}" type="parTrans" cxnId="{2E5FEA03-9C87-45C2-9370-C1E3A5161D90}">
      <dgm:prSet/>
      <dgm:spPr/>
      <dgm:t>
        <a:bodyPr/>
        <a:lstStyle/>
        <a:p>
          <a:endParaRPr lang="en-US"/>
        </a:p>
      </dgm:t>
    </dgm:pt>
    <dgm:pt modelId="{044B046D-8689-4915-A6F3-08997B8A73DA}" type="sibTrans" cxnId="{2E5FEA03-9C87-45C2-9370-C1E3A5161D90}">
      <dgm:prSet/>
      <dgm:spPr/>
      <dgm:t>
        <a:bodyPr/>
        <a:lstStyle/>
        <a:p>
          <a:endParaRPr lang="en-US"/>
        </a:p>
      </dgm:t>
    </dgm:pt>
    <dgm:pt modelId="{DA870FBA-0FA3-4CF0-878A-A993B42448E5}">
      <dgm:prSet/>
      <dgm:spPr/>
      <dgm:t>
        <a:bodyPr/>
        <a:lstStyle/>
        <a:p>
          <a:r>
            <a:rPr lang="en-US" dirty="0"/>
            <a:t>t-SNE and UMAP can distort distances during projection</a:t>
          </a:r>
        </a:p>
      </dgm:t>
    </dgm:pt>
    <dgm:pt modelId="{D0929113-3295-4958-B9D0-601193D929E1}" type="parTrans" cxnId="{2EB354E6-2AB8-4E57-8FC1-F94B8CFCACDA}">
      <dgm:prSet/>
      <dgm:spPr/>
      <dgm:t>
        <a:bodyPr/>
        <a:lstStyle/>
        <a:p>
          <a:endParaRPr lang="en-US"/>
        </a:p>
      </dgm:t>
    </dgm:pt>
    <dgm:pt modelId="{F5EA8E01-03DA-490F-B1CE-7F31F4C19C6A}" type="sibTrans" cxnId="{2EB354E6-2AB8-4E57-8FC1-F94B8CFCACDA}">
      <dgm:prSet/>
      <dgm:spPr/>
      <dgm:t>
        <a:bodyPr/>
        <a:lstStyle/>
        <a:p>
          <a:endParaRPr lang="en-US"/>
        </a:p>
      </dgm:t>
    </dgm:pt>
    <dgm:pt modelId="{C892E5CC-8B42-4EC1-92BF-A4393A4D6691}">
      <dgm:prSet/>
      <dgm:spPr/>
      <dgm:t>
        <a:bodyPr/>
        <a:lstStyle/>
        <a:p>
          <a:r>
            <a:rPr lang="en-US" dirty="0"/>
            <a:t>Visual separation does not always imply true cluster structure</a:t>
          </a:r>
        </a:p>
      </dgm:t>
    </dgm:pt>
    <dgm:pt modelId="{4C2FD07D-437B-4D91-AEE4-71ACF64FABBD}" type="parTrans" cxnId="{7A795493-B9F4-4003-92E3-256F5A80BF16}">
      <dgm:prSet/>
      <dgm:spPr/>
      <dgm:t>
        <a:bodyPr/>
        <a:lstStyle/>
        <a:p>
          <a:endParaRPr lang="en-US"/>
        </a:p>
      </dgm:t>
    </dgm:pt>
    <dgm:pt modelId="{08C58F84-90D4-41B7-B4FD-C3871DFCA164}" type="sibTrans" cxnId="{7A795493-B9F4-4003-92E3-256F5A80BF16}">
      <dgm:prSet/>
      <dgm:spPr/>
      <dgm:t>
        <a:bodyPr/>
        <a:lstStyle/>
        <a:p>
          <a:endParaRPr lang="en-US"/>
        </a:p>
      </dgm:t>
    </dgm:pt>
    <dgm:pt modelId="{B1C9FCAB-B07D-4FBF-A41D-5ADCAE1F7C57}">
      <dgm:prSet/>
      <dgm:spPr/>
      <dgm:t>
        <a:bodyPr/>
        <a:lstStyle/>
        <a:p>
          <a:r>
            <a:rPr lang="en-US" b="1" dirty="0"/>
            <a:t>Anomaly Detection Method Limitations</a:t>
          </a:r>
        </a:p>
      </dgm:t>
    </dgm:pt>
    <dgm:pt modelId="{895E575F-EE61-4BF6-B3F1-B393055D46A8}" type="parTrans" cxnId="{CDDBF25B-6B47-4234-B44A-4A3029F8AB2E}">
      <dgm:prSet/>
      <dgm:spPr/>
      <dgm:t>
        <a:bodyPr/>
        <a:lstStyle/>
        <a:p>
          <a:endParaRPr lang="en-US"/>
        </a:p>
      </dgm:t>
    </dgm:pt>
    <dgm:pt modelId="{20EB9882-00CA-4AAD-8C3E-67A90B9554AC}" type="sibTrans" cxnId="{CDDBF25B-6B47-4234-B44A-4A3029F8AB2E}">
      <dgm:prSet/>
      <dgm:spPr/>
      <dgm:t>
        <a:bodyPr/>
        <a:lstStyle/>
        <a:p>
          <a:endParaRPr lang="en-US"/>
        </a:p>
      </dgm:t>
    </dgm:pt>
    <dgm:pt modelId="{6C2B4122-D609-40EC-9FDB-AF5E4CBF9AAE}">
      <dgm:prSet/>
      <dgm:spPr/>
      <dgm:t>
        <a:bodyPr/>
        <a:lstStyle/>
        <a:p>
          <a:r>
            <a:rPr lang="en-US" dirty="0"/>
            <a:t>Isolation Forest and LOF use different definitions of anomalies</a:t>
          </a:r>
        </a:p>
      </dgm:t>
    </dgm:pt>
    <dgm:pt modelId="{D759C885-6298-4F80-97C7-8ECB6A940870}" type="parTrans" cxnId="{D423FB33-6E85-406C-ADA6-380F321D989C}">
      <dgm:prSet/>
      <dgm:spPr/>
      <dgm:t>
        <a:bodyPr/>
        <a:lstStyle/>
        <a:p>
          <a:endParaRPr lang="en-US"/>
        </a:p>
      </dgm:t>
    </dgm:pt>
    <dgm:pt modelId="{FADCD3C9-ED72-484A-8368-C8D597AD582E}" type="sibTrans" cxnId="{D423FB33-6E85-406C-ADA6-380F321D989C}">
      <dgm:prSet/>
      <dgm:spPr/>
      <dgm:t>
        <a:bodyPr/>
        <a:lstStyle/>
        <a:p>
          <a:endParaRPr lang="en-US"/>
        </a:p>
      </dgm:t>
    </dgm:pt>
    <dgm:pt modelId="{0401F1A8-E8E8-43A9-8DB2-2608BA0CB1DD}">
      <dgm:prSet/>
      <dgm:spPr/>
      <dgm:t>
        <a:bodyPr/>
        <a:lstStyle/>
        <a:p>
          <a:r>
            <a:rPr lang="en-US" dirty="0"/>
            <a:t>Results depend on algorithm assumptions</a:t>
          </a:r>
        </a:p>
      </dgm:t>
    </dgm:pt>
    <dgm:pt modelId="{06CB1994-2391-45A5-BA5B-C31BCBC534EF}" type="parTrans" cxnId="{C97027B6-D240-4B7C-8427-FA852977EF68}">
      <dgm:prSet/>
      <dgm:spPr/>
      <dgm:t>
        <a:bodyPr/>
        <a:lstStyle/>
        <a:p>
          <a:endParaRPr lang="en-US"/>
        </a:p>
      </dgm:t>
    </dgm:pt>
    <dgm:pt modelId="{565A3719-5B1A-4E3A-A80D-07B7426C1F5D}" type="sibTrans" cxnId="{C97027B6-D240-4B7C-8427-FA852977EF68}">
      <dgm:prSet/>
      <dgm:spPr/>
      <dgm:t>
        <a:bodyPr/>
        <a:lstStyle/>
        <a:p>
          <a:endParaRPr lang="en-US"/>
        </a:p>
      </dgm:t>
    </dgm:pt>
    <dgm:pt modelId="{E3DAE25A-37F3-4EAC-95A0-147E9FA83281}">
      <dgm:prSet/>
      <dgm:spPr/>
      <dgm:t>
        <a:bodyPr/>
        <a:lstStyle/>
        <a:p>
          <a:r>
            <a:rPr lang="en-US" dirty="0"/>
            <a:t>Rare observations are not always errors or defects</a:t>
          </a:r>
        </a:p>
      </dgm:t>
    </dgm:pt>
    <dgm:pt modelId="{2C3859F0-E102-4844-A2BA-A87CF80264FD}" type="parTrans" cxnId="{F0EB6175-2303-4F1C-AF69-B94A9AE75564}">
      <dgm:prSet/>
      <dgm:spPr/>
      <dgm:t>
        <a:bodyPr/>
        <a:lstStyle/>
        <a:p>
          <a:endParaRPr lang="en-US"/>
        </a:p>
      </dgm:t>
    </dgm:pt>
    <dgm:pt modelId="{EFCC7AB7-1242-4A13-A74E-92FAAC2702A1}" type="sibTrans" cxnId="{F0EB6175-2303-4F1C-AF69-B94A9AE75564}">
      <dgm:prSet/>
      <dgm:spPr/>
      <dgm:t>
        <a:bodyPr/>
        <a:lstStyle/>
        <a:p>
          <a:endParaRPr lang="en-US"/>
        </a:p>
      </dgm:t>
    </dgm:pt>
    <dgm:pt modelId="{46424D4A-18B6-43E4-B3D3-0C06B871D3A4}">
      <dgm:prSet/>
      <dgm:spPr/>
      <dgm:t>
        <a:bodyPr/>
        <a:lstStyle/>
        <a:p>
          <a:r>
            <a:rPr lang="en-US" b="1"/>
            <a:t>Key Limitation</a:t>
          </a:r>
          <a:endParaRPr lang="en-US" b="1" dirty="0"/>
        </a:p>
      </dgm:t>
    </dgm:pt>
    <dgm:pt modelId="{4759FD89-098D-4256-AA41-2BBC2A510374}" type="parTrans" cxnId="{22C5D05F-F0EE-4ECF-A9C6-F0F2E1A9C29F}">
      <dgm:prSet/>
      <dgm:spPr/>
      <dgm:t>
        <a:bodyPr/>
        <a:lstStyle/>
        <a:p>
          <a:endParaRPr lang="en-US"/>
        </a:p>
      </dgm:t>
    </dgm:pt>
    <dgm:pt modelId="{9DDD489D-39CE-4AA5-B75E-E472077204BB}" type="sibTrans" cxnId="{22C5D05F-F0EE-4ECF-A9C6-F0F2E1A9C29F}">
      <dgm:prSet/>
      <dgm:spPr/>
      <dgm:t>
        <a:bodyPr/>
        <a:lstStyle/>
        <a:p>
          <a:endParaRPr lang="en-US"/>
        </a:p>
      </dgm:t>
    </dgm:pt>
    <dgm:pt modelId="{479618AA-170D-4589-AE7B-B47A726141CF}">
      <dgm:prSet/>
      <dgm:spPr/>
      <dgm:t>
        <a:bodyPr/>
        <a:lstStyle/>
        <a:p>
          <a:r>
            <a:rPr lang="en-US" dirty="0"/>
            <a:t>Unsupervised methods identify </a:t>
          </a:r>
          <a:r>
            <a:rPr lang="en-US"/>
            <a:t>structure, but they cannot directly explain why that structure exists.</a:t>
          </a:r>
          <a:endParaRPr lang="en-US" dirty="0"/>
        </a:p>
      </dgm:t>
    </dgm:pt>
    <dgm:pt modelId="{0257DA8F-9705-4965-9C32-028186933CE5}" type="parTrans" cxnId="{433DD633-581B-43AF-A114-4F56544A5DDF}">
      <dgm:prSet/>
      <dgm:spPr/>
      <dgm:t>
        <a:bodyPr/>
        <a:lstStyle/>
        <a:p>
          <a:endParaRPr lang="en-US"/>
        </a:p>
      </dgm:t>
    </dgm:pt>
    <dgm:pt modelId="{0C767F74-C650-41C4-B0CC-DB17BD09DEE0}" type="sibTrans" cxnId="{433DD633-581B-43AF-A114-4F56544A5DDF}">
      <dgm:prSet/>
      <dgm:spPr/>
      <dgm:t>
        <a:bodyPr/>
        <a:lstStyle/>
        <a:p>
          <a:endParaRPr lang="en-US"/>
        </a:p>
      </dgm:t>
    </dgm:pt>
    <dgm:pt modelId="{54775828-A730-4685-896B-3964395995B3}">
      <dgm:prSet/>
      <dgm:spPr/>
      <dgm:t>
        <a:bodyPr/>
        <a:lstStyle/>
        <a:p>
          <a:r>
            <a:rPr lang="en-US" dirty="0"/>
            <a:t>Domain knowledge is still required to interpret results correctly.</a:t>
          </a:r>
        </a:p>
      </dgm:t>
    </dgm:pt>
    <dgm:pt modelId="{53EECAF4-656E-4943-91E5-F967108F5CC3}" type="parTrans" cxnId="{1FBB4B25-389B-431B-9017-C8F094E01352}">
      <dgm:prSet/>
      <dgm:spPr/>
      <dgm:t>
        <a:bodyPr/>
        <a:lstStyle/>
        <a:p>
          <a:endParaRPr lang="en-US"/>
        </a:p>
      </dgm:t>
    </dgm:pt>
    <dgm:pt modelId="{A3835A55-B821-4B28-8CC4-E8791FBD2267}" type="sibTrans" cxnId="{1FBB4B25-389B-431B-9017-C8F094E01352}">
      <dgm:prSet/>
      <dgm:spPr/>
      <dgm:t>
        <a:bodyPr/>
        <a:lstStyle/>
        <a:p>
          <a:endParaRPr lang="en-US"/>
        </a:p>
      </dgm:t>
    </dgm:pt>
    <dgm:pt modelId="{1AF66409-1721-467B-97A6-945C3A1F6E55}" type="pres">
      <dgm:prSet presAssocID="{DE41C19A-3D12-4FE6-B267-E6B95706E3B0}" presName="linear" presStyleCnt="0">
        <dgm:presLayoutVars>
          <dgm:animLvl val="lvl"/>
          <dgm:resizeHandles val="exact"/>
        </dgm:presLayoutVars>
      </dgm:prSet>
      <dgm:spPr/>
    </dgm:pt>
    <dgm:pt modelId="{159EACBA-CAC7-471B-9660-B3C449BB3961}" type="pres">
      <dgm:prSet presAssocID="{982CB605-1677-4D73-ACE7-264BE40F93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E1090B-62D3-47F3-91FB-18053D5DC8EC}" type="pres">
      <dgm:prSet presAssocID="{982CB605-1677-4D73-ACE7-264BE40F93C7}" presName="childText" presStyleLbl="revTx" presStyleIdx="0" presStyleCnt="4">
        <dgm:presLayoutVars>
          <dgm:bulletEnabled val="1"/>
        </dgm:presLayoutVars>
      </dgm:prSet>
      <dgm:spPr/>
    </dgm:pt>
    <dgm:pt modelId="{F7B69BBC-3893-4F17-818E-2645F19DC962}" type="pres">
      <dgm:prSet presAssocID="{72159B02-BAA6-4253-B0CF-8D3DF2E82E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2C8C5C-3C60-47CF-AC6A-D05CB8DFFCFE}" type="pres">
      <dgm:prSet presAssocID="{72159B02-BAA6-4253-B0CF-8D3DF2E82E41}" presName="childText" presStyleLbl="revTx" presStyleIdx="1" presStyleCnt="4">
        <dgm:presLayoutVars>
          <dgm:bulletEnabled val="1"/>
        </dgm:presLayoutVars>
      </dgm:prSet>
      <dgm:spPr/>
    </dgm:pt>
    <dgm:pt modelId="{824D5E43-1691-4B4E-8C23-B31375D6EFBE}" type="pres">
      <dgm:prSet presAssocID="{B1C9FCAB-B07D-4FBF-A41D-5ADCAE1F7C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4DF42B-08DC-49FC-8677-8BFE954486A0}" type="pres">
      <dgm:prSet presAssocID="{B1C9FCAB-B07D-4FBF-A41D-5ADCAE1F7C57}" presName="childText" presStyleLbl="revTx" presStyleIdx="2" presStyleCnt="4">
        <dgm:presLayoutVars>
          <dgm:bulletEnabled val="1"/>
        </dgm:presLayoutVars>
      </dgm:prSet>
      <dgm:spPr/>
    </dgm:pt>
    <dgm:pt modelId="{9A568D81-9EB7-453F-B543-B02559886DFE}" type="pres">
      <dgm:prSet presAssocID="{46424D4A-18B6-43E4-B3D3-0C06B871D3A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427C10A-1DB0-4B8F-B2E2-D93CCED32275}" type="pres">
      <dgm:prSet presAssocID="{46424D4A-18B6-43E4-B3D3-0C06B871D3A4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75549700-F82F-4D5F-86B4-792631990DA2}" srcId="{DE41C19A-3D12-4FE6-B267-E6B95706E3B0}" destId="{72159B02-BAA6-4253-B0CF-8D3DF2E82E41}" srcOrd="1" destOrd="0" parTransId="{69104605-913B-4BDD-8681-AB381E3A9295}" sibTransId="{3B1E7786-9E48-4C29-A8B3-CDFDCD5409EC}"/>
    <dgm:cxn modelId="{2E5FEA03-9C87-45C2-9370-C1E3A5161D90}" srcId="{72159B02-BAA6-4253-B0CF-8D3DF2E82E41}" destId="{761E1D9D-A029-40C1-9D53-F66333014E7C}" srcOrd="0" destOrd="0" parTransId="{BAC4E1F4-879E-4DE9-80FB-D8EBD2C8F098}" sibTransId="{044B046D-8689-4915-A6F3-08997B8A73DA}"/>
    <dgm:cxn modelId="{538E001A-9931-484F-B806-68F0E50E0C89}" type="presOf" srcId="{9C3CA4F5-82DA-438D-B237-1EDF63F79181}" destId="{CFE1090B-62D3-47F3-91FB-18053D5DC8EC}" srcOrd="0" destOrd="2" presId="urn:microsoft.com/office/officeart/2005/8/layout/vList2"/>
    <dgm:cxn modelId="{625F801B-67A1-4604-AE00-436BA221C262}" type="presOf" srcId="{DA870FBA-0FA3-4CF0-878A-A993B42448E5}" destId="{332C8C5C-3C60-47CF-AC6A-D05CB8DFFCFE}" srcOrd="0" destOrd="1" presId="urn:microsoft.com/office/officeart/2005/8/layout/vList2"/>
    <dgm:cxn modelId="{1FBB4B25-389B-431B-9017-C8F094E01352}" srcId="{46424D4A-18B6-43E4-B3D3-0C06B871D3A4}" destId="{54775828-A730-4685-896B-3964395995B3}" srcOrd="1" destOrd="0" parTransId="{53EECAF4-656E-4943-91E5-F967108F5CC3}" sibTransId="{A3835A55-B821-4B28-8CC4-E8791FBD2267}"/>
    <dgm:cxn modelId="{433DD633-581B-43AF-A114-4F56544A5DDF}" srcId="{46424D4A-18B6-43E4-B3D3-0C06B871D3A4}" destId="{479618AA-170D-4589-AE7B-B47A726141CF}" srcOrd="0" destOrd="0" parTransId="{0257DA8F-9705-4965-9C32-028186933CE5}" sibTransId="{0C767F74-C650-41C4-B0CC-DB17BD09DEE0}"/>
    <dgm:cxn modelId="{D423FB33-6E85-406C-ADA6-380F321D989C}" srcId="{B1C9FCAB-B07D-4FBF-A41D-5ADCAE1F7C57}" destId="{6C2B4122-D609-40EC-9FDB-AF5E4CBF9AAE}" srcOrd="0" destOrd="0" parTransId="{D759C885-6298-4F80-97C7-8ECB6A940870}" sibTransId="{FADCD3C9-ED72-484A-8368-C8D597AD582E}"/>
    <dgm:cxn modelId="{E4DAF439-B73D-49CF-A4E7-1E1ACA35D9E2}" type="presOf" srcId="{46424D4A-18B6-43E4-B3D3-0C06B871D3A4}" destId="{9A568D81-9EB7-453F-B543-B02559886DFE}" srcOrd="0" destOrd="0" presId="urn:microsoft.com/office/officeart/2005/8/layout/vList2"/>
    <dgm:cxn modelId="{5B93793A-F3B8-4787-89B9-065E16197C60}" type="presOf" srcId="{DE41C19A-3D12-4FE6-B267-E6B95706E3B0}" destId="{1AF66409-1721-467B-97A6-945C3A1F6E55}" srcOrd="0" destOrd="0" presId="urn:microsoft.com/office/officeart/2005/8/layout/vList2"/>
    <dgm:cxn modelId="{CDDBF25B-6B47-4234-B44A-4A3029F8AB2E}" srcId="{DE41C19A-3D12-4FE6-B267-E6B95706E3B0}" destId="{B1C9FCAB-B07D-4FBF-A41D-5ADCAE1F7C57}" srcOrd="2" destOrd="0" parTransId="{895E575F-EE61-4BF6-B3F1-B393055D46A8}" sibTransId="{20EB9882-00CA-4AAD-8C3E-67A90B9554AC}"/>
    <dgm:cxn modelId="{22C5D05F-F0EE-4ECF-A9C6-F0F2E1A9C29F}" srcId="{DE41C19A-3D12-4FE6-B267-E6B95706E3B0}" destId="{46424D4A-18B6-43E4-B3D3-0C06B871D3A4}" srcOrd="3" destOrd="0" parTransId="{4759FD89-098D-4256-AA41-2BBC2A510374}" sibTransId="{9DDD489D-39CE-4AA5-B75E-E472077204BB}"/>
    <dgm:cxn modelId="{02D09A6C-6FC2-4184-BB3B-F2C2C529DA0D}" type="presOf" srcId="{C006D398-706E-4051-A0C0-CE63E14A8AC5}" destId="{CFE1090B-62D3-47F3-91FB-18053D5DC8EC}" srcOrd="0" destOrd="0" presId="urn:microsoft.com/office/officeart/2005/8/layout/vList2"/>
    <dgm:cxn modelId="{F0EB6175-2303-4F1C-AF69-B94A9AE75564}" srcId="{6C2B4122-D609-40EC-9FDB-AF5E4CBF9AAE}" destId="{E3DAE25A-37F3-4EAC-95A0-147E9FA83281}" srcOrd="1" destOrd="0" parTransId="{2C3859F0-E102-4844-A2BA-A87CF80264FD}" sibTransId="{EFCC7AB7-1242-4A13-A74E-92FAAC2702A1}"/>
    <dgm:cxn modelId="{0588B158-8E98-45CD-8721-87C7A05B1A98}" type="presOf" srcId="{479618AA-170D-4589-AE7B-B47A726141CF}" destId="{0427C10A-1DB0-4B8F-B2E2-D93CCED32275}" srcOrd="0" destOrd="0" presId="urn:microsoft.com/office/officeart/2005/8/layout/vList2"/>
    <dgm:cxn modelId="{60BC9584-42CB-4622-A457-C1396D3B794A}" type="presOf" srcId="{54775828-A730-4685-896B-3964395995B3}" destId="{0427C10A-1DB0-4B8F-B2E2-D93CCED32275}" srcOrd="0" destOrd="1" presId="urn:microsoft.com/office/officeart/2005/8/layout/vList2"/>
    <dgm:cxn modelId="{786F1186-1E0A-409E-BE80-DF9904DE53EB}" type="presOf" srcId="{761E1D9D-A029-40C1-9D53-F66333014E7C}" destId="{332C8C5C-3C60-47CF-AC6A-D05CB8DFFCFE}" srcOrd="0" destOrd="0" presId="urn:microsoft.com/office/officeart/2005/8/layout/vList2"/>
    <dgm:cxn modelId="{FABAD48E-6D64-42D1-AB11-BBA869146B87}" srcId="{982CB605-1677-4D73-ACE7-264BE40F93C7}" destId="{9C3CA4F5-82DA-438D-B237-1EDF63F79181}" srcOrd="2" destOrd="0" parTransId="{02A1250D-5CD9-4E97-A8FB-9225AB34B4A5}" sibTransId="{67D6DE5F-C324-4CE1-AAF7-9296B610EE04}"/>
    <dgm:cxn modelId="{7A795493-B9F4-4003-92E3-256F5A80BF16}" srcId="{72159B02-BAA6-4253-B0CF-8D3DF2E82E41}" destId="{C892E5CC-8B42-4EC1-92BF-A4393A4D6691}" srcOrd="2" destOrd="0" parTransId="{4C2FD07D-437B-4D91-AEE4-71ACF64FABBD}" sibTransId="{08C58F84-90D4-41B7-B4FD-C3871DFCA164}"/>
    <dgm:cxn modelId="{19742A9F-D244-41A5-8203-6D9B342D77C2}" type="presOf" srcId="{8C604D98-0D6C-4E74-8ABE-00B368D3CF76}" destId="{CFE1090B-62D3-47F3-91FB-18053D5DC8EC}" srcOrd="0" destOrd="1" presId="urn:microsoft.com/office/officeart/2005/8/layout/vList2"/>
    <dgm:cxn modelId="{DC6F51A7-8484-48D2-8E37-F61E910ACF8D}" type="presOf" srcId="{72159B02-BAA6-4253-B0CF-8D3DF2E82E41}" destId="{F7B69BBC-3893-4F17-818E-2645F19DC962}" srcOrd="0" destOrd="0" presId="urn:microsoft.com/office/officeart/2005/8/layout/vList2"/>
    <dgm:cxn modelId="{C97027B6-D240-4B7C-8427-FA852977EF68}" srcId="{6C2B4122-D609-40EC-9FDB-AF5E4CBF9AAE}" destId="{0401F1A8-E8E8-43A9-8DB2-2608BA0CB1DD}" srcOrd="0" destOrd="0" parTransId="{06CB1994-2391-45A5-BA5B-C31BCBC534EF}" sibTransId="{565A3719-5B1A-4E3A-A80D-07B7426C1F5D}"/>
    <dgm:cxn modelId="{5159E0BB-9CC7-45CC-883E-3AC9A08F7F31}" type="presOf" srcId="{982CB605-1677-4D73-ACE7-264BE40F93C7}" destId="{159EACBA-CAC7-471B-9660-B3C449BB3961}" srcOrd="0" destOrd="0" presId="urn:microsoft.com/office/officeart/2005/8/layout/vList2"/>
    <dgm:cxn modelId="{8CDFF1BD-B764-4622-8862-21E2E8496727}" srcId="{DE41C19A-3D12-4FE6-B267-E6B95706E3B0}" destId="{982CB605-1677-4D73-ACE7-264BE40F93C7}" srcOrd="0" destOrd="0" parTransId="{D5DB73CA-2A76-4083-92E1-027FA802E8A3}" sibTransId="{5DAA57B3-536C-40E0-BF79-2B14CE4C0AFE}"/>
    <dgm:cxn modelId="{6D3A18C5-2CC3-48EC-AAC6-41779EF23E9D}" type="presOf" srcId="{6C2B4122-D609-40EC-9FDB-AF5E4CBF9AAE}" destId="{454DF42B-08DC-49FC-8677-8BFE954486A0}" srcOrd="0" destOrd="0" presId="urn:microsoft.com/office/officeart/2005/8/layout/vList2"/>
    <dgm:cxn modelId="{DA3308C7-854F-4F46-A388-11B0A3B951E5}" srcId="{982CB605-1677-4D73-ACE7-264BE40F93C7}" destId="{C006D398-706E-4051-A0C0-CE63E14A8AC5}" srcOrd="0" destOrd="0" parTransId="{10706B0A-438B-4936-ADDA-03DDCEC1ACF7}" sibTransId="{A8DA5245-9672-4603-AD6B-CB5C38D32E49}"/>
    <dgm:cxn modelId="{7C2DF0CF-9B4E-461C-A9DD-5F6481096E28}" srcId="{982CB605-1677-4D73-ACE7-264BE40F93C7}" destId="{8C604D98-0D6C-4E74-8ABE-00B368D3CF76}" srcOrd="1" destOrd="0" parTransId="{A8CF6E10-2D50-4B41-B736-4A51C0FF061A}" sibTransId="{2C37A1DB-6B21-4910-9CF4-853623DDB53C}"/>
    <dgm:cxn modelId="{B68E9BD0-523E-4ED2-88E5-946D81B05714}" type="presOf" srcId="{B1C9FCAB-B07D-4FBF-A41D-5ADCAE1F7C57}" destId="{824D5E43-1691-4B4E-8C23-B31375D6EFBE}" srcOrd="0" destOrd="0" presId="urn:microsoft.com/office/officeart/2005/8/layout/vList2"/>
    <dgm:cxn modelId="{92AA60E5-E7B2-4218-8447-0F4A118799A1}" type="presOf" srcId="{C892E5CC-8B42-4EC1-92BF-A4393A4D6691}" destId="{332C8C5C-3C60-47CF-AC6A-D05CB8DFFCFE}" srcOrd="0" destOrd="2" presId="urn:microsoft.com/office/officeart/2005/8/layout/vList2"/>
    <dgm:cxn modelId="{2EB354E6-2AB8-4E57-8FC1-F94B8CFCACDA}" srcId="{72159B02-BAA6-4253-B0CF-8D3DF2E82E41}" destId="{DA870FBA-0FA3-4CF0-878A-A993B42448E5}" srcOrd="1" destOrd="0" parTransId="{D0929113-3295-4958-B9D0-601193D929E1}" sibTransId="{F5EA8E01-03DA-490F-B1CE-7F31F4C19C6A}"/>
    <dgm:cxn modelId="{E0998BFA-4305-4370-9619-2AC680BF7DF0}" type="presOf" srcId="{E3DAE25A-37F3-4EAC-95A0-147E9FA83281}" destId="{454DF42B-08DC-49FC-8677-8BFE954486A0}" srcOrd="0" destOrd="2" presId="urn:microsoft.com/office/officeart/2005/8/layout/vList2"/>
    <dgm:cxn modelId="{E8A20BFE-FC0E-4984-9E99-F271DF8D4118}" type="presOf" srcId="{0401F1A8-E8E8-43A9-8DB2-2608BA0CB1DD}" destId="{454DF42B-08DC-49FC-8677-8BFE954486A0}" srcOrd="0" destOrd="1" presId="urn:microsoft.com/office/officeart/2005/8/layout/vList2"/>
    <dgm:cxn modelId="{5ACEB61B-21B3-4281-B744-285689D6C744}" type="presParOf" srcId="{1AF66409-1721-467B-97A6-945C3A1F6E55}" destId="{159EACBA-CAC7-471B-9660-B3C449BB3961}" srcOrd="0" destOrd="0" presId="urn:microsoft.com/office/officeart/2005/8/layout/vList2"/>
    <dgm:cxn modelId="{87083E07-4677-4AB7-B2B3-4E87B7B57842}" type="presParOf" srcId="{1AF66409-1721-467B-97A6-945C3A1F6E55}" destId="{CFE1090B-62D3-47F3-91FB-18053D5DC8EC}" srcOrd="1" destOrd="0" presId="urn:microsoft.com/office/officeart/2005/8/layout/vList2"/>
    <dgm:cxn modelId="{7D76BBAF-C6F2-4372-BA0F-57C42FE78DC2}" type="presParOf" srcId="{1AF66409-1721-467B-97A6-945C3A1F6E55}" destId="{F7B69BBC-3893-4F17-818E-2645F19DC962}" srcOrd="2" destOrd="0" presId="urn:microsoft.com/office/officeart/2005/8/layout/vList2"/>
    <dgm:cxn modelId="{440603B4-1CF1-45C4-9F16-15D72797C837}" type="presParOf" srcId="{1AF66409-1721-467B-97A6-945C3A1F6E55}" destId="{332C8C5C-3C60-47CF-AC6A-D05CB8DFFCFE}" srcOrd="3" destOrd="0" presId="urn:microsoft.com/office/officeart/2005/8/layout/vList2"/>
    <dgm:cxn modelId="{A1489BA8-3477-41C9-91E1-5D4125D43AD0}" type="presParOf" srcId="{1AF66409-1721-467B-97A6-945C3A1F6E55}" destId="{824D5E43-1691-4B4E-8C23-B31375D6EFBE}" srcOrd="4" destOrd="0" presId="urn:microsoft.com/office/officeart/2005/8/layout/vList2"/>
    <dgm:cxn modelId="{34079B81-CA24-45A1-A2D1-806F48CFFA07}" type="presParOf" srcId="{1AF66409-1721-467B-97A6-945C3A1F6E55}" destId="{454DF42B-08DC-49FC-8677-8BFE954486A0}" srcOrd="5" destOrd="0" presId="urn:microsoft.com/office/officeart/2005/8/layout/vList2"/>
    <dgm:cxn modelId="{F0F93FF8-6FAD-4D73-8479-507F8488AA8D}" type="presParOf" srcId="{1AF66409-1721-467B-97A6-945C3A1F6E55}" destId="{9A568D81-9EB7-453F-B543-B02559886DFE}" srcOrd="6" destOrd="0" presId="urn:microsoft.com/office/officeart/2005/8/layout/vList2"/>
    <dgm:cxn modelId="{B10E885F-A591-48ED-BD0C-7DE55AE4E06A}" type="presParOf" srcId="{1AF66409-1721-467B-97A6-945C3A1F6E55}" destId="{0427C10A-1DB0-4B8F-B2E2-D93CCED32275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094781A-2B6F-44E1-8170-A54E5A8A47F6}" type="doc">
      <dgm:prSet loTypeId="urn:microsoft.com/office/officeart/2005/8/layout/hList1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71796C-3D8F-4A5E-8027-EA8668C8918A}">
      <dgm:prSet phldrT="[Text]"/>
      <dgm:spPr/>
      <dgm:t>
        <a:bodyPr/>
        <a:lstStyle/>
        <a:p>
          <a:r>
            <a:rPr lang="en-US" b="1"/>
            <a:t>Additional Clustering Approaches</a:t>
          </a:r>
          <a:endParaRPr lang="en-US"/>
        </a:p>
      </dgm:t>
    </dgm:pt>
    <dgm:pt modelId="{E211757A-CE8C-44FF-B355-E095CE757E93}" type="parTrans" cxnId="{FFA03F83-AE09-45F7-846E-18C83A5F1FB1}">
      <dgm:prSet/>
      <dgm:spPr/>
      <dgm:t>
        <a:bodyPr/>
        <a:lstStyle/>
        <a:p>
          <a:endParaRPr lang="en-US"/>
        </a:p>
      </dgm:t>
    </dgm:pt>
    <dgm:pt modelId="{4041BEC0-4D61-45EA-818B-006C12032992}" type="sibTrans" cxnId="{FFA03F83-AE09-45F7-846E-18C83A5F1FB1}">
      <dgm:prSet/>
      <dgm:spPr/>
      <dgm:t>
        <a:bodyPr/>
        <a:lstStyle/>
        <a:p>
          <a:endParaRPr lang="en-US"/>
        </a:p>
      </dgm:t>
    </dgm:pt>
    <dgm:pt modelId="{B06DA4B0-663E-4648-B3EF-F22723E0E1D8}">
      <dgm:prSet/>
      <dgm:spPr/>
      <dgm:t>
        <a:bodyPr/>
        <a:lstStyle/>
        <a:p>
          <a:r>
            <a:rPr lang="en-US" dirty="0"/>
            <a:t>Evaluate more advanced clustering techniques:</a:t>
          </a:r>
        </a:p>
      </dgm:t>
    </dgm:pt>
    <dgm:pt modelId="{DC8C5D05-85DE-4E57-AD4D-25935A67BDD1}" type="parTrans" cxnId="{4C60555F-4E5F-4351-8EE8-51EF30471405}">
      <dgm:prSet/>
      <dgm:spPr/>
      <dgm:t>
        <a:bodyPr/>
        <a:lstStyle/>
        <a:p>
          <a:endParaRPr lang="en-US"/>
        </a:p>
      </dgm:t>
    </dgm:pt>
    <dgm:pt modelId="{C0C16310-7080-4F07-A183-8D88C9C98C75}" type="sibTrans" cxnId="{4C60555F-4E5F-4351-8EE8-51EF30471405}">
      <dgm:prSet/>
      <dgm:spPr/>
      <dgm:t>
        <a:bodyPr/>
        <a:lstStyle/>
        <a:p>
          <a:endParaRPr lang="en-US"/>
        </a:p>
      </dgm:t>
    </dgm:pt>
    <dgm:pt modelId="{7AC2BBEC-A412-4EED-8E3D-E30CC6B1BDEB}">
      <dgm:prSet/>
      <dgm:spPr/>
      <dgm:t>
        <a:bodyPr/>
        <a:lstStyle/>
        <a:p>
          <a:r>
            <a:rPr lang="en-US" dirty="0"/>
            <a:t>HDBSCAN</a:t>
          </a:r>
        </a:p>
      </dgm:t>
    </dgm:pt>
    <dgm:pt modelId="{7D3A6D2F-6F47-4991-AA21-91CC1E552054}" type="parTrans" cxnId="{E44D8590-C7DB-4E7E-ADDD-84809393E4F9}">
      <dgm:prSet/>
      <dgm:spPr/>
      <dgm:t>
        <a:bodyPr/>
        <a:lstStyle/>
        <a:p>
          <a:endParaRPr lang="en-US"/>
        </a:p>
      </dgm:t>
    </dgm:pt>
    <dgm:pt modelId="{1FDADA59-BD9C-4B67-9EAB-296D33AE6097}" type="sibTrans" cxnId="{E44D8590-C7DB-4E7E-ADDD-84809393E4F9}">
      <dgm:prSet/>
      <dgm:spPr/>
      <dgm:t>
        <a:bodyPr/>
        <a:lstStyle/>
        <a:p>
          <a:endParaRPr lang="en-US"/>
        </a:p>
      </dgm:t>
    </dgm:pt>
    <dgm:pt modelId="{D4BDE59A-1BB0-4C11-9437-9DE0C79310D8}">
      <dgm:prSet/>
      <dgm:spPr/>
      <dgm:t>
        <a:bodyPr/>
        <a:lstStyle/>
        <a:p>
          <a:r>
            <a:rPr lang="en-US" dirty="0"/>
            <a:t>Spectral Clustering</a:t>
          </a:r>
        </a:p>
      </dgm:t>
    </dgm:pt>
    <dgm:pt modelId="{707A9F40-7DFE-4514-A130-8A23F97B69A1}" type="parTrans" cxnId="{D40FCE27-4036-4CD3-93A5-970DA8AF7578}">
      <dgm:prSet/>
      <dgm:spPr/>
      <dgm:t>
        <a:bodyPr/>
        <a:lstStyle/>
        <a:p>
          <a:endParaRPr lang="en-US"/>
        </a:p>
      </dgm:t>
    </dgm:pt>
    <dgm:pt modelId="{E9201984-21F2-4400-AF01-1445EB2DA534}" type="sibTrans" cxnId="{D40FCE27-4036-4CD3-93A5-970DA8AF7578}">
      <dgm:prSet/>
      <dgm:spPr/>
      <dgm:t>
        <a:bodyPr/>
        <a:lstStyle/>
        <a:p>
          <a:endParaRPr lang="en-US"/>
        </a:p>
      </dgm:t>
    </dgm:pt>
    <dgm:pt modelId="{885D751E-37F2-495F-9086-5A157BF111FF}">
      <dgm:prSet/>
      <dgm:spPr/>
      <dgm:t>
        <a:bodyPr/>
        <a:lstStyle/>
        <a:p>
          <a:r>
            <a:rPr lang="en-US" dirty="0"/>
            <a:t>Affinity Propagation</a:t>
          </a:r>
        </a:p>
      </dgm:t>
    </dgm:pt>
    <dgm:pt modelId="{97524EF7-BCC0-49EB-89B1-FA5B769CB60A}" type="parTrans" cxnId="{77ACB3D1-C4EA-4D11-9C1E-710D51E18BD4}">
      <dgm:prSet/>
      <dgm:spPr/>
      <dgm:t>
        <a:bodyPr/>
        <a:lstStyle/>
        <a:p>
          <a:endParaRPr lang="en-US"/>
        </a:p>
      </dgm:t>
    </dgm:pt>
    <dgm:pt modelId="{B287432F-268F-4638-B87B-D0C0ACD4E4A7}" type="sibTrans" cxnId="{77ACB3D1-C4EA-4D11-9C1E-710D51E18BD4}">
      <dgm:prSet/>
      <dgm:spPr/>
      <dgm:t>
        <a:bodyPr/>
        <a:lstStyle/>
        <a:p>
          <a:endParaRPr lang="en-US"/>
        </a:p>
      </dgm:t>
    </dgm:pt>
    <dgm:pt modelId="{DCF0FAC3-3F8A-4F96-9CF2-BB520E6EDBF2}">
      <dgm:prSet/>
      <dgm:spPr/>
      <dgm:t>
        <a:bodyPr/>
        <a:lstStyle/>
        <a:p>
          <a:r>
            <a:rPr lang="en-US" dirty="0"/>
            <a:t>These methods may reveal additional subgroup structure not detected by current models.</a:t>
          </a:r>
        </a:p>
      </dgm:t>
    </dgm:pt>
    <dgm:pt modelId="{90A26AAF-B933-473F-B40D-80CA87733645}" type="parTrans" cxnId="{9FC1F3C7-3675-4476-899F-2CE43D8E8682}">
      <dgm:prSet/>
      <dgm:spPr/>
      <dgm:t>
        <a:bodyPr/>
        <a:lstStyle/>
        <a:p>
          <a:endParaRPr lang="en-US"/>
        </a:p>
      </dgm:t>
    </dgm:pt>
    <dgm:pt modelId="{606BF3CE-A717-40F3-9F7D-5D1A781032CF}" type="sibTrans" cxnId="{9FC1F3C7-3675-4476-899F-2CE43D8E8682}">
      <dgm:prSet/>
      <dgm:spPr/>
      <dgm:t>
        <a:bodyPr/>
        <a:lstStyle/>
        <a:p>
          <a:endParaRPr lang="en-US"/>
        </a:p>
      </dgm:t>
    </dgm:pt>
    <dgm:pt modelId="{8D031588-A9A5-4F9B-B969-E5A182E23029}">
      <dgm:prSet/>
      <dgm:spPr/>
      <dgm:t>
        <a:bodyPr/>
        <a:lstStyle/>
        <a:p>
          <a:r>
            <a:rPr lang="en-US" b="1"/>
            <a:t>Enhance Distance &amp; Similarity Analysis</a:t>
          </a:r>
        </a:p>
      </dgm:t>
    </dgm:pt>
    <dgm:pt modelId="{E0A2DAFD-6E28-4FA9-AEA8-D2BDC1226E51}" type="parTrans" cxnId="{2EDD208F-520E-451C-A05F-01AAC7ED32D0}">
      <dgm:prSet/>
      <dgm:spPr/>
      <dgm:t>
        <a:bodyPr/>
        <a:lstStyle/>
        <a:p>
          <a:endParaRPr lang="en-US"/>
        </a:p>
      </dgm:t>
    </dgm:pt>
    <dgm:pt modelId="{B149F18C-7154-4568-8A7F-8F107B794829}" type="sibTrans" cxnId="{2EDD208F-520E-451C-A05F-01AAC7ED32D0}">
      <dgm:prSet/>
      <dgm:spPr/>
      <dgm:t>
        <a:bodyPr/>
        <a:lstStyle/>
        <a:p>
          <a:endParaRPr lang="en-US"/>
        </a:p>
      </dgm:t>
    </dgm:pt>
    <dgm:pt modelId="{5FDB1DC7-7BBD-49A5-A70C-86AC12DD96E8}">
      <dgm:prSet/>
      <dgm:spPr/>
      <dgm:t>
        <a:bodyPr/>
        <a:lstStyle/>
        <a:p>
          <a:r>
            <a:rPr lang="en-US" dirty="0"/>
            <a:t>Investigate alternative distance metrics:</a:t>
          </a:r>
        </a:p>
      </dgm:t>
    </dgm:pt>
    <dgm:pt modelId="{4449E888-924D-4834-8134-22FDA13946BC}" type="parTrans" cxnId="{E2E80EAC-AD1C-4FCA-878D-F5AFCC676ADC}">
      <dgm:prSet/>
      <dgm:spPr/>
      <dgm:t>
        <a:bodyPr/>
        <a:lstStyle/>
        <a:p>
          <a:endParaRPr lang="en-US"/>
        </a:p>
      </dgm:t>
    </dgm:pt>
    <dgm:pt modelId="{DAC6EEB8-BF3E-4B9E-8116-18581D329734}" type="sibTrans" cxnId="{E2E80EAC-AD1C-4FCA-878D-F5AFCC676ADC}">
      <dgm:prSet/>
      <dgm:spPr/>
      <dgm:t>
        <a:bodyPr/>
        <a:lstStyle/>
        <a:p>
          <a:endParaRPr lang="en-US"/>
        </a:p>
      </dgm:t>
    </dgm:pt>
    <dgm:pt modelId="{77D6CCA3-D070-4D0D-813E-D69224EA3E7F}">
      <dgm:prSet/>
      <dgm:spPr/>
      <dgm:t>
        <a:bodyPr/>
        <a:lstStyle/>
        <a:p>
          <a:r>
            <a:rPr lang="en-US" dirty="0"/>
            <a:t>Manhattan Distance</a:t>
          </a:r>
        </a:p>
      </dgm:t>
    </dgm:pt>
    <dgm:pt modelId="{57F751FC-6C55-41A5-970F-0B5B55625C5B}" type="parTrans" cxnId="{ACC40DD5-4EC8-4B00-96BE-F0FE9A1440A0}">
      <dgm:prSet/>
      <dgm:spPr/>
      <dgm:t>
        <a:bodyPr/>
        <a:lstStyle/>
        <a:p>
          <a:endParaRPr lang="en-US"/>
        </a:p>
      </dgm:t>
    </dgm:pt>
    <dgm:pt modelId="{9EE28619-2440-4391-9159-A5E24FC0A1DA}" type="sibTrans" cxnId="{ACC40DD5-4EC8-4B00-96BE-F0FE9A1440A0}">
      <dgm:prSet/>
      <dgm:spPr/>
      <dgm:t>
        <a:bodyPr/>
        <a:lstStyle/>
        <a:p>
          <a:endParaRPr lang="en-US"/>
        </a:p>
      </dgm:t>
    </dgm:pt>
    <dgm:pt modelId="{C4410388-F09F-4423-9763-F20D106BFDE1}">
      <dgm:prSet/>
      <dgm:spPr/>
      <dgm:t>
        <a:bodyPr/>
        <a:lstStyle/>
        <a:p>
          <a:r>
            <a:rPr lang="en-US" dirty="0"/>
            <a:t>Cosine Similarity</a:t>
          </a:r>
        </a:p>
      </dgm:t>
    </dgm:pt>
    <dgm:pt modelId="{37A8622C-2460-4D6A-BA53-8B2BB29E12C8}" type="parTrans" cxnId="{8B6D3B4C-A1D7-4D70-A99E-A82350283706}">
      <dgm:prSet/>
      <dgm:spPr/>
      <dgm:t>
        <a:bodyPr/>
        <a:lstStyle/>
        <a:p>
          <a:endParaRPr lang="en-US"/>
        </a:p>
      </dgm:t>
    </dgm:pt>
    <dgm:pt modelId="{10CC0B11-3FEE-403D-BA2D-1121648266A7}" type="sibTrans" cxnId="{8B6D3B4C-A1D7-4D70-A99E-A82350283706}">
      <dgm:prSet/>
      <dgm:spPr/>
      <dgm:t>
        <a:bodyPr/>
        <a:lstStyle/>
        <a:p>
          <a:endParaRPr lang="en-US"/>
        </a:p>
      </dgm:t>
    </dgm:pt>
    <dgm:pt modelId="{EB8766C4-1788-43CB-904C-6E72613F1778}">
      <dgm:prSet/>
      <dgm:spPr/>
      <dgm:t>
        <a:bodyPr/>
        <a:lstStyle/>
        <a:p>
          <a:r>
            <a:rPr lang="en-US" dirty="0" err="1"/>
            <a:t>Mahalanobis</a:t>
          </a:r>
          <a:r>
            <a:rPr lang="en-US" dirty="0"/>
            <a:t> Distance</a:t>
          </a:r>
        </a:p>
      </dgm:t>
    </dgm:pt>
    <dgm:pt modelId="{A3C37684-799E-4FD6-A990-63ED60DCDA6E}" type="parTrans" cxnId="{B2346924-3167-4289-940B-BC8CD5A95F04}">
      <dgm:prSet/>
      <dgm:spPr/>
      <dgm:t>
        <a:bodyPr/>
        <a:lstStyle/>
        <a:p>
          <a:endParaRPr lang="en-US"/>
        </a:p>
      </dgm:t>
    </dgm:pt>
    <dgm:pt modelId="{A972DD60-A4B6-4E49-B93A-3E3D39B350F7}" type="sibTrans" cxnId="{B2346924-3167-4289-940B-BC8CD5A95F04}">
      <dgm:prSet/>
      <dgm:spPr/>
      <dgm:t>
        <a:bodyPr/>
        <a:lstStyle/>
        <a:p>
          <a:endParaRPr lang="en-US"/>
        </a:p>
      </dgm:t>
    </dgm:pt>
    <dgm:pt modelId="{C5526D8C-4628-46A2-AC2C-EF585123318B}">
      <dgm:prSet/>
      <dgm:spPr/>
      <dgm:t>
        <a:bodyPr/>
        <a:lstStyle/>
        <a:p>
          <a:r>
            <a:rPr lang="en-US" dirty="0"/>
            <a:t>Different distance definitions may alter cluster structure and anomaly detection performance.\</a:t>
          </a:r>
        </a:p>
      </dgm:t>
    </dgm:pt>
    <dgm:pt modelId="{D12281B0-6D7D-457D-8B6C-2EA03327D110}" type="parTrans" cxnId="{5161023F-F78A-4E27-80B7-350D0AB837C0}">
      <dgm:prSet/>
      <dgm:spPr/>
      <dgm:t>
        <a:bodyPr/>
        <a:lstStyle/>
        <a:p>
          <a:endParaRPr lang="en-US"/>
        </a:p>
      </dgm:t>
    </dgm:pt>
    <dgm:pt modelId="{A62A75F1-EAF6-43F1-A38C-8A1A0258F496}" type="sibTrans" cxnId="{5161023F-F78A-4E27-80B7-350D0AB837C0}">
      <dgm:prSet/>
      <dgm:spPr/>
      <dgm:t>
        <a:bodyPr/>
        <a:lstStyle/>
        <a:p>
          <a:endParaRPr lang="en-US"/>
        </a:p>
      </dgm:t>
    </dgm:pt>
    <dgm:pt modelId="{E8520F06-11B9-4DF8-B850-CC56650A15AA}">
      <dgm:prSet/>
      <dgm:spPr/>
      <dgm:t>
        <a:bodyPr/>
        <a:lstStyle/>
        <a:p>
          <a:r>
            <a:rPr lang="en-US" b="1"/>
            <a:t>Improve Anomaly Analysis</a:t>
          </a:r>
        </a:p>
      </dgm:t>
    </dgm:pt>
    <dgm:pt modelId="{E658A7BB-47D2-4C52-A981-FD5B1AFFD555}" type="parTrans" cxnId="{1F3188A8-0154-4E3F-9E33-CC999E3EDB20}">
      <dgm:prSet/>
      <dgm:spPr/>
      <dgm:t>
        <a:bodyPr/>
        <a:lstStyle/>
        <a:p>
          <a:endParaRPr lang="en-US"/>
        </a:p>
      </dgm:t>
    </dgm:pt>
    <dgm:pt modelId="{B4DE11A0-B44E-4CDD-8AB0-4824AA66172E}" type="sibTrans" cxnId="{1F3188A8-0154-4E3F-9E33-CC999E3EDB20}">
      <dgm:prSet/>
      <dgm:spPr/>
      <dgm:t>
        <a:bodyPr/>
        <a:lstStyle/>
        <a:p>
          <a:endParaRPr lang="en-US"/>
        </a:p>
      </dgm:t>
    </dgm:pt>
    <dgm:pt modelId="{D534C5B2-BDF3-440B-84CF-6C8DFF0356B6}">
      <dgm:prSet/>
      <dgm:spPr/>
      <dgm:t>
        <a:bodyPr/>
        <a:lstStyle/>
        <a:p>
          <a:r>
            <a:rPr lang="en-US" dirty="0"/>
            <a:t>Evaluate the impact of anomalies on clustering results by:</a:t>
          </a:r>
        </a:p>
      </dgm:t>
    </dgm:pt>
    <dgm:pt modelId="{7959C38A-1406-4ADF-9303-4E2F8607708E}" type="parTrans" cxnId="{93E3D21F-08A4-416D-B9E8-141889CB775D}">
      <dgm:prSet/>
      <dgm:spPr/>
      <dgm:t>
        <a:bodyPr/>
        <a:lstStyle/>
        <a:p>
          <a:endParaRPr lang="en-US"/>
        </a:p>
      </dgm:t>
    </dgm:pt>
    <dgm:pt modelId="{22B3BFAD-6FB4-4675-85E9-A80EADF280A3}" type="sibTrans" cxnId="{93E3D21F-08A4-416D-B9E8-141889CB775D}">
      <dgm:prSet/>
      <dgm:spPr/>
      <dgm:t>
        <a:bodyPr/>
        <a:lstStyle/>
        <a:p>
          <a:endParaRPr lang="en-US"/>
        </a:p>
      </dgm:t>
    </dgm:pt>
    <dgm:pt modelId="{7E017944-7D6B-48BF-8FA6-96583A69A512}">
      <dgm:prSet/>
      <dgm:spPr/>
      <dgm:t>
        <a:bodyPr/>
        <a:lstStyle/>
        <a:p>
          <a:r>
            <a:rPr lang="en-US" dirty="0"/>
            <a:t>Removing detected anomalies</a:t>
          </a:r>
        </a:p>
      </dgm:t>
    </dgm:pt>
    <dgm:pt modelId="{0EE9C329-2FC1-4555-BB97-FD3D71F3C523}" type="parTrans" cxnId="{025ABE68-037D-452D-9AAB-DBC6F38121B0}">
      <dgm:prSet/>
      <dgm:spPr/>
      <dgm:t>
        <a:bodyPr/>
        <a:lstStyle/>
        <a:p>
          <a:endParaRPr lang="en-US"/>
        </a:p>
      </dgm:t>
    </dgm:pt>
    <dgm:pt modelId="{8A637CE5-1BCB-4016-973F-7289C0B7D531}" type="sibTrans" cxnId="{025ABE68-037D-452D-9AAB-DBC6F38121B0}">
      <dgm:prSet/>
      <dgm:spPr/>
      <dgm:t>
        <a:bodyPr/>
        <a:lstStyle/>
        <a:p>
          <a:endParaRPr lang="en-US"/>
        </a:p>
      </dgm:t>
    </dgm:pt>
    <dgm:pt modelId="{BAFC45B7-AE48-4940-9AB2-ED0AF38A0310}">
      <dgm:prSet/>
      <dgm:spPr/>
      <dgm:t>
        <a:bodyPr/>
        <a:lstStyle/>
        <a:p>
          <a:r>
            <a:rPr lang="en-US" dirty="0"/>
            <a:t>Re-running clustering methods</a:t>
          </a:r>
        </a:p>
      </dgm:t>
    </dgm:pt>
    <dgm:pt modelId="{EE914C9E-DE57-49CA-ACEC-6FF18B1B6327}" type="parTrans" cxnId="{FB973FBC-DC9E-4982-A092-D52DACB9D315}">
      <dgm:prSet/>
      <dgm:spPr/>
      <dgm:t>
        <a:bodyPr/>
        <a:lstStyle/>
        <a:p>
          <a:endParaRPr lang="en-US"/>
        </a:p>
      </dgm:t>
    </dgm:pt>
    <dgm:pt modelId="{5C6623A1-6A6C-494B-AB7E-E3C18E9F63FA}" type="sibTrans" cxnId="{FB973FBC-DC9E-4982-A092-D52DACB9D315}">
      <dgm:prSet/>
      <dgm:spPr/>
      <dgm:t>
        <a:bodyPr/>
        <a:lstStyle/>
        <a:p>
          <a:endParaRPr lang="en-US"/>
        </a:p>
      </dgm:t>
    </dgm:pt>
    <dgm:pt modelId="{EBE6B7B1-F13A-46E5-A3E9-4FC0AACC07B9}">
      <dgm:prSet/>
      <dgm:spPr/>
      <dgm:t>
        <a:bodyPr/>
        <a:lstStyle/>
        <a:p>
          <a:r>
            <a:rPr lang="en-US" dirty="0"/>
            <a:t>Comparing cluster stability before and after removal</a:t>
          </a:r>
        </a:p>
      </dgm:t>
    </dgm:pt>
    <dgm:pt modelId="{F2DC6AB8-92DF-40CF-ACEB-BABE85BA5D43}" type="parTrans" cxnId="{9D54781D-48E3-4531-8838-824C774AD8E7}">
      <dgm:prSet/>
      <dgm:spPr/>
      <dgm:t>
        <a:bodyPr/>
        <a:lstStyle/>
        <a:p>
          <a:endParaRPr lang="en-US"/>
        </a:p>
      </dgm:t>
    </dgm:pt>
    <dgm:pt modelId="{56C02683-F3DB-4817-8B20-64C072B36DC9}" type="sibTrans" cxnId="{9D54781D-48E3-4531-8838-824C774AD8E7}">
      <dgm:prSet/>
      <dgm:spPr/>
      <dgm:t>
        <a:bodyPr/>
        <a:lstStyle/>
        <a:p>
          <a:endParaRPr lang="en-US"/>
        </a:p>
      </dgm:t>
    </dgm:pt>
    <dgm:pt modelId="{DEA3C937-78ED-4710-A9F5-F501461B518E}">
      <dgm:prSet/>
      <dgm:spPr/>
      <dgm:t>
        <a:bodyPr/>
        <a:lstStyle/>
        <a:p>
          <a:r>
            <a:rPr lang="en-US" dirty="0"/>
            <a:t>This would help determine how strongly rare wines influence discovered populations.</a:t>
          </a:r>
        </a:p>
      </dgm:t>
    </dgm:pt>
    <dgm:pt modelId="{51156F6D-C52F-48DB-ABBE-BADE11B43A38}" type="parTrans" cxnId="{5311CA74-D6D6-4E54-B9AB-FC56722D4310}">
      <dgm:prSet/>
      <dgm:spPr/>
      <dgm:t>
        <a:bodyPr/>
        <a:lstStyle/>
        <a:p>
          <a:endParaRPr lang="en-US"/>
        </a:p>
      </dgm:t>
    </dgm:pt>
    <dgm:pt modelId="{91E4A20E-2AD3-4675-92EF-176ED1738B4A}" type="sibTrans" cxnId="{5311CA74-D6D6-4E54-B9AB-FC56722D4310}">
      <dgm:prSet/>
      <dgm:spPr/>
      <dgm:t>
        <a:bodyPr/>
        <a:lstStyle/>
        <a:p>
          <a:endParaRPr lang="en-US"/>
        </a:p>
      </dgm:t>
    </dgm:pt>
    <dgm:pt modelId="{FE5FC880-17A1-4F4C-8E57-FE9D84EBDCDA}">
      <dgm:prSet/>
      <dgm:spPr/>
      <dgm:t>
        <a:bodyPr/>
        <a:lstStyle/>
        <a:p>
          <a:r>
            <a:rPr lang="en-US" b="1"/>
            <a:t>Add Cluster Interpretation</a:t>
          </a:r>
        </a:p>
      </dgm:t>
    </dgm:pt>
    <dgm:pt modelId="{9EC05649-7E71-48F4-A867-0969E24FA0A2}" type="parTrans" cxnId="{1289BBE0-16EE-41E7-8887-FCC2105DED5C}">
      <dgm:prSet/>
      <dgm:spPr/>
      <dgm:t>
        <a:bodyPr/>
        <a:lstStyle/>
        <a:p>
          <a:endParaRPr lang="en-US"/>
        </a:p>
      </dgm:t>
    </dgm:pt>
    <dgm:pt modelId="{5B6B898C-FE85-4B00-AB1E-85649C91C945}" type="sibTrans" cxnId="{1289BBE0-16EE-41E7-8887-FCC2105DED5C}">
      <dgm:prSet/>
      <dgm:spPr/>
      <dgm:t>
        <a:bodyPr/>
        <a:lstStyle/>
        <a:p>
          <a:endParaRPr lang="en-US"/>
        </a:p>
      </dgm:t>
    </dgm:pt>
    <dgm:pt modelId="{FF4CD52B-AC32-4015-B602-8A99F8D1A179}">
      <dgm:prSet/>
      <dgm:spPr/>
      <dgm:t>
        <a:bodyPr/>
        <a:lstStyle/>
        <a:p>
          <a:r>
            <a:rPr lang="en-US" dirty="0"/>
            <a:t>Develop a hybrid supervised-unsupervised workflow:</a:t>
          </a:r>
        </a:p>
      </dgm:t>
    </dgm:pt>
    <dgm:pt modelId="{CDADF056-EC65-4AE2-B3DB-7248B28A3108}" type="parTrans" cxnId="{15AFE04D-1431-4522-99A4-DF0BE5BB41A4}">
      <dgm:prSet/>
      <dgm:spPr/>
      <dgm:t>
        <a:bodyPr/>
        <a:lstStyle/>
        <a:p>
          <a:endParaRPr lang="en-US"/>
        </a:p>
      </dgm:t>
    </dgm:pt>
    <dgm:pt modelId="{DD8CD168-E00C-4DC0-9D76-584069341ED2}" type="sibTrans" cxnId="{15AFE04D-1431-4522-99A4-DF0BE5BB41A4}">
      <dgm:prSet/>
      <dgm:spPr/>
      <dgm:t>
        <a:bodyPr/>
        <a:lstStyle/>
        <a:p>
          <a:endParaRPr lang="en-US"/>
        </a:p>
      </dgm:t>
    </dgm:pt>
    <dgm:pt modelId="{41FB4E5C-A449-4E0B-A7DB-D1B22E2295CA}">
      <dgm:prSet/>
      <dgm:spPr/>
      <dgm:t>
        <a:bodyPr/>
        <a:lstStyle/>
        <a:p>
          <a:r>
            <a:rPr lang="en-US" dirty="0"/>
            <a:t>Cluster Assignment </a:t>
          </a:r>
          <a:r>
            <a:rPr lang="en-US" dirty="0">
              <a:latin typeface="Aptos" panose="020B0004020202020204" pitchFamily="34" charset="0"/>
            </a:rPr>
            <a:t>→ </a:t>
          </a:r>
          <a:r>
            <a:rPr lang="en-US" dirty="0"/>
            <a:t>Classification Model </a:t>
          </a:r>
          <a:r>
            <a:rPr lang="en-US" dirty="0">
              <a:latin typeface="Aptos" panose="020B0004020202020204" pitchFamily="34" charset="0"/>
            </a:rPr>
            <a:t>→ </a:t>
          </a:r>
          <a:r>
            <a:rPr lang="en-US" dirty="0"/>
            <a:t>Feature Importance / SHAP</a:t>
          </a:r>
        </a:p>
      </dgm:t>
    </dgm:pt>
    <dgm:pt modelId="{CC9E8C4E-1E6D-4000-981D-F5E04266CE4F}" type="parTrans" cxnId="{8CABFCA6-FBED-472A-8135-436519A1F5BE}">
      <dgm:prSet/>
      <dgm:spPr/>
      <dgm:t>
        <a:bodyPr/>
        <a:lstStyle/>
        <a:p>
          <a:endParaRPr lang="en-US"/>
        </a:p>
      </dgm:t>
    </dgm:pt>
    <dgm:pt modelId="{57768629-B7AE-4E17-9EB7-BB06246DD25C}" type="sibTrans" cxnId="{8CABFCA6-FBED-472A-8135-436519A1F5BE}">
      <dgm:prSet/>
      <dgm:spPr/>
      <dgm:t>
        <a:bodyPr/>
        <a:lstStyle/>
        <a:p>
          <a:endParaRPr lang="en-US"/>
        </a:p>
      </dgm:t>
    </dgm:pt>
    <dgm:pt modelId="{2EAC75AF-064B-484F-9B63-3E4934B9EBE0}">
      <dgm:prSet/>
      <dgm:spPr/>
      <dgm:t>
        <a:bodyPr/>
        <a:lstStyle/>
        <a:p>
          <a:r>
            <a:rPr lang="en-US" dirty="0"/>
            <a:t>This would provide direct explanations for cluster membership and improve interpretability.</a:t>
          </a:r>
        </a:p>
      </dgm:t>
    </dgm:pt>
    <dgm:pt modelId="{FA25C276-F4CF-4A89-BFD4-BC3062A3DFB1}" type="parTrans" cxnId="{A7646509-578D-4D30-92B6-58852992B4E4}">
      <dgm:prSet/>
      <dgm:spPr/>
      <dgm:t>
        <a:bodyPr/>
        <a:lstStyle/>
        <a:p>
          <a:endParaRPr lang="en-US"/>
        </a:p>
      </dgm:t>
    </dgm:pt>
    <dgm:pt modelId="{D3471B07-5F3C-47F4-8E9D-05890FF192FB}" type="sibTrans" cxnId="{A7646509-578D-4D30-92B6-58852992B4E4}">
      <dgm:prSet/>
      <dgm:spPr/>
      <dgm:t>
        <a:bodyPr/>
        <a:lstStyle/>
        <a:p>
          <a:endParaRPr lang="en-US"/>
        </a:p>
      </dgm:t>
    </dgm:pt>
    <dgm:pt modelId="{CE1B7193-A45E-4BCF-A95B-C509E7D8A30E}">
      <dgm:prSet/>
      <dgm:spPr/>
      <dgm:t>
        <a:bodyPr/>
        <a:lstStyle/>
        <a:p>
          <a:r>
            <a:rPr lang="en-US" b="1"/>
            <a:t>Extend Dimensionality Reduction</a:t>
          </a:r>
        </a:p>
      </dgm:t>
    </dgm:pt>
    <dgm:pt modelId="{08989B5F-7ED2-49B7-8618-5AE0F4AD91A5}" type="parTrans" cxnId="{8441D98A-9CEC-41BF-BB29-1421C7F7EDDE}">
      <dgm:prSet/>
      <dgm:spPr/>
      <dgm:t>
        <a:bodyPr/>
        <a:lstStyle/>
        <a:p>
          <a:endParaRPr lang="en-US"/>
        </a:p>
      </dgm:t>
    </dgm:pt>
    <dgm:pt modelId="{247716CD-B141-42C5-AFE3-DE8FE0C0B470}" type="sibTrans" cxnId="{8441D98A-9CEC-41BF-BB29-1421C7F7EDDE}">
      <dgm:prSet/>
      <dgm:spPr/>
      <dgm:t>
        <a:bodyPr/>
        <a:lstStyle/>
        <a:p>
          <a:endParaRPr lang="en-US"/>
        </a:p>
      </dgm:t>
    </dgm:pt>
    <dgm:pt modelId="{4F0C51D4-CB1E-424A-A38B-8AC6210DEBB9}">
      <dgm:prSet/>
      <dgm:spPr/>
      <dgm:t>
        <a:bodyPr/>
        <a:lstStyle/>
        <a:p>
          <a:r>
            <a:rPr lang="en-US" dirty="0"/>
            <a:t>Future analysis could explore:</a:t>
          </a:r>
        </a:p>
      </dgm:t>
    </dgm:pt>
    <dgm:pt modelId="{94375340-F996-4997-9338-206A554E67FB}" type="parTrans" cxnId="{05C799E9-04A9-4841-9816-981A4DD0D074}">
      <dgm:prSet/>
      <dgm:spPr/>
      <dgm:t>
        <a:bodyPr/>
        <a:lstStyle/>
        <a:p>
          <a:endParaRPr lang="en-US"/>
        </a:p>
      </dgm:t>
    </dgm:pt>
    <dgm:pt modelId="{3E186670-9F02-4081-B944-B15EC2395278}" type="sibTrans" cxnId="{05C799E9-04A9-4841-9816-981A4DD0D074}">
      <dgm:prSet/>
      <dgm:spPr/>
      <dgm:t>
        <a:bodyPr/>
        <a:lstStyle/>
        <a:p>
          <a:endParaRPr lang="en-US"/>
        </a:p>
      </dgm:t>
    </dgm:pt>
    <dgm:pt modelId="{E40BA7E8-6993-41B5-8BF3-186D65D61D5E}">
      <dgm:prSet/>
      <dgm:spPr/>
      <dgm:t>
        <a:bodyPr/>
        <a:lstStyle/>
        <a:p>
          <a:r>
            <a:rPr lang="en-US" dirty="0"/>
            <a:t>Three-dimensional embeddings</a:t>
          </a:r>
        </a:p>
      </dgm:t>
    </dgm:pt>
    <dgm:pt modelId="{D8D6F250-E0E1-4AB2-B22D-960B8B3F6B95}" type="parTrans" cxnId="{59EBB338-2AFD-4676-A806-0D4C9E27B3F8}">
      <dgm:prSet/>
      <dgm:spPr/>
      <dgm:t>
        <a:bodyPr/>
        <a:lstStyle/>
        <a:p>
          <a:endParaRPr lang="en-US"/>
        </a:p>
      </dgm:t>
    </dgm:pt>
    <dgm:pt modelId="{84EC13B9-A4A4-4E0F-AD00-2DD8935A8902}" type="sibTrans" cxnId="{59EBB338-2AFD-4676-A806-0D4C9E27B3F8}">
      <dgm:prSet/>
      <dgm:spPr/>
      <dgm:t>
        <a:bodyPr/>
        <a:lstStyle/>
        <a:p>
          <a:endParaRPr lang="en-US"/>
        </a:p>
      </dgm:t>
    </dgm:pt>
    <dgm:pt modelId="{962EA1E1-D51B-43EC-85A6-1B928E9514B3}">
      <dgm:prSet/>
      <dgm:spPr/>
      <dgm:t>
        <a:bodyPr/>
        <a:lstStyle/>
        <a:p>
          <a:r>
            <a:rPr lang="en-US" dirty="0"/>
            <a:t>Autoencoders</a:t>
          </a:r>
        </a:p>
      </dgm:t>
    </dgm:pt>
    <dgm:pt modelId="{A70AFCFE-4BB1-4172-B6C6-FF3EEE8BB918}" type="parTrans" cxnId="{812F939B-3E25-47BE-AD2B-7A5F362F6D58}">
      <dgm:prSet/>
      <dgm:spPr/>
      <dgm:t>
        <a:bodyPr/>
        <a:lstStyle/>
        <a:p>
          <a:endParaRPr lang="en-US"/>
        </a:p>
      </dgm:t>
    </dgm:pt>
    <dgm:pt modelId="{842199B7-5F7D-4A58-8E19-E836FFEB7AA2}" type="sibTrans" cxnId="{812F939B-3E25-47BE-AD2B-7A5F362F6D58}">
      <dgm:prSet/>
      <dgm:spPr/>
      <dgm:t>
        <a:bodyPr/>
        <a:lstStyle/>
        <a:p>
          <a:endParaRPr lang="en-US"/>
        </a:p>
      </dgm:t>
    </dgm:pt>
    <dgm:pt modelId="{1363A506-7518-4AF2-979C-077C28B06001}">
      <dgm:prSet/>
      <dgm:spPr/>
      <dgm:t>
        <a:bodyPr/>
        <a:lstStyle/>
        <a:p>
          <a:r>
            <a:rPr lang="en-US" dirty="0"/>
            <a:t>Variational Autoencoders (VAE)</a:t>
          </a:r>
        </a:p>
      </dgm:t>
    </dgm:pt>
    <dgm:pt modelId="{7EDE9E75-1050-4671-9E8A-B9943DFE513D}" type="parTrans" cxnId="{C9997A6E-53E4-45D4-AD7E-E8F645F7F2EA}">
      <dgm:prSet/>
      <dgm:spPr/>
      <dgm:t>
        <a:bodyPr/>
        <a:lstStyle/>
        <a:p>
          <a:endParaRPr lang="en-US"/>
        </a:p>
      </dgm:t>
    </dgm:pt>
    <dgm:pt modelId="{F6816299-4157-402F-BA9C-4040DE7F5314}" type="sibTrans" cxnId="{C9997A6E-53E4-45D4-AD7E-E8F645F7F2EA}">
      <dgm:prSet/>
      <dgm:spPr/>
      <dgm:t>
        <a:bodyPr/>
        <a:lstStyle/>
        <a:p>
          <a:endParaRPr lang="en-US"/>
        </a:p>
      </dgm:t>
    </dgm:pt>
    <dgm:pt modelId="{D2913B46-6BF6-4EEC-B598-BDFFA1F612F3}">
      <dgm:prSet/>
      <dgm:spPr/>
      <dgm:t>
        <a:bodyPr/>
        <a:lstStyle/>
        <a:p>
          <a:r>
            <a:rPr lang="en-US" dirty="0"/>
            <a:t>Deep representation learning</a:t>
          </a:r>
        </a:p>
      </dgm:t>
    </dgm:pt>
    <dgm:pt modelId="{8C3F26E2-6D35-4ED7-A907-C4770EDA50AF}" type="parTrans" cxnId="{9CFC64FC-AE91-4325-8A23-43BC21778153}">
      <dgm:prSet/>
      <dgm:spPr/>
      <dgm:t>
        <a:bodyPr/>
        <a:lstStyle/>
        <a:p>
          <a:endParaRPr lang="en-US"/>
        </a:p>
      </dgm:t>
    </dgm:pt>
    <dgm:pt modelId="{CC233B68-BD64-48BD-8545-E1878124A1F8}" type="sibTrans" cxnId="{9CFC64FC-AE91-4325-8A23-43BC21778153}">
      <dgm:prSet/>
      <dgm:spPr/>
      <dgm:t>
        <a:bodyPr/>
        <a:lstStyle/>
        <a:p>
          <a:endParaRPr lang="en-US"/>
        </a:p>
      </dgm:t>
    </dgm:pt>
    <dgm:pt modelId="{3426D414-E9EA-4F99-B09E-95211166DC64}">
      <dgm:prSet/>
      <dgm:spPr/>
      <dgm:t>
        <a:bodyPr/>
        <a:lstStyle/>
        <a:p>
          <a:r>
            <a:rPr lang="en-US" dirty="0"/>
            <a:t>These methods may reveal additional nonlinear structure.</a:t>
          </a:r>
        </a:p>
      </dgm:t>
    </dgm:pt>
    <dgm:pt modelId="{B063C13A-50EB-48F9-8989-D142F69B2708}" type="parTrans" cxnId="{E336BDDC-C09A-4CE1-A2CA-A96D218FFE3A}">
      <dgm:prSet/>
      <dgm:spPr/>
      <dgm:t>
        <a:bodyPr/>
        <a:lstStyle/>
        <a:p>
          <a:endParaRPr lang="en-US"/>
        </a:p>
      </dgm:t>
    </dgm:pt>
    <dgm:pt modelId="{0F7647F0-A73F-4465-82DF-91EC24F421D3}" type="sibTrans" cxnId="{E336BDDC-C09A-4CE1-A2CA-A96D218FFE3A}">
      <dgm:prSet/>
      <dgm:spPr/>
      <dgm:t>
        <a:bodyPr/>
        <a:lstStyle/>
        <a:p>
          <a:endParaRPr lang="en-US"/>
        </a:p>
      </dgm:t>
    </dgm:pt>
    <dgm:pt modelId="{A81CB4F0-CAEB-455C-80F4-518F1BA252DC}">
      <dgm:prSet/>
      <dgm:spPr/>
      <dgm:t>
        <a:bodyPr/>
        <a:lstStyle/>
        <a:p>
          <a:r>
            <a:rPr lang="en-US" b="1"/>
            <a:t>Long-Term Goal</a:t>
          </a:r>
        </a:p>
      </dgm:t>
    </dgm:pt>
    <dgm:pt modelId="{4807C82F-3AC8-4BDA-99A0-CB735DB0FB59}" type="parTrans" cxnId="{F4CAC826-9999-4C4E-83E7-40C24FA5564D}">
      <dgm:prSet/>
      <dgm:spPr/>
      <dgm:t>
        <a:bodyPr/>
        <a:lstStyle/>
        <a:p>
          <a:endParaRPr lang="en-US"/>
        </a:p>
      </dgm:t>
    </dgm:pt>
    <dgm:pt modelId="{04438F76-B7B3-4C9E-B431-D24A281E4A39}" type="sibTrans" cxnId="{F4CAC826-9999-4C4E-83E7-40C24FA5564D}">
      <dgm:prSet/>
      <dgm:spPr/>
      <dgm:t>
        <a:bodyPr/>
        <a:lstStyle/>
        <a:p>
          <a:endParaRPr lang="en-US"/>
        </a:p>
      </dgm:t>
    </dgm:pt>
    <dgm:pt modelId="{6073E9D1-30A6-4ADC-A8C8-354CDCC1E8FF}">
      <dgm:prSet/>
      <dgm:spPr/>
      <dgm:t>
        <a:bodyPr/>
        <a:lstStyle/>
        <a:p>
          <a:r>
            <a:rPr lang="en-US" dirty="0"/>
            <a:t>Develop an integrated exploration framework that combines:</a:t>
          </a:r>
        </a:p>
      </dgm:t>
    </dgm:pt>
    <dgm:pt modelId="{2218DB5A-E83A-4C51-A745-8C0AB10870F7}" type="parTrans" cxnId="{AF94B189-2F44-490A-B7AC-926182E52219}">
      <dgm:prSet/>
      <dgm:spPr/>
      <dgm:t>
        <a:bodyPr/>
        <a:lstStyle/>
        <a:p>
          <a:endParaRPr lang="en-US"/>
        </a:p>
      </dgm:t>
    </dgm:pt>
    <dgm:pt modelId="{3F69D983-3EC9-48D4-B085-86A948D96151}" type="sibTrans" cxnId="{AF94B189-2F44-490A-B7AC-926182E52219}">
      <dgm:prSet/>
      <dgm:spPr/>
      <dgm:t>
        <a:bodyPr/>
        <a:lstStyle/>
        <a:p>
          <a:endParaRPr lang="en-US"/>
        </a:p>
      </dgm:t>
    </dgm:pt>
    <dgm:pt modelId="{60F8C5FD-FBB4-4D2C-AAAC-EB346363B3A9}">
      <dgm:prSet/>
      <dgm:spPr/>
      <dgm:t>
        <a:bodyPr/>
        <a:lstStyle/>
        <a:p>
          <a:r>
            <a:rPr lang="en-US" dirty="0"/>
            <a:t>Clustering</a:t>
          </a:r>
        </a:p>
      </dgm:t>
    </dgm:pt>
    <dgm:pt modelId="{5AD6B4EE-4A65-4D77-84CD-488E5A30307D}" type="parTrans" cxnId="{C745BF46-00FC-47AC-8242-67779644DA80}">
      <dgm:prSet/>
      <dgm:spPr/>
      <dgm:t>
        <a:bodyPr/>
        <a:lstStyle/>
        <a:p>
          <a:endParaRPr lang="en-US"/>
        </a:p>
      </dgm:t>
    </dgm:pt>
    <dgm:pt modelId="{8A0775C1-36E0-4FF8-850D-1F9C8C8E347E}" type="sibTrans" cxnId="{C745BF46-00FC-47AC-8242-67779644DA80}">
      <dgm:prSet/>
      <dgm:spPr/>
      <dgm:t>
        <a:bodyPr/>
        <a:lstStyle/>
        <a:p>
          <a:endParaRPr lang="en-US"/>
        </a:p>
      </dgm:t>
    </dgm:pt>
    <dgm:pt modelId="{FCAD1D23-4EC0-4F02-A0D9-9E0150850CA7}">
      <dgm:prSet/>
      <dgm:spPr/>
      <dgm:t>
        <a:bodyPr/>
        <a:lstStyle/>
        <a:p>
          <a:r>
            <a:rPr lang="en-US" dirty="0"/>
            <a:t>Dimensionality Reduction</a:t>
          </a:r>
        </a:p>
      </dgm:t>
    </dgm:pt>
    <dgm:pt modelId="{9AD73715-8237-4BAE-B05B-9C2F5B617289}" type="parTrans" cxnId="{FCA51D54-7E69-45B6-9F2B-DB7E7BFBE2F2}">
      <dgm:prSet/>
      <dgm:spPr/>
      <dgm:t>
        <a:bodyPr/>
        <a:lstStyle/>
        <a:p>
          <a:endParaRPr lang="en-US"/>
        </a:p>
      </dgm:t>
    </dgm:pt>
    <dgm:pt modelId="{285937F1-4266-4D02-AD94-C6E53C0B03BA}" type="sibTrans" cxnId="{FCA51D54-7E69-45B6-9F2B-DB7E7BFBE2F2}">
      <dgm:prSet/>
      <dgm:spPr/>
      <dgm:t>
        <a:bodyPr/>
        <a:lstStyle/>
        <a:p>
          <a:endParaRPr lang="en-US"/>
        </a:p>
      </dgm:t>
    </dgm:pt>
    <dgm:pt modelId="{83C9467C-C6D9-4183-91FD-31BFE61C6F1D}">
      <dgm:prSet/>
      <dgm:spPr/>
      <dgm:t>
        <a:bodyPr/>
        <a:lstStyle/>
        <a:p>
          <a:r>
            <a:rPr lang="en-US" dirty="0"/>
            <a:t>Anomaly Detection</a:t>
          </a:r>
        </a:p>
      </dgm:t>
    </dgm:pt>
    <dgm:pt modelId="{1F4F1EA6-FD21-4B10-B205-54D2A53496C9}" type="parTrans" cxnId="{9C91D38F-AF00-45C5-A9E8-2FCAC21C2ED3}">
      <dgm:prSet/>
      <dgm:spPr/>
      <dgm:t>
        <a:bodyPr/>
        <a:lstStyle/>
        <a:p>
          <a:endParaRPr lang="en-US"/>
        </a:p>
      </dgm:t>
    </dgm:pt>
    <dgm:pt modelId="{76E853AE-0C99-40AE-B502-8C41826CD929}" type="sibTrans" cxnId="{9C91D38F-AF00-45C5-A9E8-2FCAC21C2ED3}">
      <dgm:prSet/>
      <dgm:spPr/>
      <dgm:t>
        <a:bodyPr/>
        <a:lstStyle/>
        <a:p>
          <a:endParaRPr lang="en-US"/>
        </a:p>
      </dgm:t>
    </dgm:pt>
    <dgm:pt modelId="{FFE07C00-DAD5-465E-A64F-ACAFE119CBC9}">
      <dgm:prSet/>
      <dgm:spPr/>
      <dgm:t>
        <a:bodyPr/>
        <a:lstStyle/>
        <a:p>
          <a:r>
            <a:rPr lang="en-US" dirty="0"/>
            <a:t>Explainable AI to support deeper understanding of wine chemistry and population structure.</a:t>
          </a:r>
        </a:p>
      </dgm:t>
    </dgm:pt>
    <dgm:pt modelId="{E844D57B-1F1A-4E78-9293-CD194133C3D1}" type="parTrans" cxnId="{D7E95CC7-63F1-4C1C-8275-14A352851595}">
      <dgm:prSet/>
      <dgm:spPr/>
      <dgm:t>
        <a:bodyPr/>
        <a:lstStyle/>
        <a:p>
          <a:endParaRPr lang="en-US"/>
        </a:p>
      </dgm:t>
    </dgm:pt>
    <dgm:pt modelId="{86FED669-BF66-4C51-8998-72A51A92972A}" type="sibTrans" cxnId="{D7E95CC7-63F1-4C1C-8275-14A352851595}">
      <dgm:prSet/>
      <dgm:spPr/>
      <dgm:t>
        <a:bodyPr/>
        <a:lstStyle/>
        <a:p>
          <a:endParaRPr lang="en-US"/>
        </a:p>
      </dgm:t>
    </dgm:pt>
    <dgm:pt modelId="{4DE174CC-555B-415B-B077-E8637D37EAB2}" type="pres">
      <dgm:prSet presAssocID="{B094781A-2B6F-44E1-8170-A54E5A8A47F6}" presName="Name0" presStyleCnt="0">
        <dgm:presLayoutVars>
          <dgm:dir/>
          <dgm:animLvl val="lvl"/>
          <dgm:resizeHandles val="exact"/>
        </dgm:presLayoutVars>
      </dgm:prSet>
      <dgm:spPr/>
    </dgm:pt>
    <dgm:pt modelId="{120DB946-A97A-4396-A6E6-03E669AA50F4}" type="pres">
      <dgm:prSet presAssocID="{5471796C-3D8F-4A5E-8027-EA8668C8918A}" presName="composite" presStyleCnt="0"/>
      <dgm:spPr/>
    </dgm:pt>
    <dgm:pt modelId="{0CB99D6B-72AC-4676-A04D-B78F29408A32}" type="pres">
      <dgm:prSet presAssocID="{5471796C-3D8F-4A5E-8027-EA8668C8918A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4959E15C-3633-4B13-8171-3461EE2B8251}" type="pres">
      <dgm:prSet presAssocID="{5471796C-3D8F-4A5E-8027-EA8668C8918A}" presName="desTx" presStyleLbl="alignAccFollowNode1" presStyleIdx="0" presStyleCnt="6">
        <dgm:presLayoutVars>
          <dgm:bulletEnabled val="1"/>
        </dgm:presLayoutVars>
      </dgm:prSet>
      <dgm:spPr/>
    </dgm:pt>
    <dgm:pt modelId="{3999F4B2-DE0C-4FD0-836E-D8243F7419AC}" type="pres">
      <dgm:prSet presAssocID="{4041BEC0-4D61-45EA-818B-006C12032992}" presName="space" presStyleCnt="0"/>
      <dgm:spPr/>
    </dgm:pt>
    <dgm:pt modelId="{F967F206-D665-48B6-8EB1-ACCD82DBB4F9}" type="pres">
      <dgm:prSet presAssocID="{8D031588-A9A5-4F9B-B969-E5A182E23029}" presName="composite" presStyleCnt="0"/>
      <dgm:spPr/>
    </dgm:pt>
    <dgm:pt modelId="{04DDF408-F3F0-4934-B441-D7F673E2F608}" type="pres">
      <dgm:prSet presAssocID="{8D031588-A9A5-4F9B-B969-E5A182E23029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421589AA-0D56-4F0E-88D2-5DF81977F421}" type="pres">
      <dgm:prSet presAssocID="{8D031588-A9A5-4F9B-B969-E5A182E23029}" presName="desTx" presStyleLbl="alignAccFollowNode1" presStyleIdx="1" presStyleCnt="6">
        <dgm:presLayoutVars>
          <dgm:bulletEnabled val="1"/>
        </dgm:presLayoutVars>
      </dgm:prSet>
      <dgm:spPr/>
    </dgm:pt>
    <dgm:pt modelId="{1A9B5FD7-0820-4591-988F-DC71AEDB8C2B}" type="pres">
      <dgm:prSet presAssocID="{B149F18C-7154-4568-8A7F-8F107B794829}" presName="space" presStyleCnt="0"/>
      <dgm:spPr/>
    </dgm:pt>
    <dgm:pt modelId="{762A8F35-E0AF-4AE7-BC1C-48031DBAD22A}" type="pres">
      <dgm:prSet presAssocID="{E8520F06-11B9-4DF8-B850-CC56650A15AA}" presName="composite" presStyleCnt="0"/>
      <dgm:spPr/>
    </dgm:pt>
    <dgm:pt modelId="{DB2A1169-084E-43F4-BD55-A4C746D5A143}" type="pres">
      <dgm:prSet presAssocID="{E8520F06-11B9-4DF8-B850-CC56650A15AA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B374942D-3F9B-4BF8-B973-ED126638045D}" type="pres">
      <dgm:prSet presAssocID="{E8520F06-11B9-4DF8-B850-CC56650A15AA}" presName="desTx" presStyleLbl="alignAccFollowNode1" presStyleIdx="2" presStyleCnt="6">
        <dgm:presLayoutVars>
          <dgm:bulletEnabled val="1"/>
        </dgm:presLayoutVars>
      </dgm:prSet>
      <dgm:spPr/>
    </dgm:pt>
    <dgm:pt modelId="{63A0DC1C-D1B1-4CFA-94BE-B5777EB09BA6}" type="pres">
      <dgm:prSet presAssocID="{B4DE11A0-B44E-4CDD-8AB0-4824AA66172E}" presName="space" presStyleCnt="0"/>
      <dgm:spPr/>
    </dgm:pt>
    <dgm:pt modelId="{4396C301-DEEC-4CDE-856F-26F8C146D650}" type="pres">
      <dgm:prSet presAssocID="{FE5FC880-17A1-4F4C-8E57-FE9D84EBDCDA}" presName="composite" presStyleCnt="0"/>
      <dgm:spPr/>
    </dgm:pt>
    <dgm:pt modelId="{634AC8EC-1F13-45AC-9080-B5159EAA475B}" type="pres">
      <dgm:prSet presAssocID="{FE5FC880-17A1-4F4C-8E57-FE9D84EBDCDA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7D0A871C-181F-4969-AA42-58CF01238394}" type="pres">
      <dgm:prSet presAssocID="{FE5FC880-17A1-4F4C-8E57-FE9D84EBDCDA}" presName="desTx" presStyleLbl="alignAccFollowNode1" presStyleIdx="3" presStyleCnt="6">
        <dgm:presLayoutVars>
          <dgm:bulletEnabled val="1"/>
        </dgm:presLayoutVars>
      </dgm:prSet>
      <dgm:spPr/>
    </dgm:pt>
    <dgm:pt modelId="{C9F21925-4EAF-4D86-A538-A7B6C501C793}" type="pres">
      <dgm:prSet presAssocID="{5B6B898C-FE85-4B00-AB1E-85649C91C945}" presName="space" presStyleCnt="0"/>
      <dgm:spPr/>
    </dgm:pt>
    <dgm:pt modelId="{B8456A64-57ED-47F4-903B-490744011AC6}" type="pres">
      <dgm:prSet presAssocID="{CE1B7193-A45E-4BCF-A95B-C509E7D8A30E}" presName="composite" presStyleCnt="0"/>
      <dgm:spPr/>
    </dgm:pt>
    <dgm:pt modelId="{C91A9EC2-41CA-4873-876C-E37E9C49F05B}" type="pres">
      <dgm:prSet presAssocID="{CE1B7193-A45E-4BCF-A95B-C509E7D8A30E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91B86A97-162B-4FB9-A1FA-7D99DE7DFD87}" type="pres">
      <dgm:prSet presAssocID="{CE1B7193-A45E-4BCF-A95B-C509E7D8A30E}" presName="desTx" presStyleLbl="alignAccFollowNode1" presStyleIdx="4" presStyleCnt="6">
        <dgm:presLayoutVars>
          <dgm:bulletEnabled val="1"/>
        </dgm:presLayoutVars>
      </dgm:prSet>
      <dgm:spPr/>
    </dgm:pt>
    <dgm:pt modelId="{1F448191-3F27-4620-B8BA-40123529F174}" type="pres">
      <dgm:prSet presAssocID="{247716CD-B141-42C5-AFE3-DE8FE0C0B470}" presName="space" presStyleCnt="0"/>
      <dgm:spPr/>
    </dgm:pt>
    <dgm:pt modelId="{34D4701A-8F84-4E05-BC74-5033E3E2EB54}" type="pres">
      <dgm:prSet presAssocID="{A81CB4F0-CAEB-455C-80F4-518F1BA252DC}" presName="composite" presStyleCnt="0"/>
      <dgm:spPr/>
    </dgm:pt>
    <dgm:pt modelId="{DDA4B043-CA64-466A-A810-CF24D0976F38}" type="pres">
      <dgm:prSet presAssocID="{A81CB4F0-CAEB-455C-80F4-518F1BA252DC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664E20EC-38C7-4008-B393-E19F188C8B9E}" type="pres">
      <dgm:prSet presAssocID="{A81CB4F0-CAEB-455C-80F4-518F1BA252DC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A7646509-578D-4D30-92B6-58852992B4E4}" srcId="{FE5FC880-17A1-4F4C-8E57-FE9D84EBDCDA}" destId="{2EAC75AF-064B-484F-9B63-3E4934B9EBE0}" srcOrd="2" destOrd="0" parTransId="{FA25C276-F4CF-4A89-BFD4-BC3062A3DFB1}" sibTransId="{D3471B07-5F3C-47F4-8E9D-05890FF192FB}"/>
    <dgm:cxn modelId="{1FC2750F-45FE-42A5-B358-91F152D1E0A6}" type="presOf" srcId="{A81CB4F0-CAEB-455C-80F4-518F1BA252DC}" destId="{DDA4B043-CA64-466A-A810-CF24D0976F38}" srcOrd="0" destOrd="0" presId="urn:microsoft.com/office/officeart/2005/8/layout/hList1"/>
    <dgm:cxn modelId="{EDCBC810-3404-4D75-913E-5A6AE13EE248}" type="presOf" srcId="{3426D414-E9EA-4F99-B09E-95211166DC64}" destId="{91B86A97-162B-4FB9-A1FA-7D99DE7DFD87}" srcOrd="0" destOrd="5" presId="urn:microsoft.com/office/officeart/2005/8/layout/hList1"/>
    <dgm:cxn modelId="{6365531C-70C6-4977-8E00-CF6F5CCD14A0}" type="presOf" srcId="{2EAC75AF-064B-484F-9B63-3E4934B9EBE0}" destId="{7D0A871C-181F-4969-AA42-58CF01238394}" srcOrd="0" destOrd="2" presId="urn:microsoft.com/office/officeart/2005/8/layout/hList1"/>
    <dgm:cxn modelId="{9D54781D-48E3-4531-8838-824C774AD8E7}" srcId="{E8520F06-11B9-4DF8-B850-CC56650A15AA}" destId="{EBE6B7B1-F13A-46E5-A3E9-4FC0AACC07B9}" srcOrd="3" destOrd="0" parTransId="{F2DC6AB8-92DF-40CF-ACEB-BABE85BA5D43}" sibTransId="{56C02683-F3DB-4817-8B20-64C072B36DC9}"/>
    <dgm:cxn modelId="{93E3D21F-08A4-416D-B9E8-141889CB775D}" srcId="{E8520F06-11B9-4DF8-B850-CC56650A15AA}" destId="{D534C5B2-BDF3-440B-84CF-6C8DFF0356B6}" srcOrd="0" destOrd="0" parTransId="{7959C38A-1406-4ADF-9303-4E2F8607708E}" sibTransId="{22B3BFAD-6FB4-4675-85E9-A80EADF280A3}"/>
    <dgm:cxn modelId="{DFB1EB22-365B-437C-A9B1-958AF44F4284}" type="presOf" srcId="{EB8766C4-1788-43CB-904C-6E72613F1778}" destId="{421589AA-0D56-4F0E-88D2-5DF81977F421}" srcOrd="0" destOrd="3" presId="urn:microsoft.com/office/officeart/2005/8/layout/hList1"/>
    <dgm:cxn modelId="{D6F0AA23-1527-422C-AAA8-1EA9A6A4EE20}" type="presOf" srcId="{FE5FC880-17A1-4F4C-8E57-FE9D84EBDCDA}" destId="{634AC8EC-1F13-45AC-9080-B5159EAA475B}" srcOrd="0" destOrd="0" presId="urn:microsoft.com/office/officeart/2005/8/layout/hList1"/>
    <dgm:cxn modelId="{B2346924-3167-4289-940B-BC8CD5A95F04}" srcId="{8D031588-A9A5-4F9B-B969-E5A182E23029}" destId="{EB8766C4-1788-43CB-904C-6E72613F1778}" srcOrd="3" destOrd="0" parTransId="{A3C37684-799E-4FD6-A990-63ED60DCDA6E}" sibTransId="{A972DD60-A4B6-4E49-B93A-3E3D39B350F7}"/>
    <dgm:cxn modelId="{F4CAC826-9999-4C4E-83E7-40C24FA5564D}" srcId="{B094781A-2B6F-44E1-8170-A54E5A8A47F6}" destId="{A81CB4F0-CAEB-455C-80F4-518F1BA252DC}" srcOrd="5" destOrd="0" parTransId="{4807C82F-3AC8-4BDA-99A0-CB735DB0FB59}" sibTransId="{04438F76-B7B3-4C9E-B431-D24A281E4A39}"/>
    <dgm:cxn modelId="{D40FCE27-4036-4CD3-93A5-970DA8AF7578}" srcId="{5471796C-3D8F-4A5E-8027-EA8668C8918A}" destId="{D4BDE59A-1BB0-4C11-9437-9DE0C79310D8}" srcOrd="2" destOrd="0" parTransId="{707A9F40-7DFE-4514-A130-8A23F97B69A1}" sibTransId="{E9201984-21F2-4400-AF01-1445EB2DA534}"/>
    <dgm:cxn modelId="{C14EA629-DE82-41C5-9194-9CE0D899D37D}" type="presOf" srcId="{4F0C51D4-CB1E-424A-A38B-8AC6210DEBB9}" destId="{91B86A97-162B-4FB9-A1FA-7D99DE7DFD87}" srcOrd="0" destOrd="0" presId="urn:microsoft.com/office/officeart/2005/8/layout/hList1"/>
    <dgm:cxn modelId="{0BDDD42A-34E4-4625-B638-14581133CAEA}" type="presOf" srcId="{D4BDE59A-1BB0-4C11-9437-9DE0C79310D8}" destId="{4959E15C-3633-4B13-8171-3461EE2B8251}" srcOrd="0" destOrd="2" presId="urn:microsoft.com/office/officeart/2005/8/layout/hList1"/>
    <dgm:cxn modelId="{47499330-AA5B-4FCC-8603-4AAB478FE8CE}" type="presOf" srcId="{FF4CD52B-AC32-4015-B602-8A99F8D1A179}" destId="{7D0A871C-181F-4969-AA42-58CF01238394}" srcOrd="0" destOrd="0" presId="urn:microsoft.com/office/officeart/2005/8/layout/hList1"/>
    <dgm:cxn modelId="{59EBB338-2AFD-4676-A806-0D4C9E27B3F8}" srcId="{CE1B7193-A45E-4BCF-A95B-C509E7D8A30E}" destId="{E40BA7E8-6993-41B5-8BF3-186D65D61D5E}" srcOrd="1" destOrd="0" parTransId="{D8D6F250-E0E1-4AB2-B22D-960B8B3F6B95}" sibTransId="{84EC13B9-A4A4-4E0F-AD00-2DD8935A8902}"/>
    <dgm:cxn modelId="{5161023F-F78A-4E27-80B7-350D0AB837C0}" srcId="{8D031588-A9A5-4F9B-B969-E5A182E23029}" destId="{C5526D8C-4628-46A2-AC2C-EF585123318B}" srcOrd="4" destOrd="0" parTransId="{D12281B0-6D7D-457D-8B6C-2EA03327D110}" sibTransId="{A62A75F1-EAF6-43F1-A38C-8A1A0258F496}"/>
    <dgm:cxn modelId="{4C60555F-4E5F-4351-8EE8-51EF30471405}" srcId="{5471796C-3D8F-4A5E-8027-EA8668C8918A}" destId="{B06DA4B0-663E-4648-B3EF-F22723E0E1D8}" srcOrd="0" destOrd="0" parTransId="{DC8C5D05-85DE-4E57-AD4D-25935A67BDD1}" sibTransId="{C0C16310-7080-4F07-A183-8D88C9C98C75}"/>
    <dgm:cxn modelId="{40E9EC63-D9B6-4D84-A3CB-993D306A533D}" type="presOf" srcId="{5471796C-3D8F-4A5E-8027-EA8668C8918A}" destId="{0CB99D6B-72AC-4676-A04D-B78F29408A32}" srcOrd="0" destOrd="0" presId="urn:microsoft.com/office/officeart/2005/8/layout/hList1"/>
    <dgm:cxn modelId="{85898846-9896-4E02-A0C1-1458C646481B}" type="presOf" srcId="{7E017944-7D6B-48BF-8FA6-96583A69A512}" destId="{B374942D-3F9B-4BF8-B973-ED126638045D}" srcOrd="0" destOrd="1" presId="urn:microsoft.com/office/officeart/2005/8/layout/hList1"/>
    <dgm:cxn modelId="{C745BF46-00FC-47AC-8242-67779644DA80}" srcId="{6073E9D1-30A6-4ADC-A8C8-354CDCC1E8FF}" destId="{60F8C5FD-FBB4-4D2C-AAAC-EB346363B3A9}" srcOrd="0" destOrd="0" parTransId="{5AD6B4EE-4A65-4D77-84CD-488E5A30307D}" sibTransId="{8A0775C1-36E0-4FF8-850D-1F9C8C8E347E}"/>
    <dgm:cxn modelId="{4AE7E766-E8ED-4CE0-8F9D-79541C884179}" type="presOf" srcId="{BAFC45B7-AE48-4940-9AB2-ED0AF38A0310}" destId="{B374942D-3F9B-4BF8-B973-ED126638045D}" srcOrd="0" destOrd="2" presId="urn:microsoft.com/office/officeart/2005/8/layout/hList1"/>
    <dgm:cxn modelId="{CA904A68-3380-4182-891B-19C13632A8BD}" type="presOf" srcId="{41FB4E5C-A449-4E0B-A7DB-D1B22E2295CA}" destId="{7D0A871C-181F-4969-AA42-58CF01238394}" srcOrd="0" destOrd="1" presId="urn:microsoft.com/office/officeart/2005/8/layout/hList1"/>
    <dgm:cxn modelId="{025ABE68-037D-452D-9AAB-DBC6F38121B0}" srcId="{E8520F06-11B9-4DF8-B850-CC56650A15AA}" destId="{7E017944-7D6B-48BF-8FA6-96583A69A512}" srcOrd="1" destOrd="0" parTransId="{0EE9C329-2FC1-4555-BB97-FD3D71F3C523}" sibTransId="{8A637CE5-1BCB-4016-973F-7289C0B7D531}"/>
    <dgm:cxn modelId="{9463E86A-3B32-4297-8BC3-927527814515}" type="presOf" srcId="{FFE07C00-DAD5-465E-A64F-ACAFE119CBC9}" destId="{664E20EC-38C7-4008-B393-E19F188C8B9E}" srcOrd="0" destOrd="4" presId="urn:microsoft.com/office/officeart/2005/8/layout/hList1"/>
    <dgm:cxn modelId="{D977D96B-B711-4968-912F-7B2BBF8980C3}" type="presOf" srcId="{83C9467C-C6D9-4183-91FD-31BFE61C6F1D}" destId="{664E20EC-38C7-4008-B393-E19F188C8B9E}" srcOrd="0" destOrd="3" presId="urn:microsoft.com/office/officeart/2005/8/layout/hList1"/>
    <dgm:cxn modelId="{8B6D3B4C-A1D7-4D70-A99E-A82350283706}" srcId="{8D031588-A9A5-4F9B-B969-E5A182E23029}" destId="{C4410388-F09F-4423-9763-F20D106BFDE1}" srcOrd="2" destOrd="0" parTransId="{37A8622C-2460-4D6A-BA53-8B2BB29E12C8}" sibTransId="{10CC0B11-3FEE-403D-BA2D-1121648266A7}"/>
    <dgm:cxn modelId="{2AACAE6D-8121-4BA5-90E8-0E69DC9D32C5}" type="presOf" srcId="{885D751E-37F2-495F-9086-5A157BF111FF}" destId="{4959E15C-3633-4B13-8171-3461EE2B8251}" srcOrd="0" destOrd="3" presId="urn:microsoft.com/office/officeart/2005/8/layout/hList1"/>
    <dgm:cxn modelId="{15AFE04D-1431-4522-99A4-DF0BE5BB41A4}" srcId="{FE5FC880-17A1-4F4C-8E57-FE9D84EBDCDA}" destId="{FF4CD52B-AC32-4015-B602-8A99F8D1A179}" srcOrd="0" destOrd="0" parTransId="{CDADF056-EC65-4AE2-B3DB-7248B28A3108}" sibTransId="{DD8CD168-E00C-4DC0-9D76-584069341ED2}"/>
    <dgm:cxn modelId="{C9997A6E-53E4-45D4-AD7E-E8F645F7F2EA}" srcId="{CE1B7193-A45E-4BCF-A95B-C509E7D8A30E}" destId="{1363A506-7518-4AF2-979C-077C28B06001}" srcOrd="3" destOrd="0" parTransId="{7EDE9E75-1050-4671-9E8A-B9943DFE513D}" sibTransId="{F6816299-4157-402F-BA9C-4040DE7F5314}"/>
    <dgm:cxn modelId="{B5D04C73-38C5-4884-92A7-454B5B606702}" type="presOf" srcId="{D2913B46-6BF6-4EEC-B598-BDFFA1F612F3}" destId="{91B86A97-162B-4FB9-A1FA-7D99DE7DFD87}" srcOrd="0" destOrd="4" presId="urn:microsoft.com/office/officeart/2005/8/layout/hList1"/>
    <dgm:cxn modelId="{FCA51D54-7E69-45B6-9F2B-DB7E7BFBE2F2}" srcId="{6073E9D1-30A6-4ADC-A8C8-354CDCC1E8FF}" destId="{FCAD1D23-4EC0-4F02-A0D9-9E0150850CA7}" srcOrd="1" destOrd="0" parTransId="{9AD73715-8237-4BAE-B05B-9C2F5B617289}" sibTransId="{285937F1-4266-4D02-AD94-C6E53C0B03BA}"/>
    <dgm:cxn modelId="{5311CA74-D6D6-4E54-B9AB-FC56722D4310}" srcId="{E8520F06-11B9-4DF8-B850-CC56650A15AA}" destId="{DEA3C937-78ED-4710-A9F5-F501461B518E}" srcOrd="4" destOrd="0" parTransId="{51156F6D-C52F-48DB-ABBE-BADE11B43A38}" sibTransId="{91E4A20E-2AD3-4675-92EF-176ED1738B4A}"/>
    <dgm:cxn modelId="{3521EF54-EC5D-4FB8-8BA6-C7DEB4B95633}" type="presOf" srcId="{E40BA7E8-6993-41B5-8BF3-186D65D61D5E}" destId="{91B86A97-162B-4FB9-A1FA-7D99DE7DFD87}" srcOrd="0" destOrd="1" presId="urn:microsoft.com/office/officeart/2005/8/layout/hList1"/>
    <dgm:cxn modelId="{23622476-0322-46F6-B600-EBAEE23BF855}" type="presOf" srcId="{E8520F06-11B9-4DF8-B850-CC56650A15AA}" destId="{DB2A1169-084E-43F4-BD55-A4C746D5A143}" srcOrd="0" destOrd="0" presId="urn:microsoft.com/office/officeart/2005/8/layout/hList1"/>
    <dgm:cxn modelId="{F12A4876-D194-4D59-BF11-349FBAF5CB87}" type="presOf" srcId="{DCF0FAC3-3F8A-4F96-9CF2-BB520E6EDBF2}" destId="{4959E15C-3633-4B13-8171-3461EE2B8251}" srcOrd="0" destOrd="4" presId="urn:microsoft.com/office/officeart/2005/8/layout/hList1"/>
    <dgm:cxn modelId="{B6613659-4381-4A1E-9D0E-5D5B5B7AE7B8}" type="presOf" srcId="{FCAD1D23-4EC0-4F02-A0D9-9E0150850CA7}" destId="{664E20EC-38C7-4008-B393-E19F188C8B9E}" srcOrd="0" destOrd="2" presId="urn:microsoft.com/office/officeart/2005/8/layout/hList1"/>
    <dgm:cxn modelId="{251ABE79-D2F3-4F85-B6A1-299B24144214}" type="presOf" srcId="{CE1B7193-A45E-4BCF-A95B-C509E7D8A30E}" destId="{C91A9EC2-41CA-4873-876C-E37E9C49F05B}" srcOrd="0" destOrd="0" presId="urn:microsoft.com/office/officeart/2005/8/layout/hList1"/>
    <dgm:cxn modelId="{FADF817D-ED32-4EDB-974A-B5FCB31F87D0}" type="presOf" srcId="{B06DA4B0-663E-4648-B3EF-F22723E0E1D8}" destId="{4959E15C-3633-4B13-8171-3461EE2B8251}" srcOrd="0" destOrd="0" presId="urn:microsoft.com/office/officeart/2005/8/layout/hList1"/>
    <dgm:cxn modelId="{FFA03F83-AE09-45F7-846E-18C83A5F1FB1}" srcId="{B094781A-2B6F-44E1-8170-A54E5A8A47F6}" destId="{5471796C-3D8F-4A5E-8027-EA8668C8918A}" srcOrd="0" destOrd="0" parTransId="{E211757A-CE8C-44FF-B355-E095CE757E93}" sibTransId="{4041BEC0-4D61-45EA-818B-006C12032992}"/>
    <dgm:cxn modelId="{AF94B189-2F44-490A-B7AC-926182E52219}" srcId="{A81CB4F0-CAEB-455C-80F4-518F1BA252DC}" destId="{6073E9D1-30A6-4ADC-A8C8-354CDCC1E8FF}" srcOrd="0" destOrd="0" parTransId="{2218DB5A-E83A-4C51-A745-8C0AB10870F7}" sibTransId="{3F69D983-3EC9-48D4-B085-86A948D96151}"/>
    <dgm:cxn modelId="{8441D98A-9CEC-41BF-BB29-1421C7F7EDDE}" srcId="{B094781A-2B6F-44E1-8170-A54E5A8A47F6}" destId="{CE1B7193-A45E-4BCF-A95B-C509E7D8A30E}" srcOrd="4" destOrd="0" parTransId="{08989B5F-7ED2-49B7-8618-5AE0F4AD91A5}" sibTransId="{247716CD-B141-42C5-AFE3-DE8FE0C0B470}"/>
    <dgm:cxn modelId="{2EDD208F-520E-451C-A05F-01AAC7ED32D0}" srcId="{B094781A-2B6F-44E1-8170-A54E5A8A47F6}" destId="{8D031588-A9A5-4F9B-B969-E5A182E23029}" srcOrd="1" destOrd="0" parTransId="{E0A2DAFD-6E28-4FA9-AEA8-D2BDC1226E51}" sibTransId="{B149F18C-7154-4568-8A7F-8F107B794829}"/>
    <dgm:cxn modelId="{9C91D38F-AF00-45C5-A9E8-2FCAC21C2ED3}" srcId="{6073E9D1-30A6-4ADC-A8C8-354CDCC1E8FF}" destId="{83C9467C-C6D9-4183-91FD-31BFE61C6F1D}" srcOrd="2" destOrd="0" parTransId="{1F4F1EA6-FD21-4B10-B205-54D2A53496C9}" sibTransId="{76E853AE-0C99-40AE-B502-8C41826CD929}"/>
    <dgm:cxn modelId="{E44D8590-C7DB-4E7E-ADDD-84809393E4F9}" srcId="{5471796C-3D8F-4A5E-8027-EA8668C8918A}" destId="{7AC2BBEC-A412-4EED-8E3D-E30CC6B1BDEB}" srcOrd="1" destOrd="0" parTransId="{7D3A6D2F-6F47-4991-AA21-91CC1E552054}" sibTransId="{1FDADA59-BD9C-4B67-9EAB-296D33AE6097}"/>
    <dgm:cxn modelId="{F0285299-9502-4FFF-BC7B-50287A5B889A}" type="presOf" srcId="{962EA1E1-D51B-43EC-85A6-1B928E9514B3}" destId="{91B86A97-162B-4FB9-A1FA-7D99DE7DFD87}" srcOrd="0" destOrd="2" presId="urn:microsoft.com/office/officeart/2005/8/layout/hList1"/>
    <dgm:cxn modelId="{812F939B-3E25-47BE-AD2B-7A5F362F6D58}" srcId="{CE1B7193-A45E-4BCF-A95B-C509E7D8A30E}" destId="{962EA1E1-D51B-43EC-85A6-1B928E9514B3}" srcOrd="2" destOrd="0" parTransId="{A70AFCFE-4BB1-4172-B6C6-FF3EEE8BB918}" sibTransId="{842199B7-5F7D-4A58-8E19-E836FFEB7AA2}"/>
    <dgm:cxn modelId="{8CC5AC9D-F2CD-4B27-A267-35091B10165B}" type="presOf" srcId="{D534C5B2-BDF3-440B-84CF-6C8DFF0356B6}" destId="{B374942D-3F9B-4BF8-B973-ED126638045D}" srcOrd="0" destOrd="0" presId="urn:microsoft.com/office/officeart/2005/8/layout/hList1"/>
    <dgm:cxn modelId="{8CABFCA6-FBED-472A-8135-436519A1F5BE}" srcId="{FE5FC880-17A1-4F4C-8E57-FE9D84EBDCDA}" destId="{41FB4E5C-A449-4E0B-A7DB-D1B22E2295CA}" srcOrd="1" destOrd="0" parTransId="{CC9E8C4E-1E6D-4000-981D-F5E04266CE4F}" sibTransId="{57768629-B7AE-4E17-9EB7-BB06246DD25C}"/>
    <dgm:cxn modelId="{1F3188A8-0154-4E3F-9E33-CC999E3EDB20}" srcId="{B094781A-2B6F-44E1-8170-A54E5A8A47F6}" destId="{E8520F06-11B9-4DF8-B850-CC56650A15AA}" srcOrd="2" destOrd="0" parTransId="{E658A7BB-47D2-4C52-A981-FD5B1AFFD555}" sibTransId="{B4DE11A0-B44E-4CDD-8AB0-4824AA66172E}"/>
    <dgm:cxn modelId="{E2E80EAC-AD1C-4FCA-878D-F5AFCC676ADC}" srcId="{8D031588-A9A5-4F9B-B969-E5A182E23029}" destId="{5FDB1DC7-7BBD-49A5-A70C-86AC12DD96E8}" srcOrd="0" destOrd="0" parTransId="{4449E888-924D-4834-8134-22FDA13946BC}" sibTransId="{DAC6EEB8-BF3E-4B9E-8116-18581D329734}"/>
    <dgm:cxn modelId="{2374B8B2-4B2F-49F8-AE97-B51C8990B816}" type="presOf" srcId="{C4410388-F09F-4423-9763-F20D106BFDE1}" destId="{421589AA-0D56-4F0E-88D2-5DF81977F421}" srcOrd="0" destOrd="2" presId="urn:microsoft.com/office/officeart/2005/8/layout/hList1"/>
    <dgm:cxn modelId="{3CFA16B5-A10C-429F-AB8F-6D27759A7440}" type="presOf" srcId="{DEA3C937-78ED-4710-A9F5-F501461B518E}" destId="{B374942D-3F9B-4BF8-B973-ED126638045D}" srcOrd="0" destOrd="4" presId="urn:microsoft.com/office/officeart/2005/8/layout/hList1"/>
    <dgm:cxn modelId="{2F5EB6B7-87D6-4945-8E4F-E59F16D73908}" type="presOf" srcId="{6073E9D1-30A6-4ADC-A8C8-354CDCC1E8FF}" destId="{664E20EC-38C7-4008-B393-E19F188C8B9E}" srcOrd="0" destOrd="0" presId="urn:microsoft.com/office/officeart/2005/8/layout/hList1"/>
    <dgm:cxn modelId="{FB973FBC-DC9E-4982-A092-D52DACB9D315}" srcId="{E8520F06-11B9-4DF8-B850-CC56650A15AA}" destId="{BAFC45B7-AE48-4940-9AB2-ED0AF38A0310}" srcOrd="2" destOrd="0" parTransId="{EE914C9E-DE57-49CA-ACEC-6FF18B1B6327}" sibTransId="{5C6623A1-6A6C-494B-AB7E-E3C18E9F63FA}"/>
    <dgm:cxn modelId="{D5ED1CBE-3217-4A5E-8250-3A852D4F884D}" type="presOf" srcId="{7AC2BBEC-A412-4EED-8E3D-E30CC6B1BDEB}" destId="{4959E15C-3633-4B13-8171-3461EE2B8251}" srcOrd="0" destOrd="1" presId="urn:microsoft.com/office/officeart/2005/8/layout/hList1"/>
    <dgm:cxn modelId="{C1FBC6C4-4EAE-4242-BC14-E485C37389D3}" type="presOf" srcId="{B094781A-2B6F-44E1-8170-A54E5A8A47F6}" destId="{4DE174CC-555B-415B-B077-E8637D37EAB2}" srcOrd="0" destOrd="0" presId="urn:microsoft.com/office/officeart/2005/8/layout/hList1"/>
    <dgm:cxn modelId="{D7E95CC7-63F1-4C1C-8275-14A352851595}" srcId="{A81CB4F0-CAEB-455C-80F4-518F1BA252DC}" destId="{FFE07C00-DAD5-465E-A64F-ACAFE119CBC9}" srcOrd="1" destOrd="0" parTransId="{E844D57B-1F1A-4E78-9293-CD194133C3D1}" sibTransId="{86FED669-BF66-4C51-8998-72A51A92972A}"/>
    <dgm:cxn modelId="{BC6BDAC7-ABCF-424F-849C-F7EF2A054E8D}" type="presOf" srcId="{C5526D8C-4628-46A2-AC2C-EF585123318B}" destId="{421589AA-0D56-4F0E-88D2-5DF81977F421}" srcOrd="0" destOrd="4" presId="urn:microsoft.com/office/officeart/2005/8/layout/hList1"/>
    <dgm:cxn modelId="{9FC1F3C7-3675-4476-899F-2CE43D8E8682}" srcId="{5471796C-3D8F-4A5E-8027-EA8668C8918A}" destId="{DCF0FAC3-3F8A-4F96-9CF2-BB520E6EDBF2}" srcOrd="4" destOrd="0" parTransId="{90A26AAF-B933-473F-B40D-80CA87733645}" sibTransId="{606BF3CE-A717-40F3-9F7D-5D1A781032CF}"/>
    <dgm:cxn modelId="{77ACB3D1-C4EA-4D11-9C1E-710D51E18BD4}" srcId="{5471796C-3D8F-4A5E-8027-EA8668C8918A}" destId="{885D751E-37F2-495F-9086-5A157BF111FF}" srcOrd="3" destOrd="0" parTransId="{97524EF7-BCC0-49EB-89B1-FA5B769CB60A}" sibTransId="{B287432F-268F-4638-B87B-D0C0ACD4E4A7}"/>
    <dgm:cxn modelId="{ACC40DD5-4EC8-4B00-96BE-F0FE9A1440A0}" srcId="{8D031588-A9A5-4F9B-B969-E5A182E23029}" destId="{77D6CCA3-D070-4D0D-813E-D69224EA3E7F}" srcOrd="1" destOrd="0" parTransId="{57F751FC-6C55-41A5-970F-0B5B55625C5B}" sibTransId="{9EE28619-2440-4391-9159-A5E24FC0A1DA}"/>
    <dgm:cxn modelId="{1C9AB7DC-A743-4387-A62D-8AE68012A4DA}" type="presOf" srcId="{1363A506-7518-4AF2-979C-077C28B06001}" destId="{91B86A97-162B-4FB9-A1FA-7D99DE7DFD87}" srcOrd="0" destOrd="3" presId="urn:microsoft.com/office/officeart/2005/8/layout/hList1"/>
    <dgm:cxn modelId="{E336BDDC-C09A-4CE1-A2CA-A96D218FFE3A}" srcId="{CE1B7193-A45E-4BCF-A95B-C509E7D8A30E}" destId="{3426D414-E9EA-4F99-B09E-95211166DC64}" srcOrd="5" destOrd="0" parTransId="{B063C13A-50EB-48F9-8989-D142F69B2708}" sibTransId="{0F7647F0-A73F-4465-82DF-91EC24F421D3}"/>
    <dgm:cxn modelId="{1289BBE0-16EE-41E7-8887-FCC2105DED5C}" srcId="{B094781A-2B6F-44E1-8170-A54E5A8A47F6}" destId="{FE5FC880-17A1-4F4C-8E57-FE9D84EBDCDA}" srcOrd="3" destOrd="0" parTransId="{9EC05649-7E71-48F4-A867-0969E24FA0A2}" sibTransId="{5B6B898C-FE85-4B00-AB1E-85649C91C945}"/>
    <dgm:cxn modelId="{05C799E9-04A9-4841-9816-981A4DD0D074}" srcId="{CE1B7193-A45E-4BCF-A95B-C509E7D8A30E}" destId="{4F0C51D4-CB1E-424A-A38B-8AC6210DEBB9}" srcOrd="0" destOrd="0" parTransId="{94375340-F996-4997-9338-206A554E67FB}" sibTransId="{3E186670-9F02-4081-B944-B15EC2395278}"/>
    <dgm:cxn modelId="{D845CCE9-E901-4E87-9365-6BF52BAAF881}" type="presOf" srcId="{8D031588-A9A5-4F9B-B969-E5A182E23029}" destId="{04DDF408-F3F0-4934-B441-D7F673E2F608}" srcOrd="0" destOrd="0" presId="urn:microsoft.com/office/officeart/2005/8/layout/hList1"/>
    <dgm:cxn modelId="{6A7D85EE-F0C4-44A7-8056-82CD11FF8DB6}" type="presOf" srcId="{5FDB1DC7-7BBD-49A5-A70C-86AC12DD96E8}" destId="{421589AA-0D56-4F0E-88D2-5DF81977F421}" srcOrd="0" destOrd="0" presId="urn:microsoft.com/office/officeart/2005/8/layout/hList1"/>
    <dgm:cxn modelId="{9ADB82F6-0786-4179-A29C-9E59807E5D51}" type="presOf" srcId="{77D6CCA3-D070-4D0D-813E-D69224EA3E7F}" destId="{421589AA-0D56-4F0E-88D2-5DF81977F421}" srcOrd="0" destOrd="1" presId="urn:microsoft.com/office/officeart/2005/8/layout/hList1"/>
    <dgm:cxn modelId="{413514FA-098B-4DC6-9D20-3A5288CEC286}" type="presOf" srcId="{60F8C5FD-FBB4-4D2C-AAAC-EB346363B3A9}" destId="{664E20EC-38C7-4008-B393-E19F188C8B9E}" srcOrd="0" destOrd="1" presId="urn:microsoft.com/office/officeart/2005/8/layout/hList1"/>
    <dgm:cxn modelId="{9CFC64FC-AE91-4325-8A23-43BC21778153}" srcId="{CE1B7193-A45E-4BCF-A95B-C509E7D8A30E}" destId="{D2913B46-6BF6-4EEC-B598-BDFFA1F612F3}" srcOrd="4" destOrd="0" parTransId="{8C3F26E2-6D35-4ED7-A907-C4770EDA50AF}" sibTransId="{CC233B68-BD64-48BD-8545-E1878124A1F8}"/>
    <dgm:cxn modelId="{4D5931FD-97AB-4ED7-BC08-8827560131CD}" type="presOf" srcId="{EBE6B7B1-F13A-46E5-A3E9-4FC0AACC07B9}" destId="{B374942D-3F9B-4BF8-B973-ED126638045D}" srcOrd="0" destOrd="3" presId="urn:microsoft.com/office/officeart/2005/8/layout/hList1"/>
    <dgm:cxn modelId="{C507A234-CE1E-4E8F-AA40-0AF71C301289}" type="presParOf" srcId="{4DE174CC-555B-415B-B077-E8637D37EAB2}" destId="{120DB946-A97A-4396-A6E6-03E669AA50F4}" srcOrd="0" destOrd="0" presId="urn:microsoft.com/office/officeart/2005/8/layout/hList1"/>
    <dgm:cxn modelId="{1D608C7F-74FF-4AE9-AE71-A82533B4712D}" type="presParOf" srcId="{120DB946-A97A-4396-A6E6-03E669AA50F4}" destId="{0CB99D6B-72AC-4676-A04D-B78F29408A32}" srcOrd="0" destOrd="0" presId="urn:microsoft.com/office/officeart/2005/8/layout/hList1"/>
    <dgm:cxn modelId="{67B522B9-66B6-4679-BA3E-6156F0AC8906}" type="presParOf" srcId="{120DB946-A97A-4396-A6E6-03E669AA50F4}" destId="{4959E15C-3633-4B13-8171-3461EE2B8251}" srcOrd="1" destOrd="0" presId="urn:microsoft.com/office/officeart/2005/8/layout/hList1"/>
    <dgm:cxn modelId="{10787FD8-DB1C-48AF-BD61-0776631F5B8A}" type="presParOf" srcId="{4DE174CC-555B-415B-B077-E8637D37EAB2}" destId="{3999F4B2-DE0C-4FD0-836E-D8243F7419AC}" srcOrd="1" destOrd="0" presId="urn:microsoft.com/office/officeart/2005/8/layout/hList1"/>
    <dgm:cxn modelId="{F5E59D01-F788-4884-9F40-0AF35ECB3672}" type="presParOf" srcId="{4DE174CC-555B-415B-B077-E8637D37EAB2}" destId="{F967F206-D665-48B6-8EB1-ACCD82DBB4F9}" srcOrd="2" destOrd="0" presId="urn:microsoft.com/office/officeart/2005/8/layout/hList1"/>
    <dgm:cxn modelId="{1A5F74F3-CF25-4101-9C30-40F55C63556E}" type="presParOf" srcId="{F967F206-D665-48B6-8EB1-ACCD82DBB4F9}" destId="{04DDF408-F3F0-4934-B441-D7F673E2F608}" srcOrd="0" destOrd="0" presId="urn:microsoft.com/office/officeart/2005/8/layout/hList1"/>
    <dgm:cxn modelId="{09369CA3-0377-48FD-83F1-3076ADE78B13}" type="presParOf" srcId="{F967F206-D665-48B6-8EB1-ACCD82DBB4F9}" destId="{421589AA-0D56-4F0E-88D2-5DF81977F421}" srcOrd="1" destOrd="0" presId="urn:microsoft.com/office/officeart/2005/8/layout/hList1"/>
    <dgm:cxn modelId="{5C802063-F15D-4762-8A00-C2F30CDE8F1B}" type="presParOf" srcId="{4DE174CC-555B-415B-B077-E8637D37EAB2}" destId="{1A9B5FD7-0820-4591-988F-DC71AEDB8C2B}" srcOrd="3" destOrd="0" presId="urn:microsoft.com/office/officeart/2005/8/layout/hList1"/>
    <dgm:cxn modelId="{70BD26DF-2610-4A52-9B98-D8FD9903DA0C}" type="presParOf" srcId="{4DE174CC-555B-415B-B077-E8637D37EAB2}" destId="{762A8F35-E0AF-4AE7-BC1C-48031DBAD22A}" srcOrd="4" destOrd="0" presId="urn:microsoft.com/office/officeart/2005/8/layout/hList1"/>
    <dgm:cxn modelId="{4D269F14-77B8-4417-B41E-A87F45D5C539}" type="presParOf" srcId="{762A8F35-E0AF-4AE7-BC1C-48031DBAD22A}" destId="{DB2A1169-084E-43F4-BD55-A4C746D5A143}" srcOrd="0" destOrd="0" presId="urn:microsoft.com/office/officeart/2005/8/layout/hList1"/>
    <dgm:cxn modelId="{778872EB-F685-49B7-AA0C-65481AF6D455}" type="presParOf" srcId="{762A8F35-E0AF-4AE7-BC1C-48031DBAD22A}" destId="{B374942D-3F9B-4BF8-B973-ED126638045D}" srcOrd="1" destOrd="0" presId="urn:microsoft.com/office/officeart/2005/8/layout/hList1"/>
    <dgm:cxn modelId="{AB61B738-7FAB-4528-9A57-6D3DC3C928CF}" type="presParOf" srcId="{4DE174CC-555B-415B-B077-E8637D37EAB2}" destId="{63A0DC1C-D1B1-4CFA-94BE-B5777EB09BA6}" srcOrd="5" destOrd="0" presId="urn:microsoft.com/office/officeart/2005/8/layout/hList1"/>
    <dgm:cxn modelId="{9ACC1D64-F83A-4348-8BCC-06C8A753F4FB}" type="presParOf" srcId="{4DE174CC-555B-415B-B077-E8637D37EAB2}" destId="{4396C301-DEEC-4CDE-856F-26F8C146D650}" srcOrd="6" destOrd="0" presId="urn:microsoft.com/office/officeart/2005/8/layout/hList1"/>
    <dgm:cxn modelId="{8268F6A1-D9B6-417C-94E1-C72280E2DAE0}" type="presParOf" srcId="{4396C301-DEEC-4CDE-856F-26F8C146D650}" destId="{634AC8EC-1F13-45AC-9080-B5159EAA475B}" srcOrd="0" destOrd="0" presId="urn:microsoft.com/office/officeart/2005/8/layout/hList1"/>
    <dgm:cxn modelId="{41E3A0A1-328F-408F-AB2E-5B7D3C79A665}" type="presParOf" srcId="{4396C301-DEEC-4CDE-856F-26F8C146D650}" destId="{7D0A871C-181F-4969-AA42-58CF01238394}" srcOrd="1" destOrd="0" presId="urn:microsoft.com/office/officeart/2005/8/layout/hList1"/>
    <dgm:cxn modelId="{E7E9D6FC-F258-4142-90A1-F372EB05C79A}" type="presParOf" srcId="{4DE174CC-555B-415B-B077-E8637D37EAB2}" destId="{C9F21925-4EAF-4D86-A538-A7B6C501C793}" srcOrd="7" destOrd="0" presId="urn:microsoft.com/office/officeart/2005/8/layout/hList1"/>
    <dgm:cxn modelId="{A6165E36-69DC-4678-A180-8000CD72EA22}" type="presParOf" srcId="{4DE174CC-555B-415B-B077-E8637D37EAB2}" destId="{B8456A64-57ED-47F4-903B-490744011AC6}" srcOrd="8" destOrd="0" presId="urn:microsoft.com/office/officeart/2005/8/layout/hList1"/>
    <dgm:cxn modelId="{A351A5F4-39CE-4C3B-A2FF-58AAF2C6617A}" type="presParOf" srcId="{B8456A64-57ED-47F4-903B-490744011AC6}" destId="{C91A9EC2-41CA-4873-876C-E37E9C49F05B}" srcOrd="0" destOrd="0" presId="urn:microsoft.com/office/officeart/2005/8/layout/hList1"/>
    <dgm:cxn modelId="{36D3801F-25C5-446B-8DEC-EB0887064A7A}" type="presParOf" srcId="{B8456A64-57ED-47F4-903B-490744011AC6}" destId="{91B86A97-162B-4FB9-A1FA-7D99DE7DFD87}" srcOrd="1" destOrd="0" presId="urn:microsoft.com/office/officeart/2005/8/layout/hList1"/>
    <dgm:cxn modelId="{5DFAB817-0E1A-4A38-9F67-7C81C428A9AC}" type="presParOf" srcId="{4DE174CC-555B-415B-B077-E8637D37EAB2}" destId="{1F448191-3F27-4620-B8BA-40123529F174}" srcOrd="9" destOrd="0" presId="urn:microsoft.com/office/officeart/2005/8/layout/hList1"/>
    <dgm:cxn modelId="{0B5C9FD5-5C97-4A48-BD85-7EA08D271F61}" type="presParOf" srcId="{4DE174CC-555B-415B-B077-E8637D37EAB2}" destId="{34D4701A-8F84-4E05-BC74-5033E3E2EB54}" srcOrd="10" destOrd="0" presId="urn:microsoft.com/office/officeart/2005/8/layout/hList1"/>
    <dgm:cxn modelId="{9133F5D8-E967-4E20-BF53-D65720128F46}" type="presParOf" srcId="{34D4701A-8F84-4E05-BC74-5033E3E2EB54}" destId="{DDA4B043-CA64-466A-A810-CF24D0976F38}" srcOrd="0" destOrd="0" presId="urn:microsoft.com/office/officeart/2005/8/layout/hList1"/>
    <dgm:cxn modelId="{67D0B7E6-0F8C-40C1-A870-44F94FD0353D}" type="presParOf" srcId="{34D4701A-8F84-4E05-BC74-5033E3E2EB54}" destId="{664E20EC-38C7-4008-B393-E19F188C8B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921B6E5-3356-4988-A3EA-F56840E63FBF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B65AD62-687C-459F-9A22-CACFBC14EF5C}">
      <dgm:prSet phldrT="[Text]"/>
      <dgm:spPr/>
      <dgm:t>
        <a:bodyPr/>
        <a:lstStyle/>
        <a:p>
          <a:r>
            <a:rPr lang="en-US" b="1" dirty="0"/>
            <a:t>Project Objective Achieved</a:t>
          </a:r>
          <a:endParaRPr lang="en-US" dirty="0"/>
        </a:p>
      </dgm:t>
    </dgm:pt>
    <dgm:pt modelId="{3DAFCCED-C62B-4B9D-B7AE-49D573C35C29}" type="parTrans" cxnId="{A0C42D45-5B4D-45EF-9FE2-4BA3D711A971}">
      <dgm:prSet/>
      <dgm:spPr/>
      <dgm:t>
        <a:bodyPr/>
        <a:lstStyle/>
        <a:p>
          <a:endParaRPr lang="en-US"/>
        </a:p>
      </dgm:t>
    </dgm:pt>
    <dgm:pt modelId="{5D4C821A-2989-4AC2-A86B-6BE1805F03BF}" type="sibTrans" cxnId="{A0C42D45-5B4D-45EF-9FE2-4BA3D711A971}">
      <dgm:prSet/>
      <dgm:spPr/>
      <dgm:t>
        <a:bodyPr/>
        <a:lstStyle/>
        <a:p>
          <a:endParaRPr lang="en-US"/>
        </a:p>
      </dgm:t>
    </dgm:pt>
    <dgm:pt modelId="{C7753EF5-512C-4E57-BFA1-4B176F61AF97}">
      <dgm:prSet/>
      <dgm:spPr/>
      <dgm:t>
        <a:bodyPr/>
        <a:lstStyle/>
        <a:p>
          <a:r>
            <a:rPr lang="en-US" dirty="0"/>
            <a:t>This project successfully applied clustering, dimensionality reduction, and anomaly-detection techniques to uncover hidden structure within the Wine Quality dataset.</a:t>
          </a:r>
        </a:p>
      </dgm:t>
    </dgm:pt>
    <dgm:pt modelId="{7B583643-D86A-4E46-B1E7-EC36AB6FC801}" type="parTrans" cxnId="{FA8CED5C-972B-4A5C-A07E-3CFF28500483}">
      <dgm:prSet/>
      <dgm:spPr/>
      <dgm:t>
        <a:bodyPr/>
        <a:lstStyle/>
        <a:p>
          <a:endParaRPr lang="en-US"/>
        </a:p>
      </dgm:t>
    </dgm:pt>
    <dgm:pt modelId="{D153E640-79E4-4BD4-A7E5-15EE0D996F65}" type="sibTrans" cxnId="{FA8CED5C-972B-4A5C-A07E-3CFF28500483}">
      <dgm:prSet/>
      <dgm:spPr/>
      <dgm:t>
        <a:bodyPr/>
        <a:lstStyle/>
        <a:p>
          <a:endParaRPr lang="en-US"/>
        </a:p>
      </dgm:t>
    </dgm:pt>
    <dgm:pt modelId="{DF0E25AD-5F32-411C-8D27-EEAD97BD566A}">
      <dgm:prSet/>
      <dgm:spPr/>
      <dgm:t>
        <a:bodyPr/>
        <a:lstStyle/>
        <a:p>
          <a:r>
            <a:rPr lang="en-US" b="1"/>
            <a:t>Major Conclusions</a:t>
          </a:r>
        </a:p>
      </dgm:t>
    </dgm:pt>
    <dgm:pt modelId="{53282D1F-46F3-4023-94D1-B396C99C970C}" type="parTrans" cxnId="{B66E4556-7118-4AD9-BFE8-6193C658B656}">
      <dgm:prSet/>
      <dgm:spPr/>
      <dgm:t>
        <a:bodyPr/>
        <a:lstStyle/>
        <a:p>
          <a:endParaRPr lang="en-US"/>
        </a:p>
      </dgm:t>
    </dgm:pt>
    <dgm:pt modelId="{95055B33-845C-4F77-8472-10650641470F}" type="sibTrans" cxnId="{B66E4556-7118-4AD9-BFE8-6193C658B656}">
      <dgm:prSet/>
      <dgm:spPr/>
      <dgm:t>
        <a:bodyPr/>
        <a:lstStyle/>
        <a:p>
          <a:endParaRPr lang="en-US"/>
        </a:p>
      </dgm:t>
    </dgm:pt>
    <dgm:pt modelId="{2D965105-4BAE-428C-B1FF-5421D02DBFEE}">
      <dgm:prSet/>
      <dgm:spPr/>
      <dgm:t>
        <a:bodyPr/>
        <a:lstStyle/>
        <a:p>
          <a:r>
            <a:rPr lang="en-US" b="0" dirty="0"/>
            <a:t>Wine Type Drives Dataset Structure – Red and white wines consistently formed distinct populations across nearly all unsupervised learning methods evaluated.</a:t>
          </a:r>
        </a:p>
      </dgm:t>
    </dgm:pt>
    <dgm:pt modelId="{E5780B8B-66E6-4024-A20F-8AB91F9BA2E9}" type="parTrans" cxnId="{88E1BC6C-8AAD-4023-ADC2-F3374C38DD7A}">
      <dgm:prSet/>
      <dgm:spPr/>
      <dgm:t>
        <a:bodyPr/>
        <a:lstStyle/>
        <a:p>
          <a:endParaRPr lang="en-US"/>
        </a:p>
      </dgm:t>
    </dgm:pt>
    <dgm:pt modelId="{8A7010BE-CAC8-48A7-AE76-E3C1DE9CA100}" type="sibTrans" cxnId="{88E1BC6C-8AAD-4023-ADC2-F3374C38DD7A}">
      <dgm:prSet/>
      <dgm:spPr/>
      <dgm:t>
        <a:bodyPr/>
        <a:lstStyle/>
        <a:p>
          <a:endParaRPr lang="en-US"/>
        </a:p>
      </dgm:t>
    </dgm:pt>
    <dgm:pt modelId="{9006722E-634E-440E-9617-D4E6F42F7C0D}">
      <dgm:prSet/>
      <dgm:spPr/>
      <dgm:t>
        <a:bodyPr/>
        <a:lstStyle/>
        <a:p>
          <a:r>
            <a:rPr lang="en-US" b="0" dirty="0"/>
            <a:t>Wine Quality Remains Highly Overlapping– Quality scores did not form clearly separated chemistry groups and behaved more like a continuous spectrum than distinct categories.</a:t>
          </a:r>
        </a:p>
      </dgm:t>
    </dgm:pt>
    <dgm:pt modelId="{9A85AF92-4E90-4C1B-92C8-88AE0DA553D5}" type="parTrans" cxnId="{2C76809B-1F5F-4006-91C1-1F182C99E862}">
      <dgm:prSet/>
      <dgm:spPr/>
      <dgm:t>
        <a:bodyPr/>
        <a:lstStyle/>
        <a:p>
          <a:endParaRPr lang="en-US"/>
        </a:p>
      </dgm:t>
    </dgm:pt>
    <dgm:pt modelId="{0017B5EA-F4DF-46A9-9B00-B5576B073962}" type="sibTrans" cxnId="{2C76809B-1F5F-4006-91C1-1F182C99E862}">
      <dgm:prSet/>
      <dgm:spPr/>
      <dgm:t>
        <a:bodyPr/>
        <a:lstStyle/>
        <a:p>
          <a:endParaRPr lang="en-US"/>
        </a:p>
      </dgm:t>
    </dgm:pt>
    <dgm:pt modelId="{D0A9B78B-A879-47BF-A975-7BB4C500FA5D}">
      <dgm:prSet/>
      <dgm:spPr/>
      <dgm:t>
        <a:bodyPr/>
        <a:lstStyle/>
        <a:p>
          <a:r>
            <a:rPr lang="en-US" b="0" dirty="0"/>
            <a:t>Additional Subgroups Exist – Multiple methods revealed evidence of meaningful subgroup structure within both red and white wine populations.</a:t>
          </a:r>
        </a:p>
      </dgm:t>
    </dgm:pt>
    <dgm:pt modelId="{165750BF-A4A7-4399-81CC-8457B77E2E98}" type="parTrans" cxnId="{50AD97F7-5270-4643-9D3F-2A0CDD8FD23C}">
      <dgm:prSet/>
      <dgm:spPr/>
      <dgm:t>
        <a:bodyPr/>
        <a:lstStyle/>
        <a:p>
          <a:endParaRPr lang="en-US"/>
        </a:p>
      </dgm:t>
    </dgm:pt>
    <dgm:pt modelId="{EC523584-AD6C-4EA3-B74D-55B88216617D}" type="sibTrans" cxnId="{50AD97F7-5270-4643-9D3F-2A0CDD8FD23C}">
      <dgm:prSet/>
      <dgm:spPr/>
      <dgm:t>
        <a:bodyPr/>
        <a:lstStyle/>
        <a:p>
          <a:endParaRPr lang="en-US"/>
        </a:p>
      </dgm:t>
    </dgm:pt>
    <dgm:pt modelId="{7230B11A-2B54-4AF0-8D17-D63400AAE0E2}">
      <dgm:prSet/>
      <dgm:spPr/>
      <dgm:t>
        <a:bodyPr/>
        <a:lstStyle/>
        <a:p>
          <a:r>
            <a:rPr lang="en-US" b="0" dirty="0"/>
            <a:t>No Single Method Was Best at Everything</a:t>
          </a:r>
        </a:p>
      </dgm:t>
    </dgm:pt>
    <dgm:pt modelId="{6660DB9A-A770-4CFA-8BC5-7EBFB1E0A0D3}" type="parTrans" cxnId="{CC883B92-A67F-49BF-BEF0-2E6F736BBE49}">
      <dgm:prSet/>
      <dgm:spPr/>
      <dgm:t>
        <a:bodyPr/>
        <a:lstStyle/>
        <a:p>
          <a:endParaRPr lang="en-US"/>
        </a:p>
      </dgm:t>
    </dgm:pt>
    <dgm:pt modelId="{DC86D2C7-7E7D-45AD-845B-D707B6E0076C}" type="sibTrans" cxnId="{CC883B92-A67F-49BF-BEF0-2E6F736BBE49}">
      <dgm:prSet/>
      <dgm:spPr/>
      <dgm:t>
        <a:bodyPr/>
        <a:lstStyle/>
        <a:p>
          <a:endParaRPr lang="en-US"/>
        </a:p>
      </dgm:t>
    </dgm:pt>
    <dgm:pt modelId="{C98CD47F-4F8E-40F8-85B5-BAFDE6ABA252}">
      <dgm:prSet/>
      <dgm:spPr/>
      <dgm:t>
        <a:bodyPr/>
        <a:lstStyle/>
        <a:p>
          <a:r>
            <a:rPr lang="en-US" b="0" dirty="0"/>
            <a:t>Multiple Methods Reinforced the Same Findings – One of the strongest outcomes of the project was the consistency of results across independent techniques.</a:t>
          </a:r>
        </a:p>
      </dgm:t>
    </dgm:pt>
    <dgm:pt modelId="{414B2C7B-46E4-4128-86A1-68EBC992A256}" type="parTrans" cxnId="{FDC2B324-CFD3-41D6-90B0-CCC3CE18BCF3}">
      <dgm:prSet/>
      <dgm:spPr/>
      <dgm:t>
        <a:bodyPr/>
        <a:lstStyle/>
        <a:p>
          <a:endParaRPr lang="en-US"/>
        </a:p>
      </dgm:t>
    </dgm:pt>
    <dgm:pt modelId="{A70F7F2D-7D85-4BEF-84C6-34455CD19D86}" type="sibTrans" cxnId="{FDC2B324-CFD3-41D6-90B0-CCC3CE18BCF3}">
      <dgm:prSet/>
      <dgm:spPr/>
      <dgm:t>
        <a:bodyPr/>
        <a:lstStyle/>
        <a:p>
          <a:endParaRPr lang="en-US"/>
        </a:p>
      </dgm:t>
    </dgm:pt>
    <dgm:pt modelId="{0C681BD7-39E1-44D1-BA25-82124F7EFA50}">
      <dgm:prSet/>
      <dgm:spPr/>
      <dgm:t>
        <a:bodyPr/>
        <a:lstStyle/>
        <a:p>
          <a:r>
            <a:rPr lang="en-US" b="0" dirty="0"/>
            <a:t>Clustering, dimensionality reduction, and anomaly detection all pointed toward the same fundamental structure within the dataset.</a:t>
          </a:r>
        </a:p>
      </dgm:t>
    </dgm:pt>
    <dgm:pt modelId="{0BAEEB8A-60A0-497C-A8EB-01D94C65B5D4}" type="parTrans" cxnId="{E0382124-F96E-4882-9226-D735B408FB04}">
      <dgm:prSet/>
      <dgm:spPr/>
      <dgm:t>
        <a:bodyPr/>
        <a:lstStyle/>
        <a:p>
          <a:endParaRPr lang="en-US"/>
        </a:p>
      </dgm:t>
    </dgm:pt>
    <dgm:pt modelId="{7ED800DA-B34B-49C0-9B50-2116A1F6E1E5}" type="sibTrans" cxnId="{E0382124-F96E-4882-9226-D735B408FB04}">
      <dgm:prSet/>
      <dgm:spPr/>
      <dgm:t>
        <a:bodyPr/>
        <a:lstStyle/>
        <a:p>
          <a:endParaRPr lang="en-US"/>
        </a:p>
      </dgm:t>
    </dgm:pt>
    <dgm:pt modelId="{EB17772B-B286-401F-BA16-1B0E6BA7FAC5}">
      <dgm:prSet/>
      <dgm:spPr/>
      <dgm:t>
        <a:bodyPr/>
        <a:lstStyle/>
        <a:p>
          <a:r>
            <a:rPr lang="en-US" b="1"/>
            <a:t>Final Takeaway</a:t>
          </a:r>
        </a:p>
      </dgm:t>
    </dgm:pt>
    <dgm:pt modelId="{E99DA8DD-A49A-4548-81E5-13482F6B4DF7}" type="parTrans" cxnId="{1360FBE4-D9F4-49C9-8927-90DE05210B0F}">
      <dgm:prSet/>
      <dgm:spPr/>
      <dgm:t>
        <a:bodyPr/>
        <a:lstStyle/>
        <a:p>
          <a:endParaRPr lang="en-US"/>
        </a:p>
      </dgm:t>
    </dgm:pt>
    <dgm:pt modelId="{05CAE68D-D8AA-47E2-97A1-66B507E0FE7D}" type="sibTrans" cxnId="{1360FBE4-D9F4-49C9-8927-90DE05210B0F}">
      <dgm:prSet/>
      <dgm:spPr/>
      <dgm:t>
        <a:bodyPr/>
        <a:lstStyle/>
        <a:p>
          <a:endParaRPr lang="en-US"/>
        </a:p>
      </dgm:t>
    </dgm:pt>
    <dgm:pt modelId="{21E4BEBC-9712-4B45-8D0E-314DC631BA0C}">
      <dgm:prSet/>
      <dgm:spPr/>
      <dgm:t>
        <a:bodyPr/>
        <a:lstStyle/>
        <a:p>
          <a:r>
            <a:rPr lang="en-US" dirty="0"/>
            <a:t>Wine Type </a:t>
          </a:r>
          <a:r>
            <a:rPr lang="en-US" dirty="0">
              <a:latin typeface="Aptos" panose="020B0004020202020204" pitchFamily="34" charset="0"/>
            </a:rPr>
            <a:t>→ </a:t>
          </a:r>
          <a:r>
            <a:rPr lang="en-US" dirty="0"/>
            <a:t>Primary Structure</a:t>
          </a:r>
        </a:p>
      </dgm:t>
    </dgm:pt>
    <dgm:pt modelId="{87AC619E-247A-4CE0-A90C-C38959E0D143}" type="parTrans" cxnId="{E05A25CC-66A6-4F69-89F7-2F003A72160B}">
      <dgm:prSet/>
      <dgm:spPr/>
      <dgm:t>
        <a:bodyPr/>
        <a:lstStyle/>
        <a:p>
          <a:endParaRPr lang="en-US"/>
        </a:p>
      </dgm:t>
    </dgm:pt>
    <dgm:pt modelId="{1D5D0502-B091-40A2-8F94-8C0CF5F7C8C4}" type="sibTrans" cxnId="{E05A25CC-66A6-4F69-89F7-2F003A72160B}">
      <dgm:prSet/>
      <dgm:spPr/>
      <dgm:t>
        <a:bodyPr/>
        <a:lstStyle/>
        <a:p>
          <a:endParaRPr lang="en-US"/>
        </a:p>
      </dgm:t>
    </dgm:pt>
    <dgm:pt modelId="{DFC2D264-389C-4B48-8EC9-7A336CF36253}">
      <dgm:prSet/>
      <dgm:spPr/>
      <dgm:t>
        <a:bodyPr/>
        <a:lstStyle/>
        <a:p>
          <a:r>
            <a:rPr lang="en-US" dirty="0"/>
            <a:t>Subgroups </a:t>
          </a:r>
          <a:r>
            <a:rPr lang="en-US" dirty="0">
              <a:latin typeface="Aptos" panose="020B0004020202020204" pitchFamily="34" charset="0"/>
            </a:rPr>
            <a:t>→ </a:t>
          </a:r>
          <a:r>
            <a:rPr lang="en-US" dirty="0"/>
            <a:t>Secondary Structure</a:t>
          </a:r>
        </a:p>
      </dgm:t>
    </dgm:pt>
    <dgm:pt modelId="{F13D34FC-943B-43D1-B406-CAEB51A456A4}" type="parTrans" cxnId="{B64A3B87-46A0-46DB-B724-FD62A4A0DEB7}">
      <dgm:prSet/>
      <dgm:spPr/>
      <dgm:t>
        <a:bodyPr/>
        <a:lstStyle/>
        <a:p>
          <a:endParaRPr lang="en-US"/>
        </a:p>
      </dgm:t>
    </dgm:pt>
    <dgm:pt modelId="{5B027298-3295-4455-8038-4758412F967F}" type="sibTrans" cxnId="{B64A3B87-46A0-46DB-B724-FD62A4A0DEB7}">
      <dgm:prSet/>
      <dgm:spPr/>
      <dgm:t>
        <a:bodyPr/>
        <a:lstStyle/>
        <a:p>
          <a:endParaRPr lang="en-US"/>
        </a:p>
      </dgm:t>
    </dgm:pt>
    <dgm:pt modelId="{61C8A5EA-9FBD-4361-8678-4FC18751A985}">
      <dgm:prSet/>
      <dgm:spPr/>
      <dgm:t>
        <a:bodyPr/>
        <a:lstStyle/>
        <a:p>
          <a:r>
            <a:rPr lang="en-US" dirty="0"/>
            <a:t>Quality  </a:t>
          </a:r>
          <a:r>
            <a:rPr lang="en-US" dirty="0">
              <a:latin typeface="Aptos" panose="020B0004020202020204" pitchFamily="34" charset="0"/>
            </a:rPr>
            <a:t>→ </a:t>
          </a:r>
          <a:r>
            <a:rPr lang="en-US" dirty="0"/>
            <a:t>Highly Overlapping</a:t>
          </a:r>
        </a:p>
      </dgm:t>
    </dgm:pt>
    <dgm:pt modelId="{ADFF5C75-007D-4D1C-B5BD-2CC992E056D7}" type="parTrans" cxnId="{4A62A80A-BFDD-4382-866E-C77E2DCBC4AA}">
      <dgm:prSet/>
      <dgm:spPr/>
      <dgm:t>
        <a:bodyPr/>
        <a:lstStyle/>
        <a:p>
          <a:endParaRPr lang="en-US"/>
        </a:p>
      </dgm:t>
    </dgm:pt>
    <dgm:pt modelId="{63B54905-3EC8-43F8-B6CF-9C3597066803}" type="sibTrans" cxnId="{4A62A80A-BFDD-4382-866E-C77E2DCBC4AA}">
      <dgm:prSet/>
      <dgm:spPr/>
      <dgm:t>
        <a:bodyPr/>
        <a:lstStyle/>
        <a:p>
          <a:endParaRPr lang="en-US"/>
        </a:p>
      </dgm:t>
    </dgm:pt>
    <dgm:pt modelId="{C638A4F3-8D00-48CF-A76B-D3D02D96661C}">
      <dgm:prSet/>
      <dgm:spPr/>
      <dgm:t>
        <a:bodyPr/>
        <a:lstStyle/>
        <a:p>
          <a:r>
            <a:rPr lang="en-US" dirty="0"/>
            <a:t>Anomalies  </a:t>
          </a:r>
          <a:r>
            <a:rPr lang="en-US" dirty="0">
              <a:latin typeface="Aptos" panose="020B0004020202020204" pitchFamily="34" charset="0"/>
            </a:rPr>
            <a:t>→ </a:t>
          </a:r>
          <a:r>
            <a:rPr lang="en-US" dirty="0"/>
            <a:t>Method Dependent</a:t>
          </a:r>
        </a:p>
      </dgm:t>
    </dgm:pt>
    <dgm:pt modelId="{61EED888-EBA1-4EF2-ACFA-C15F8B3B0F8B}" type="parTrans" cxnId="{E5DFFEA8-437D-43A3-8EAF-9CCD10869D13}">
      <dgm:prSet/>
      <dgm:spPr/>
      <dgm:t>
        <a:bodyPr/>
        <a:lstStyle/>
        <a:p>
          <a:endParaRPr lang="en-US"/>
        </a:p>
      </dgm:t>
    </dgm:pt>
    <dgm:pt modelId="{882A4426-D3C8-43EC-A425-B186EDF4BB95}" type="sibTrans" cxnId="{E5DFFEA8-437D-43A3-8EAF-9CCD10869D13}">
      <dgm:prSet/>
      <dgm:spPr/>
      <dgm:t>
        <a:bodyPr/>
        <a:lstStyle/>
        <a:p>
          <a:endParaRPr lang="en-US"/>
        </a:p>
      </dgm:t>
    </dgm:pt>
    <dgm:pt modelId="{B7814B5A-C905-4ECB-AA4F-19F6D70D5AD3}">
      <dgm:prSet/>
      <dgm:spPr/>
      <dgm:t>
        <a:bodyPr/>
        <a:lstStyle/>
        <a:p>
          <a:r>
            <a:rPr lang="en-US" dirty="0"/>
            <a:t>Together, these findings provide a comprehensive understanding of wine chemistry structure and demonstrate the value of combining multiple unsupervised-learning techniques when exploring complex datasets.</a:t>
          </a:r>
        </a:p>
      </dgm:t>
    </dgm:pt>
    <dgm:pt modelId="{CD62C9B9-5E64-475E-9551-1F7D74218F57}" type="parTrans" cxnId="{79A2B66D-87D6-431E-9555-C29135BE49DC}">
      <dgm:prSet/>
      <dgm:spPr/>
      <dgm:t>
        <a:bodyPr/>
        <a:lstStyle/>
        <a:p>
          <a:endParaRPr lang="en-US"/>
        </a:p>
      </dgm:t>
    </dgm:pt>
    <dgm:pt modelId="{50A2B274-EEA9-4B38-93F2-DEAFA4DBBF87}" type="sibTrans" cxnId="{79A2B66D-87D6-431E-9555-C29135BE49DC}">
      <dgm:prSet/>
      <dgm:spPr/>
      <dgm:t>
        <a:bodyPr/>
        <a:lstStyle/>
        <a:p>
          <a:endParaRPr lang="en-US"/>
        </a:p>
      </dgm:t>
    </dgm:pt>
    <dgm:pt modelId="{3C1C670E-0C32-4D0F-ACB3-312A3E14C0C0}" type="pres">
      <dgm:prSet presAssocID="{5921B6E5-3356-4988-A3EA-F56840E63FBF}" presName="linear" presStyleCnt="0">
        <dgm:presLayoutVars>
          <dgm:animLvl val="lvl"/>
          <dgm:resizeHandles val="exact"/>
        </dgm:presLayoutVars>
      </dgm:prSet>
      <dgm:spPr/>
    </dgm:pt>
    <dgm:pt modelId="{E2A0700D-CB26-49AF-9FEF-A1F5F0AE76DF}" type="pres">
      <dgm:prSet presAssocID="{5B65AD62-687C-459F-9A22-CACFBC14EF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B236AD6-601A-4723-AD50-60CDB5DFB47E}" type="pres">
      <dgm:prSet presAssocID="{5B65AD62-687C-459F-9A22-CACFBC14EF5C}" presName="childText" presStyleLbl="revTx" presStyleIdx="0" presStyleCnt="3">
        <dgm:presLayoutVars>
          <dgm:bulletEnabled val="1"/>
        </dgm:presLayoutVars>
      </dgm:prSet>
      <dgm:spPr/>
    </dgm:pt>
    <dgm:pt modelId="{FC123B77-2188-477B-8F31-F93ECEF809C7}" type="pres">
      <dgm:prSet presAssocID="{DF0E25AD-5F32-411C-8D27-EEAD97BD56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4DF6D0D-E0F0-46CC-BFCF-0C0B824277A2}" type="pres">
      <dgm:prSet presAssocID="{DF0E25AD-5F32-411C-8D27-EEAD97BD566A}" presName="childText" presStyleLbl="revTx" presStyleIdx="1" presStyleCnt="3">
        <dgm:presLayoutVars>
          <dgm:bulletEnabled val="1"/>
        </dgm:presLayoutVars>
      </dgm:prSet>
      <dgm:spPr/>
    </dgm:pt>
    <dgm:pt modelId="{35A69476-C17C-4390-94DB-7B7F6D82E4FC}" type="pres">
      <dgm:prSet presAssocID="{EB17772B-B286-401F-BA16-1B0E6BA7FAC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9950E26-410B-49B5-ACAA-197589F34647}" type="pres">
      <dgm:prSet presAssocID="{EB17772B-B286-401F-BA16-1B0E6BA7FAC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F7F8C01-6677-426A-B6EE-869AD8243EBD}" type="presOf" srcId="{5921B6E5-3356-4988-A3EA-F56840E63FBF}" destId="{3C1C670E-0C32-4D0F-ACB3-312A3E14C0C0}" srcOrd="0" destOrd="0" presId="urn:microsoft.com/office/officeart/2005/8/layout/vList2"/>
    <dgm:cxn modelId="{4A62A80A-BFDD-4382-866E-C77E2DCBC4AA}" srcId="{EB17772B-B286-401F-BA16-1B0E6BA7FAC5}" destId="{61C8A5EA-9FBD-4361-8678-4FC18751A985}" srcOrd="2" destOrd="0" parTransId="{ADFF5C75-007D-4D1C-B5BD-2CC992E056D7}" sibTransId="{63B54905-3EC8-43F8-B6CF-9C3597066803}"/>
    <dgm:cxn modelId="{E0382124-F96E-4882-9226-D735B408FB04}" srcId="{DF0E25AD-5F32-411C-8D27-EEAD97BD566A}" destId="{0C681BD7-39E1-44D1-BA25-82124F7EFA50}" srcOrd="5" destOrd="0" parTransId="{0BAEEB8A-60A0-497C-A8EB-01D94C65B5D4}" sibTransId="{7ED800DA-B34B-49C0-9B50-2116A1F6E1E5}"/>
    <dgm:cxn modelId="{FDC2B324-CFD3-41D6-90B0-CCC3CE18BCF3}" srcId="{DF0E25AD-5F32-411C-8D27-EEAD97BD566A}" destId="{C98CD47F-4F8E-40F8-85B5-BAFDE6ABA252}" srcOrd="4" destOrd="0" parTransId="{414B2C7B-46E4-4128-86A1-68EBC992A256}" sibTransId="{A70F7F2D-7D85-4BEF-84C6-34455CD19D86}"/>
    <dgm:cxn modelId="{FA8CED5C-972B-4A5C-A07E-3CFF28500483}" srcId="{5B65AD62-687C-459F-9A22-CACFBC14EF5C}" destId="{C7753EF5-512C-4E57-BFA1-4B176F61AF97}" srcOrd="0" destOrd="0" parTransId="{7B583643-D86A-4E46-B1E7-EC36AB6FC801}" sibTransId="{D153E640-79E4-4BD4-A7E5-15EE0D996F65}"/>
    <dgm:cxn modelId="{A0C42D45-5B4D-45EF-9FE2-4BA3D711A971}" srcId="{5921B6E5-3356-4988-A3EA-F56840E63FBF}" destId="{5B65AD62-687C-459F-9A22-CACFBC14EF5C}" srcOrd="0" destOrd="0" parTransId="{3DAFCCED-C62B-4B9D-B7AE-49D573C35C29}" sibTransId="{5D4C821A-2989-4AC2-A86B-6BE1805F03BF}"/>
    <dgm:cxn modelId="{B9C26545-259B-41B6-BB2B-A755ADED85AA}" type="presOf" srcId="{C7753EF5-512C-4E57-BFA1-4B176F61AF97}" destId="{AB236AD6-601A-4723-AD50-60CDB5DFB47E}" srcOrd="0" destOrd="0" presId="urn:microsoft.com/office/officeart/2005/8/layout/vList2"/>
    <dgm:cxn modelId="{CE491947-9E9D-498D-B59A-63708CA5849F}" type="presOf" srcId="{61C8A5EA-9FBD-4361-8678-4FC18751A985}" destId="{89950E26-410B-49B5-ACAA-197589F34647}" srcOrd="0" destOrd="2" presId="urn:microsoft.com/office/officeart/2005/8/layout/vList2"/>
    <dgm:cxn modelId="{72929A67-9203-4318-9E6A-C8FE85AF0423}" type="presOf" srcId="{C98CD47F-4F8E-40F8-85B5-BAFDE6ABA252}" destId="{14DF6D0D-E0F0-46CC-BFCF-0C0B824277A2}" srcOrd="0" destOrd="4" presId="urn:microsoft.com/office/officeart/2005/8/layout/vList2"/>
    <dgm:cxn modelId="{1087F34A-8400-4E1C-9609-8BD8F8AE1178}" type="presOf" srcId="{DF0E25AD-5F32-411C-8D27-EEAD97BD566A}" destId="{FC123B77-2188-477B-8F31-F93ECEF809C7}" srcOrd="0" destOrd="0" presId="urn:microsoft.com/office/officeart/2005/8/layout/vList2"/>
    <dgm:cxn modelId="{88E1BC6C-8AAD-4023-ADC2-F3374C38DD7A}" srcId="{DF0E25AD-5F32-411C-8D27-EEAD97BD566A}" destId="{2D965105-4BAE-428C-B1FF-5421D02DBFEE}" srcOrd="0" destOrd="0" parTransId="{E5780B8B-66E6-4024-A20F-8AB91F9BA2E9}" sibTransId="{8A7010BE-CAC8-48A7-AE76-E3C1DE9CA100}"/>
    <dgm:cxn modelId="{79A2B66D-87D6-431E-9555-C29135BE49DC}" srcId="{EB17772B-B286-401F-BA16-1B0E6BA7FAC5}" destId="{B7814B5A-C905-4ECB-AA4F-19F6D70D5AD3}" srcOrd="4" destOrd="0" parTransId="{CD62C9B9-5E64-475E-9551-1F7D74218F57}" sibTransId="{50A2B274-EEA9-4B38-93F2-DEAFA4DBBF87}"/>
    <dgm:cxn modelId="{1264C36F-D711-40AE-BE30-563EC53A91C2}" type="presOf" srcId="{9006722E-634E-440E-9617-D4E6F42F7C0D}" destId="{14DF6D0D-E0F0-46CC-BFCF-0C0B824277A2}" srcOrd="0" destOrd="1" presId="urn:microsoft.com/office/officeart/2005/8/layout/vList2"/>
    <dgm:cxn modelId="{B66E4556-7118-4AD9-BFE8-6193C658B656}" srcId="{5921B6E5-3356-4988-A3EA-F56840E63FBF}" destId="{DF0E25AD-5F32-411C-8D27-EEAD97BD566A}" srcOrd="1" destOrd="0" parTransId="{53282D1F-46F3-4023-94D1-B396C99C970C}" sibTransId="{95055B33-845C-4F77-8472-10650641470F}"/>
    <dgm:cxn modelId="{B0810678-FFAA-46BA-8943-501F3F6715E4}" type="presOf" srcId="{DFC2D264-389C-4B48-8EC9-7A336CF36253}" destId="{89950E26-410B-49B5-ACAA-197589F34647}" srcOrd="0" destOrd="1" presId="urn:microsoft.com/office/officeart/2005/8/layout/vList2"/>
    <dgm:cxn modelId="{E0F20981-E742-4151-BE53-68A736D276F0}" type="presOf" srcId="{2D965105-4BAE-428C-B1FF-5421D02DBFEE}" destId="{14DF6D0D-E0F0-46CC-BFCF-0C0B824277A2}" srcOrd="0" destOrd="0" presId="urn:microsoft.com/office/officeart/2005/8/layout/vList2"/>
    <dgm:cxn modelId="{B64A3B87-46A0-46DB-B724-FD62A4A0DEB7}" srcId="{EB17772B-B286-401F-BA16-1B0E6BA7FAC5}" destId="{DFC2D264-389C-4B48-8EC9-7A336CF36253}" srcOrd="1" destOrd="0" parTransId="{F13D34FC-943B-43D1-B406-CAEB51A456A4}" sibTransId="{5B027298-3295-4455-8038-4758412F967F}"/>
    <dgm:cxn modelId="{C4631E88-1F76-4BF3-92D3-F65ACC832924}" type="presOf" srcId="{EB17772B-B286-401F-BA16-1B0E6BA7FAC5}" destId="{35A69476-C17C-4390-94DB-7B7F6D82E4FC}" srcOrd="0" destOrd="0" presId="urn:microsoft.com/office/officeart/2005/8/layout/vList2"/>
    <dgm:cxn modelId="{CC883B92-A67F-49BF-BEF0-2E6F736BBE49}" srcId="{DF0E25AD-5F32-411C-8D27-EEAD97BD566A}" destId="{7230B11A-2B54-4AF0-8D17-D63400AAE0E2}" srcOrd="3" destOrd="0" parTransId="{6660DB9A-A770-4CFA-8BC5-7EBFB1E0A0D3}" sibTransId="{DC86D2C7-7E7D-45AD-845B-D707B6E0076C}"/>
    <dgm:cxn modelId="{6BDCF398-06B3-4969-8750-0C8236553F23}" type="presOf" srcId="{5B65AD62-687C-459F-9A22-CACFBC14EF5C}" destId="{E2A0700D-CB26-49AF-9FEF-A1F5F0AE76DF}" srcOrd="0" destOrd="0" presId="urn:microsoft.com/office/officeart/2005/8/layout/vList2"/>
    <dgm:cxn modelId="{2C76809B-1F5F-4006-91C1-1F182C99E862}" srcId="{DF0E25AD-5F32-411C-8D27-EEAD97BD566A}" destId="{9006722E-634E-440E-9617-D4E6F42F7C0D}" srcOrd="1" destOrd="0" parTransId="{9A85AF92-4E90-4C1B-92C8-88AE0DA553D5}" sibTransId="{0017B5EA-F4DF-46A9-9B00-B5576B073962}"/>
    <dgm:cxn modelId="{E5DFFEA8-437D-43A3-8EAF-9CCD10869D13}" srcId="{EB17772B-B286-401F-BA16-1B0E6BA7FAC5}" destId="{C638A4F3-8D00-48CF-A76B-D3D02D96661C}" srcOrd="3" destOrd="0" parTransId="{61EED888-EBA1-4EF2-ACFA-C15F8B3B0F8B}" sibTransId="{882A4426-D3C8-43EC-A425-B186EDF4BB95}"/>
    <dgm:cxn modelId="{D0ABF2B2-6FB7-4434-9BD7-18C113BA0631}" type="presOf" srcId="{7230B11A-2B54-4AF0-8D17-D63400AAE0E2}" destId="{14DF6D0D-E0F0-46CC-BFCF-0C0B824277A2}" srcOrd="0" destOrd="3" presId="urn:microsoft.com/office/officeart/2005/8/layout/vList2"/>
    <dgm:cxn modelId="{339CAFBF-DDB6-4482-90E4-73638C682D74}" type="presOf" srcId="{0C681BD7-39E1-44D1-BA25-82124F7EFA50}" destId="{14DF6D0D-E0F0-46CC-BFCF-0C0B824277A2}" srcOrd="0" destOrd="5" presId="urn:microsoft.com/office/officeart/2005/8/layout/vList2"/>
    <dgm:cxn modelId="{E05A25CC-66A6-4F69-89F7-2F003A72160B}" srcId="{EB17772B-B286-401F-BA16-1B0E6BA7FAC5}" destId="{21E4BEBC-9712-4B45-8D0E-314DC631BA0C}" srcOrd="0" destOrd="0" parTransId="{87AC619E-247A-4CE0-A90C-C38959E0D143}" sibTransId="{1D5D0502-B091-40A2-8F94-8C0CF5F7C8C4}"/>
    <dgm:cxn modelId="{323D46CD-3F7E-4890-A782-9956553B8014}" type="presOf" srcId="{B7814B5A-C905-4ECB-AA4F-19F6D70D5AD3}" destId="{89950E26-410B-49B5-ACAA-197589F34647}" srcOrd="0" destOrd="4" presId="urn:microsoft.com/office/officeart/2005/8/layout/vList2"/>
    <dgm:cxn modelId="{BE433CE3-0172-4A32-A1DD-0DEB89A534C6}" type="presOf" srcId="{21E4BEBC-9712-4B45-8D0E-314DC631BA0C}" destId="{89950E26-410B-49B5-ACAA-197589F34647}" srcOrd="0" destOrd="0" presId="urn:microsoft.com/office/officeart/2005/8/layout/vList2"/>
    <dgm:cxn modelId="{1360FBE4-D9F4-49C9-8927-90DE05210B0F}" srcId="{5921B6E5-3356-4988-A3EA-F56840E63FBF}" destId="{EB17772B-B286-401F-BA16-1B0E6BA7FAC5}" srcOrd="2" destOrd="0" parTransId="{E99DA8DD-A49A-4548-81E5-13482F6B4DF7}" sibTransId="{05CAE68D-D8AA-47E2-97A1-66B507E0FE7D}"/>
    <dgm:cxn modelId="{D817CAEC-6007-4693-8B6F-3E6DE2A45F81}" type="presOf" srcId="{D0A9B78B-A879-47BF-A975-7BB4C500FA5D}" destId="{14DF6D0D-E0F0-46CC-BFCF-0C0B824277A2}" srcOrd="0" destOrd="2" presId="urn:microsoft.com/office/officeart/2005/8/layout/vList2"/>
    <dgm:cxn modelId="{997F67F1-C3F5-4189-9719-B587E6AD77E9}" type="presOf" srcId="{C638A4F3-8D00-48CF-A76B-D3D02D96661C}" destId="{89950E26-410B-49B5-ACAA-197589F34647}" srcOrd="0" destOrd="3" presId="urn:microsoft.com/office/officeart/2005/8/layout/vList2"/>
    <dgm:cxn modelId="{50AD97F7-5270-4643-9D3F-2A0CDD8FD23C}" srcId="{DF0E25AD-5F32-411C-8D27-EEAD97BD566A}" destId="{D0A9B78B-A879-47BF-A975-7BB4C500FA5D}" srcOrd="2" destOrd="0" parTransId="{165750BF-A4A7-4399-81CC-8457B77E2E98}" sibTransId="{EC523584-AD6C-4EA3-B74D-55B88216617D}"/>
    <dgm:cxn modelId="{AF662F8F-6A14-42B1-9615-E68D0CA98E2C}" type="presParOf" srcId="{3C1C670E-0C32-4D0F-ACB3-312A3E14C0C0}" destId="{E2A0700D-CB26-49AF-9FEF-A1F5F0AE76DF}" srcOrd="0" destOrd="0" presId="urn:microsoft.com/office/officeart/2005/8/layout/vList2"/>
    <dgm:cxn modelId="{A01C1BE8-D9A4-49F4-B1BB-33509BAC9188}" type="presParOf" srcId="{3C1C670E-0C32-4D0F-ACB3-312A3E14C0C0}" destId="{AB236AD6-601A-4723-AD50-60CDB5DFB47E}" srcOrd="1" destOrd="0" presId="urn:microsoft.com/office/officeart/2005/8/layout/vList2"/>
    <dgm:cxn modelId="{E0F80026-1E77-4691-9310-E3ECE669B5B1}" type="presParOf" srcId="{3C1C670E-0C32-4D0F-ACB3-312A3E14C0C0}" destId="{FC123B77-2188-477B-8F31-F93ECEF809C7}" srcOrd="2" destOrd="0" presId="urn:microsoft.com/office/officeart/2005/8/layout/vList2"/>
    <dgm:cxn modelId="{016256EF-BFF6-4DD7-8E3D-641B8EB5554A}" type="presParOf" srcId="{3C1C670E-0C32-4D0F-ACB3-312A3E14C0C0}" destId="{14DF6D0D-E0F0-46CC-BFCF-0C0B824277A2}" srcOrd="3" destOrd="0" presId="urn:microsoft.com/office/officeart/2005/8/layout/vList2"/>
    <dgm:cxn modelId="{20C65A4A-88D0-4787-B525-DAF6D721745C}" type="presParOf" srcId="{3C1C670E-0C32-4D0F-ACB3-312A3E14C0C0}" destId="{35A69476-C17C-4390-94DB-7B7F6D82E4FC}" srcOrd="4" destOrd="0" presId="urn:microsoft.com/office/officeart/2005/8/layout/vList2"/>
    <dgm:cxn modelId="{D5CADDA7-EAB3-410C-ADFF-76A893C3F957}" type="presParOf" srcId="{3C1C670E-0C32-4D0F-ACB3-312A3E14C0C0}" destId="{89950E26-410B-49B5-ACAA-197589F3464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222148-EA50-4BB1-AC24-650F22DEBC39}">
      <dsp:nvSpPr>
        <dsp:cNvPr id="0" name=""/>
        <dsp:cNvSpPr/>
      </dsp:nvSpPr>
      <dsp:spPr>
        <a:xfrm>
          <a:off x="5472" y="674599"/>
          <a:ext cx="2097737" cy="8036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/>
            <a:t>What Is Unsupervised Learning?</a:t>
          </a:r>
          <a:endParaRPr lang="en-US" sz="1600" kern="1200" dirty="0"/>
        </a:p>
      </dsp:txBody>
      <dsp:txXfrm>
        <a:off x="5472" y="674599"/>
        <a:ext cx="2097737" cy="803629"/>
      </dsp:txXfrm>
    </dsp:sp>
    <dsp:sp modelId="{4AC6F8BB-24FF-41B6-8AD8-85B2EA641FD3}">
      <dsp:nvSpPr>
        <dsp:cNvPr id="0" name=""/>
        <dsp:cNvSpPr/>
      </dsp:nvSpPr>
      <dsp:spPr>
        <a:xfrm>
          <a:off x="5472" y="1478229"/>
          <a:ext cx="2097737" cy="283695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Learns patterns without known target labels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Relies on similarity, distance, and structure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Identifies hidden relationships in data</a:t>
          </a:r>
        </a:p>
      </dsp:txBody>
      <dsp:txXfrm>
        <a:off x="5472" y="1478229"/>
        <a:ext cx="2097737" cy="2836957"/>
      </dsp:txXfrm>
    </dsp:sp>
    <dsp:sp modelId="{53691529-A77B-4A2D-B300-FE318247BACB}">
      <dsp:nvSpPr>
        <dsp:cNvPr id="0" name=""/>
        <dsp:cNvSpPr/>
      </dsp:nvSpPr>
      <dsp:spPr>
        <a:xfrm>
          <a:off x="2396893" y="674599"/>
          <a:ext cx="2097737" cy="8036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/>
            <a:t>Goal:</a:t>
          </a:r>
          <a:endParaRPr lang="en-US" sz="1600" kern="1200" dirty="0"/>
        </a:p>
      </dsp:txBody>
      <dsp:txXfrm>
        <a:off x="2396893" y="674599"/>
        <a:ext cx="2097737" cy="803629"/>
      </dsp:txXfrm>
    </dsp:sp>
    <dsp:sp modelId="{417DE764-CD1F-4317-B576-71F3BE17A5DF}">
      <dsp:nvSpPr>
        <dsp:cNvPr id="0" name=""/>
        <dsp:cNvSpPr/>
      </dsp:nvSpPr>
      <dsp:spPr>
        <a:xfrm>
          <a:off x="2396893" y="1478229"/>
          <a:ext cx="2097737" cy="283695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defRPr b="1"/>
          </a:pPr>
          <a:r>
            <a:rPr lang="en-US" sz="1600" b="0" kern="1200" dirty="0"/>
            <a:t>Identify natural structure within wine chemistry data without using target labels.</a:t>
          </a:r>
        </a:p>
      </dsp:txBody>
      <dsp:txXfrm>
        <a:off x="2396893" y="1478229"/>
        <a:ext cx="2097737" cy="2836957"/>
      </dsp:txXfrm>
    </dsp:sp>
    <dsp:sp modelId="{A68A6FBA-6194-45BD-84E8-DCDAA5F6320D}">
      <dsp:nvSpPr>
        <dsp:cNvPr id="0" name=""/>
        <dsp:cNvSpPr/>
      </dsp:nvSpPr>
      <dsp:spPr>
        <a:xfrm>
          <a:off x="4788314" y="674599"/>
          <a:ext cx="2097737" cy="8036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/>
            <a:t>Objective</a:t>
          </a:r>
          <a:endParaRPr lang="en-US" sz="1600" kern="1200" dirty="0"/>
        </a:p>
      </dsp:txBody>
      <dsp:txXfrm>
        <a:off x="4788314" y="674599"/>
        <a:ext cx="2097737" cy="803629"/>
      </dsp:txXfrm>
    </dsp:sp>
    <dsp:sp modelId="{9AA185CE-E2D3-4E96-BB5A-F616C9DDE0C0}">
      <dsp:nvSpPr>
        <dsp:cNvPr id="0" name=""/>
        <dsp:cNvSpPr/>
      </dsp:nvSpPr>
      <dsp:spPr>
        <a:xfrm>
          <a:off x="4788314" y="1478229"/>
          <a:ext cx="2097737" cy="283695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defRPr b="1"/>
          </a:pPr>
          <a:r>
            <a:rPr lang="en-US" sz="1600" b="0" kern="1200" dirty="0"/>
            <a:t>Identify the following: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Natural wine populations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Hidden subgroup structure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Low-dimensional representations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Rare and unusual wine observations</a:t>
          </a:r>
        </a:p>
      </dsp:txBody>
      <dsp:txXfrm>
        <a:off x="4788314" y="1478229"/>
        <a:ext cx="2097737" cy="2836957"/>
      </dsp:txXfrm>
    </dsp:sp>
    <dsp:sp modelId="{759D1002-D987-463A-82EB-907A4B16D08B}">
      <dsp:nvSpPr>
        <dsp:cNvPr id="0" name=""/>
        <dsp:cNvSpPr/>
      </dsp:nvSpPr>
      <dsp:spPr>
        <a:xfrm>
          <a:off x="7179735" y="674599"/>
          <a:ext cx="2097737" cy="8036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/>
            <a:t>Business Relevance</a:t>
          </a:r>
          <a:endParaRPr lang="en-US" sz="1600" kern="1200" dirty="0"/>
        </a:p>
      </dsp:txBody>
      <dsp:txXfrm>
        <a:off x="7179735" y="674599"/>
        <a:ext cx="2097737" cy="803629"/>
      </dsp:txXfrm>
    </dsp:sp>
    <dsp:sp modelId="{4A41DAA5-7BDA-432A-A6FD-7B26DECA331E}">
      <dsp:nvSpPr>
        <dsp:cNvPr id="0" name=""/>
        <dsp:cNvSpPr/>
      </dsp:nvSpPr>
      <dsp:spPr>
        <a:xfrm>
          <a:off x="7179735" y="1478229"/>
          <a:ext cx="2097737" cy="283695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defRPr b="1"/>
          </a:pPr>
          <a:r>
            <a:rPr lang="en-US" sz="1600" b="0" kern="1200" dirty="0"/>
            <a:t>Understanding wine chemistry structure can support: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Quality analysis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Product segmentation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Process monitoring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Rare profile detection</a:t>
          </a:r>
        </a:p>
      </dsp:txBody>
      <dsp:txXfrm>
        <a:off x="7179735" y="1478229"/>
        <a:ext cx="2097737" cy="2836957"/>
      </dsp:txXfrm>
    </dsp:sp>
    <dsp:sp modelId="{226F654B-8B3F-44ED-9FCE-9428C48DAA25}">
      <dsp:nvSpPr>
        <dsp:cNvPr id="0" name=""/>
        <dsp:cNvSpPr/>
      </dsp:nvSpPr>
      <dsp:spPr>
        <a:xfrm>
          <a:off x="9571156" y="674599"/>
          <a:ext cx="2097737" cy="8036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Why it matters</a:t>
          </a:r>
          <a:endParaRPr lang="en-US" sz="1600" kern="1200"/>
        </a:p>
      </dsp:txBody>
      <dsp:txXfrm>
        <a:off x="9571156" y="674599"/>
        <a:ext cx="2097737" cy="803629"/>
      </dsp:txXfrm>
    </dsp:sp>
    <dsp:sp modelId="{569A74F0-ABCC-4EF0-937A-D98080BA1475}">
      <dsp:nvSpPr>
        <dsp:cNvPr id="0" name=""/>
        <dsp:cNvSpPr/>
      </dsp:nvSpPr>
      <dsp:spPr>
        <a:xfrm>
          <a:off x="9571156" y="1478229"/>
          <a:ext cx="2097737" cy="283695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Understanding hidden wine structure can support quality analysis, anomaly detection, and future predictive modeling.</a:t>
          </a:r>
        </a:p>
      </dsp:txBody>
      <dsp:txXfrm>
        <a:off x="9571156" y="1478229"/>
        <a:ext cx="2097737" cy="283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CD000-1C93-4D5C-8312-51DC9684FEC5}">
      <dsp:nvSpPr>
        <dsp:cNvPr id="0" name=""/>
        <dsp:cNvSpPr/>
      </dsp:nvSpPr>
      <dsp:spPr>
        <a:xfrm>
          <a:off x="0" y="9774"/>
          <a:ext cx="5804338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UCI Wine Quality Dataset</a:t>
          </a:r>
          <a:endParaRPr lang="en-US" sz="2700" kern="1200" dirty="0"/>
        </a:p>
      </dsp:txBody>
      <dsp:txXfrm>
        <a:off x="32384" y="42158"/>
        <a:ext cx="5739570" cy="598621"/>
      </dsp:txXfrm>
    </dsp:sp>
    <dsp:sp modelId="{3B87372F-A01E-44F8-9839-670161C4B641}">
      <dsp:nvSpPr>
        <dsp:cNvPr id="0" name=""/>
        <dsp:cNvSpPr/>
      </dsp:nvSpPr>
      <dsp:spPr>
        <a:xfrm>
          <a:off x="0" y="673164"/>
          <a:ext cx="5804338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28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Physicochemical measurements collected from Portuguese Vinho Verde red and white wines.</a:t>
          </a:r>
          <a:endParaRPr lang="en-US" sz="2100" kern="1200" dirty="0"/>
        </a:p>
      </dsp:txBody>
      <dsp:txXfrm>
        <a:off x="0" y="673164"/>
        <a:ext cx="5804338" cy="950130"/>
      </dsp:txXfrm>
    </dsp:sp>
    <dsp:sp modelId="{72122333-BC46-4C84-8584-E29F16D10DE0}">
      <dsp:nvSpPr>
        <dsp:cNvPr id="0" name=""/>
        <dsp:cNvSpPr/>
      </dsp:nvSpPr>
      <dsp:spPr>
        <a:xfrm>
          <a:off x="0" y="1623294"/>
          <a:ext cx="5804338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Dataset Size</a:t>
          </a:r>
          <a:endParaRPr lang="en-US" sz="2700" b="1" kern="1200" dirty="0"/>
        </a:p>
      </dsp:txBody>
      <dsp:txXfrm>
        <a:off x="32384" y="1655678"/>
        <a:ext cx="5739570" cy="598621"/>
      </dsp:txXfrm>
    </dsp:sp>
    <dsp:sp modelId="{44A015B9-F5C9-4957-A9A7-73D8DD0A44AE}">
      <dsp:nvSpPr>
        <dsp:cNvPr id="0" name=""/>
        <dsp:cNvSpPr/>
      </dsp:nvSpPr>
      <dsp:spPr>
        <a:xfrm>
          <a:off x="0" y="2286684"/>
          <a:ext cx="5804338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28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5,320 observations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11 chemistry features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2 wine types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Quality scores ranging from 3 to 9</a:t>
          </a:r>
        </a:p>
      </dsp:txBody>
      <dsp:txXfrm>
        <a:off x="0" y="2286684"/>
        <a:ext cx="5804338" cy="1453140"/>
      </dsp:txXfrm>
    </dsp:sp>
    <dsp:sp modelId="{5E4F48E3-C5F9-494E-B0EC-EBF8F41B705B}">
      <dsp:nvSpPr>
        <dsp:cNvPr id="0" name=""/>
        <dsp:cNvSpPr/>
      </dsp:nvSpPr>
      <dsp:spPr>
        <a:xfrm>
          <a:off x="0" y="3739824"/>
          <a:ext cx="5804338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Wine Types</a:t>
          </a:r>
        </a:p>
      </dsp:txBody>
      <dsp:txXfrm>
        <a:off x="32384" y="3772208"/>
        <a:ext cx="5739570" cy="598621"/>
      </dsp:txXfrm>
    </dsp:sp>
    <dsp:sp modelId="{7E86EE8C-1BA6-4890-8BA6-7331A7DEC459}">
      <dsp:nvSpPr>
        <dsp:cNvPr id="0" name=""/>
        <dsp:cNvSpPr/>
      </dsp:nvSpPr>
      <dsp:spPr>
        <a:xfrm>
          <a:off x="0" y="4403214"/>
          <a:ext cx="5804338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28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Red Wine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White Wine</a:t>
          </a:r>
        </a:p>
      </dsp:txBody>
      <dsp:txXfrm>
        <a:off x="0" y="4403214"/>
        <a:ext cx="5804338" cy="7265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D106D-F347-4676-B58A-295D90D48470}">
      <dsp:nvSpPr>
        <dsp:cNvPr id="0" name=""/>
        <dsp:cNvSpPr/>
      </dsp:nvSpPr>
      <dsp:spPr>
        <a:xfrm>
          <a:off x="0" y="20940"/>
          <a:ext cx="625891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Key Findings</a:t>
          </a:r>
          <a:endParaRPr lang="en-US" sz="1800" kern="1200"/>
        </a:p>
      </dsp:txBody>
      <dsp:txXfrm>
        <a:off x="21589" y="42529"/>
        <a:ext cx="6215732" cy="399082"/>
      </dsp:txXfrm>
    </dsp:sp>
    <dsp:sp modelId="{B5C65000-26F9-411D-96A4-B98376D18AD7}">
      <dsp:nvSpPr>
        <dsp:cNvPr id="0" name=""/>
        <dsp:cNvSpPr/>
      </dsp:nvSpPr>
      <dsp:spPr>
        <a:xfrm>
          <a:off x="0" y="463200"/>
          <a:ext cx="6258910" cy="1415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2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Red and white wines exhibit very similar quality distributions.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Both wine types have a median quality score of approximately 6.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Most wines fall within the quality range of 5 to 6.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White wines contain substantially more observations than red wines.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High-quality and low-quality wines are relatively uncommon in both populations.</a:t>
          </a:r>
        </a:p>
      </dsp:txBody>
      <dsp:txXfrm>
        <a:off x="0" y="463200"/>
        <a:ext cx="6258910" cy="1415880"/>
      </dsp:txXfrm>
    </dsp:sp>
    <dsp:sp modelId="{F91C0C7B-E4E6-4C32-8F65-7E64FAEC7F2E}">
      <dsp:nvSpPr>
        <dsp:cNvPr id="0" name=""/>
        <dsp:cNvSpPr/>
      </dsp:nvSpPr>
      <dsp:spPr>
        <a:xfrm>
          <a:off x="0" y="1879080"/>
          <a:ext cx="625891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Interpretation</a:t>
          </a:r>
          <a:endParaRPr lang="en-US" sz="1800" kern="1200"/>
        </a:p>
      </dsp:txBody>
      <dsp:txXfrm>
        <a:off x="21589" y="1900669"/>
        <a:ext cx="6215732" cy="399082"/>
      </dsp:txXfrm>
    </dsp:sp>
    <dsp:sp modelId="{434B0A2E-B9A8-4E6A-9EDD-EF2B04587EE1}">
      <dsp:nvSpPr>
        <dsp:cNvPr id="0" name=""/>
        <dsp:cNvSpPr/>
      </dsp:nvSpPr>
      <dsp:spPr>
        <a:xfrm>
          <a:off x="0" y="2321340"/>
          <a:ext cx="6258910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2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The similarity in quality distributions suggests that wine type alone does not explain quality differences.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Quality appears to vary continuously rather than forming distinct groups.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This observation provides an early indication that quality may not emerge as a dominant structure during clustering or dimensionality-reduction analysis.</a:t>
          </a:r>
        </a:p>
      </dsp:txBody>
      <dsp:txXfrm>
        <a:off x="0" y="2321340"/>
        <a:ext cx="6258910" cy="1117800"/>
      </dsp:txXfrm>
    </dsp:sp>
    <dsp:sp modelId="{588DC44F-CAA9-4A2F-BFE1-2924B17FFA11}">
      <dsp:nvSpPr>
        <dsp:cNvPr id="0" name=""/>
        <dsp:cNvSpPr/>
      </dsp:nvSpPr>
      <dsp:spPr>
        <a:xfrm>
          <a:off x="0" y="3439140"/>
          <a:ext cx="625891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Takeaway</a:t>
          </a:r>
          <a:endParaRPr lang="en-US" sz="1800" kern="1200"/>
        </a:p>
      </dsp:txBody>
      <dsp:txXfrm>
        <a:off x="21589" y="3460729"/>
        <a:ext cx="6215732" cy="399082"/>
      </dsp:txXfrm>
    </dsp:sp>
    <dsp:sp modelId="{D724A425-CFE4-4F39-8482-ECF8538AAC79}">
      <dsp:nvSpPr>
        <dsp:cNvPr id="0" name=""/>
        <dsp:cNvSpPr/>
      </dsp:nvSpPr>
      <dsp:spPr>
        <a:xfrm>
          <a:off x="0" y="3881400"/>
          <a:ext cx="6258910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2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/>
            <a:t>Although red and white wines differ chemically, they display remarkably similar quality distributions. This suggests that factors beyond wine type influence perceived wine quality.</a:t>
          </a:r>
        </a:p>
      </dsp:txBody>
      <dsp:txXfrm>
        <a:off x="0" y="3881400"/>
        <a:ext cx="6258910" cy="6334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2C802-6183-4580-AA6E-883BB9369A3B}">
      <dsp:nvSpPr>
        <dsp:cNvPr id="0" name=""/>
        <dsp:cNvSpPr/>
      </dsp:nvSpPr>
      <dsp:spPr>
        <a:xfrm>
          <a:off x="1065737" y="32621"/>
          <a:ext cx="1140268" cy="11402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31EC7-5A43-41D0-BDD5-52231CB07541}">
      <dsp:nvSpPr>
        <dsp:cNvPr id="0" name=""/>
        <dsp:cNvSpPr/>
      </dsp:nvSpPr>
      <dsp:spPr>
        <a:xfrm>
          <a:off x="6916" y="1350375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 dirty="0"/>
            <a:t>Data Preparation</a:t>
          </a:r>
          <a:endParaRPr lang="en-US" sz="3100" kern="1200" dirty="0"/>
        </a:p>
      </dsp:txBody>
      <dsp:txXfrm>
        <a:off x="6916" y="1350375"/>
        <a:ext cx="3257909" cy="488686"/>
      </dsp:txXfrm>
    </dsp:sp>
    <dsp:sp modelId="{EFCC04F8-AC03-4CAE-8576-3D0280E98923}">
      <dsp:nvSpPr>
        <dsp:cNvPr id="0" name=""/>
        <dsp:cNvSpPr/>
      </dsp:nvSpPr>
      <dsp:spPr>
        <a:xfrm>
          <a:off x="6916" y="1921612"/>
          <a:ext cx="3257909" cy="2238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original red and white wine datasets were combined into a single analysis dataset and prepared using a consistent preprocessing workflow.</a:t>
          </a:r>
        </a:p>
      </dsp:txBody>
      <dsp:txXfrm>
        <a:off x="6916" y="1921612"/>
        <a:ext cx="3257909" cy="2238570"/>
      </dsp:txXfrm>
    </dsp:sp>
    <dsp:sp modelId="{58724132-1FC6-4618-80BC-D188FDEB897D}">
      <dsp:nvSpPr>
        <dsp:cNvPr id="0" name=""/>
        <dsp:cNvSpPr/>
      </dsp:nvSpPr>
      <dsp:spPr>
        <a:xfrm>
          <a:off x="4893780" y="32621"/>
          <a:ext cx="1140268" cy="11402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60429-90C0-4A42-A740-2501F5326824}">
      <dsp:nvSpPr>
        <dsp:cNvPr id="0" name=""/>
        <dsp:cNvSpPr/>
      </dsp:nvSpPr>
      <dsp:spPr>
        <a:xfrm>
          <a:off x="3834959" y="1350375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/>
            <a:t>Preparation Steps</a:t>
          </a:r>
          <a:endParaRPr lang="en-US" sz="3100" kern="1200"/>
        </a:p>
      </dsp:txBody>
      <dsp:txXfrm>
        <a:off x="3834959" y="1350375"/>
        <a:ext cx="3257909" cy="488686"/>
      </dsp:txXfrm>
    </dsp:sp>
    <dsp:sp modelId="{0906C79E-DB5F-4C5A-8CCD-28743161B25A}">
      <dsp:nvSpPr>
        <dsp:cNvPr id="0" name=""/>
        <dsp:cNvSpPr/>
      </dsp:nvSpPr>
      <dsp:spPr>
        <a:xfrm>
          <a:off x="3834959" y="1921612"/>
          <a:ext cx="3257909" cy="2238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Combined red and white wine datasets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Added wine type indicator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Removed duplicate observations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Standardized chemistry features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Prepared feature matrix for unsupervised learning</a:t>
          </a:r>
        </a:p>
      </dsp:txBody>
      <dsp:txXfrm>
        <a:off x="3834959" y="1921612"/>
        <a:ext cx="3257909" cy="2238570"/>
      </dsp:txXfrm>
    </dsp:sp>
    <dsp:sp modelId="{A792C16E-F317-4384-A7CF-42AC5FC82EE0}">
      <dsp:nvSpPr>
        <dsp:cNvPr id="0" name=""/>
        <dsp:cNvSpPr/>
      </dsp:nvSpPr>
      <dsp:spPr>
        <a:xfrm>
          <a:off x="8721823" y="32621"/>
          <a:ext cx="1140268" cy="11402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B315B-1BE9-43F3-8B3D-A2293C07FCAE}">
      <dsp:nvSpPr>
        <dsp:cNvPr id="0" name=""/>
        <dsp:cNvSpPr/>
      </dsp:nvSpPr>
      <dsp:spPr>
        <a:xfrm>
          <a:off x="7663003" y="1350375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/>
            <a:t>Why This Matters</a:t>
          </a:r>
          <a:endParaRPr lang="en-US" sz="3100" kern="1200"/>
        </a:p>
      </dsp:txBody>
      <dsp:txXfrm>
        <a:off x="7663003" y="1350375"/>
        <a:ext cx="3257909" cy="488686"/>
      </dsp:txXfrm>
    </dsp:sp>
    <dsp:sp modelId="{27622C04-5B3E-4649-8194-4DE02F2A7109}">
      <dsp:nvSpPr>
        <dsp:cNvPr id="0" name=""/>
        <dsp:cNvSpPr/>
      </dsp:nvSpPr>
      <dsp:spPr>
        <a:xfrm>
          <a:off x="7663003" y="1921612"/>
          <a:ext cx="3257909" cy="2238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Proper preprocessing ensures that all wine chemistry variables contribute fairly to distance calculations, clustering behavior, dimensionality-reduction embeddings, and anomaly-detection results.</a:t>
          </a:r>
        </a:p>
      </dsp:txBody>
      <dsp:txXfrm>
        <a:off x="7663003" y="1921612"/>
        <a:ext cx="3257909" cy="22385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5C81F-88DB-44FB-B3ED-5F3E0FBA9AA1}">
      <dsp:nvSpPr>
        <dsp:cNvPr id="0" name=""/>
        <dsp:cNvSpPr/>
      </dsp:nvSpPr>
      <dsp:spPr>
        <a:xfrm>
          <a:off x="9280" y="316995"/>
          <a:ext cx="3672813" cy="1101843"/>
        </a:xfrm>
        <a:prstGeom prst="chevron">
          <a:avLst>
            <a:gd name="adj" fmla="val 3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7" tIns="136047" rIns="136047" bIns="136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Why Clustering?</a:t>
          </a:r>
          <a:endParaRPr lang="en-US" sz="2500" kern="1200" dirty="0"/>
        </a:p>
      </dsp:txBody>
      <dsp:txXfrm>
        <a:off x="339833" y="316995"/>
        <a:ext cx="3011707" cy="1101843"/>
      </dsp:txXfrm>
    </dsp:sp>
    <dsp:sp modelId="{BC50EDD7-D86C-4485-9FE6-6754731CFC26}">
      <dsp:nvSpPr>
        <dsp:cNvPr id="0" name=""/>
        <dsp:cNvSpPr/>
      </dsp:nvSpPr>
      <dsp:spPr>
        <a:xfrm>
          <a:off x="9280" y="1418839"/>
          <a:ext cx="3342259" cy="245697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13" tIns="264113" rIns="264113" bIns="528226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Clustering groups observations with similar characteristics together without using pre-defined labels.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goal is to determine whether natural wine populations exist based solely on chemistry measurements.</a:t>
          </a:r>
        </a:p>
      </dsp:txBody>
      <dsp:txXfrm>
        <a:off x="9280" y="1418839"/>
        <a:ext cx="3342259" cy="2456970"/>
      </dsp:txXfrm>
    </dsp:sp>
    <dsp:sp modelId="{0C61EFCB-D608-4C0A-9680-E8E59B2464A6}">
      <dsp:nvSpPr>
        <dsp:cNvPr id="0" name=""/>
        <dsp:cNvSpPr/>
      </dsp:nvSpPr>
      <dsp:spPr>
        <a:xfrm>
          <a:off x="3627507" y="316995"/>
          <a:ext cx="3672813" cy="1101843"/>
        </a:xfrm>
        <a:prstGeom prst="chevron">
          <a:avLst>
            <a:gd name="adj" fmla="val 3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7" tIns="136047" rIns="136047" bIns="136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Why Compare Multiple Methods?</a:t>
          </a:r>
          <a:endParaRPr lang="en-US" sz="2500" kern="1200"/>
        </a:p>
      </dsp:txBody>
      <dsp:txXfrm>
        <a:off x="3958060" y="316995"/>
        <a:ext cx="3011707" cy="1101843"/>
      </dsp:txXfrm>
    </dsp:sp>
    <dsp:sp modelId="{C5541D5A-1209-43C8-A41D-5FC0485602FF}">
      <dsp:nvSpPr>
        <dsp:cNvPr id="0" name=""/>
        <dsp:cNvSpPr/>
      </dsp:nvSpPr>
      <dsp:spPr>
        <a:xfrm>
          <a:off x="3627507" y="1418839"/>
          <a:ext cx="3342259" cy="245697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13" tIns="264113" rIns="264113" bIns="528226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Different clustering algorithms make different assumptions about the data.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By comparing multiple approaches, we can determine whether discovered wine populations represent genuine structure rather than artifacts of a single algorithm.</a:t>
          </a:r>
        </a:p>
      </dsp:txBody>
      <dsp:txXfrm>
        <a:off x="3627507" y="1418839"/>
        <a:ext cx="3342259" cy="2456970"/>
      </dsp:txXfrm>
    </dsp:sp>
    <dsp:sp modelId="{FF4DACA9-2D68-4577-9ADE-51601A957F4D}">
      <dsp:nvSpPr>
        <dsp:cNvPr id="0" name=""/>
        <dsp:cNvSpPr/>
      </dsp:nvSpPr>
      <dsp:spPr>
        <a:xfrm>
          <a:off x="7245735" y="316995"/>
          <a:ext cx="3672813" cy="1101843"/>
        </a:xfrm>
        <a:prstGeom prst="chevron">
          <a:avLst>
            <a:gd name="adj" fmla="val 3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7" tIns="136047" rIns="136047" bIns="136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Model Evaluation Criteria:</a:t>
          </a:r>
          <a:endParaRPr lang="en-US" sz="2500" kern="1200"/>
        </a:p>
      </dsp:txBody>
      <dsp:txXfrm>
        <a:off x="7576288" y="316995"/>
        <a:ext cx="3011707" cy="1101843"/>
      </dsp:txXfrm>
    </dsp:sp>
    <dsp:sp modelId="{18371E45-F67A-462B-B97D-C80BB8CB1408}">
      <dsp:nvSpPr>
        <dsp:cNvPr id="0" name=""/>
        <dsp:cNvSpPr/>
      </dsp:nvSpPr>
      <dsp:spPr>
        <a:xfrm>
          <a:off x="7245735" y="1418839"/>
          <a:ext cx="3342259" cy="245697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13" tIns="264113" rIns="264113" bIns="528226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Silhouette Score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Davies-Bouldin Index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Cluster Interpretability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Visualization Quality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Stability Across Solutions</a:t>
          </a:r>
        </a:p>
      </dsp:txBody>
      <dsp:txXfrm>
        <a:off x="7245735" y="1418839"/>
        <a:ext cx="3342259" cy="24569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A1D0F-5C89-44E7-8324-7809A2DC5E10}">
      <dsp:nvSpPr>
        <dsp:cNvPr id="0" name=""/>
        <dsp:cNvSpPr/>
      </dsp:nvSpPr>
      <dsp:spPr>
        <a:xfrm>
          <a:off x="4108" y="190016"/>
          <a:ext cx="2470500" cy="6505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K-Means</a:t>
          </a:r>
          <a:endParaRPr lang="en-US" sz="1800" kern="1200"/>
        </a:p>
      </dsp:txBody>
      <dsp:txXfrm>
        <a:off x="4108" y="190016"/>
        <a:ext cx="2470500" cy="650531"/>
      </dsp:txXfrm>
    </dsp:sp>
    <dsp:sp modelId="{A1380B77-A53D-4A88-890E-C02B0405CC45}">
      <dsp:nvSpPr>
        <dsp:cNvPr id="0" name=""/>
        <dsp:cNvSpPr/>
      </dsp:nvSpPr>
      <dsp:spPr>
        <a:xfrm>
          <a:off x="4108" y="840548"/>
          <a:ext cx="2470500" cy="31622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Centroid-based clustering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Assigns wines to the nearest cluster center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Works best with compact, spherical groups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Primary Strength was a fast baseline clustering</a:t>
          </a:r>
        </a:p>
      </dsp:txBody>
      <dsp:txXfrm>
        <a:off x="4108" y="840548"/>
        <a:ext cx="2470500" cy="3162240"/>
      </dsp:txXfrm>
    </dsp:sp>
    <dsp:sp modelId="{47F4DA4F-3394-4340-8468-C425A5E43058}">
      <dsp:nvSpPr>
        <dsp:cNvPr id="0" name=""/>
        <dsp:cNvSpPr/>
      </dsp:nvSpPr>
      <dsp:spPr>
        <a:xfrm>
          <a:off x="2820479" y="190016"/>
          <a:ext cx="2470500" cy="6505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Gaussian Mixture Models (GMM)</a:t>
          </a:r>
          <a:endParaRPr lang="en-US" sz="1800" kern="1200"/>
        </a:p>
      </dsp:txBody>
      <dsp:txXfrm>
        <a:off x="2820479" y="190016"/>
        <a:ext cx="2470500" cy="650531"/>
      </dsp:txXfrm>
    </dsp:sp>
    <dsp:sp modelId="{17A8C329-3799-4037-8541-6F90825F7EBA}">
      <dsp:nvSpPr>
        <dsp:cNvPr id="0" name=""/>
        <dsp:cNvSpPr/>
      </dsp:nvSpPr>
      <dsp:spPr>
        <a:xfrm>
          <a:off x="2820479" y="840548"/>
          <a:ext cx="2470500" cy="31622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Probabilistic clustering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Allows observations to belong to multiple clusters partially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Useful when cluster boundaries overlap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Primary Strength was probabilistic cluster membership</a:t>
          </a:r>
        </a:p>
      </dsp:txBody>
      <dsp:txXfrm>
        <a:off x="2820479" y="840548"/>
        <a:ext cx="2470500" cy="3162240"/>
      </dsp:txXfrm>
    </dsp:sp>
    <dsp:sp modelId="{EB4EF8B0-42E6-47A6-8FAF-DBA5785B8BC7}">
      <dsp:nvSpPr>
        <dsp:cNvPr id="0" name=""/>
        <dsp:cNvSpPr/>
      </dsp:nvSpPr>
      <dsp:spPr>
        <a:xfrm>
          <a:off x="5636849" y="190016"/>
          <a:ext cx="2470500" cy="6505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Agglomerative Clustering</a:t>
          </a:r>
          <a:endParaRPr lang="en-US" sz="1800" kern="1200"/>
        </a:p>
      </dsp:txBody>
      <dsp:txXfrm>
        <a:off x="5636849" y="190016"/>
        <a:ext cx="2470500" cy="650531"/>
      </dsp:txXfrm>
    </dsp:sp>
    <dsp:sp modelId="{95DA0328-7D9E-4724-85F8-B909B80F25F7}">
      <dsp:nvSpPr>
        <dsp:cNvPr id="0" name=""/>
        <dsp:cNvSpPr/>
      </dsp:nvSpPr>
      <dsp:spPr>
        <a:xfrm>
          <a:off x="5636849" y="840548"/>
          <a:ext cx="2470500" cy="31622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Hierarchical clustering approach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Builds clusters through progressive merging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Reveals nested relationships between wines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Primary Strength was hierarchical structure</a:t>
          </a:r>
        </a:p>
      </dsp:txBody>
      <dsp:txXfrm>
        <a:off x="5636849" y="840548"/>
        <a:ext cx="2470500" cy="3162240"/>
      </dsp:txXfrm>
    </dsp:sp>
    <dsp:sp modelId="{7B0BA6A1-58B2-4776-93D4-5A5C819A2155}">
      <dsp:nvSpPr>
        <dsp:cNvPr id="0" name=""/>
        <dsp:cNvSpPr/>
      </dsp:nvSpPr>
      <dsp:spPr>
        <a:xfrm>
          <a:off x="8453219" y="190016"/>
          <a:ext cx="2470500" cy="6505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DBSCAN</a:t>
          </a:r>
          <a:endParaRPr lang="en-US" sz="1800" kern="1200"/>
        </a:p>
      </dsp:txBody>
      <dsp:txXfrm>
        <a:off x="8453219" y="190016"/>
        <a:ext cx="2470500" cy="650531"/>
      </dsp:txXfrm>
    </dsp:sp>
    <dsp:sp modelId="{F7FAD7B5-CC14-4524-9682-0CB3E7DBF9C2}">
      <dsp:nvSpPr>
        <dsp:cNvPr id="0" name=""/>
        <dsp:cNvSpPr/>
      </dsp:nvSpPr>
      <dsp:spPr>
        <a:xfrm>
          <a:off x="8453219" y="840548"/>
          <a:ext cx="2470500" cy="31622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Density-based clustering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Detects irregularly shaped clusters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Automatically identifies noise and outliers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Primary Strength was density based clustering</a:t>
          </a:r>
        </a:p>
      </dsp:txBody>
      <dsp:txXfrm>
        <a:off x="8453219" y="840548"/>
        <a:ext cx="2470500" cy="31622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CC7E5-694D-4800-9B64-2FB86AC9D28C}">
      <dsp:nvSpPr>
        <dsp:cNvPr id="0" name=""/>
        <dsp:cNvSpPr/>
      </dsp:nvSpPr>
      <dsp:spPr>
        <a:xfrm>
          <a:off x="0" y="294053"/>
          <a:ext cx="6359428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Key Findings</a:t>
          </a:r>
          <a:endParaRPr lang="en-US" sz="2300" kern="1200" dirty="0"/>
        </a:p>
      </dsp:txBody>
      <dsp:txXfrm>
        <a:off x="27586" y="321639"/>
        <a:ext cx="6304256" cy="509938"/>
      </dsp:txXfrm>
    </dsp:sp>
    <dsp:sp modelId="{61571BCB-78ED-4E40-A9B7-F6FF2E5F61E6}">
      <dsp:nvSpPr>
        <dsp:cNvPr id="0" name=""/>
        <dsp:cNvSpPr/>
      </dsp:nvSpPr>
      <dsp:spPr>
        <a:xfrm>
          <a:off x="0" y="859163"/>
          <a:ext cx="6359428" cy="323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Agglomerative Clustering achieved the highest Silhouette Score (0.26).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K-Means achieved the lowest Davies-Bouldin Index.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/>
            <a:t>DBSCAN produced the weakest clustering performance.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Ward Linkage Agglomerative Clustering was selected as the preferred clustering approach.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K-Means achieved the lowest Davies-Bouldin Index (1.48).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GMM produced similar performance to K-Means and Agglomerative.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DBSCAN produced substantially weaker cluster quality across both metrics.</a:t>
          </a:r>
        </a:p>
      </dsp:txBody>
      <dsp:txXfrm>
        <a:off x="0" y="859163"/>
        <a:ext cx="6359428" cy="32374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C1F84-8299-47E5-AB47-7EDADBF332FA}">
      <dsp:nvSpPr>
        <dsp:cNvPr id="0" name=""/>
        <dsp:cNvSpPr/>
      </dsp:nvSpPr>
      <dsp:spPr>
        <a:xfrm>
          <a:off x="5461" y="116730"/>
          <a:ext cx="2093488" cy="6637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Clustering Results</a:t>
          </a:r>
          <a:endParaRPr lang="en-US" sz="1300" kern="1200"/>
        </a:p>
      </dsp:txBody>
      <dsp:txXfrm>
        <a:off x="5461" y="116730"/>
        <a:ext cx="2093488" cy="663772"/>
      </dsp:txXfrm>
    </dsp:sp>
    <dsp:sp modelId="{BD3F678D-7BDF-4401-B707-5179BBFE2885}">
      <dsp:nvSpPr>
        <dsp:cNvPr id="0" name=""/>
        <dsp:cNvSpPr/>
      </dsp:nvSpPr>
      <dsp:spPr>
        <a:xfrm>
          <a:off x="5461" y="780502"/>
          <a:ext cx="2093488" cy="393489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Four clustering approaches were evaluated to determine whether natural wine populations can be inferred from chemical measurements alone.</a:t>
          </a:r>
        </a:p>
      </dsp:txBody>
      <dsp:txXfrm>
        <a:off x="5461" y="780502"/>
        <a:ext cx="2093488" cy="3934898"/>
      </dsp:txXfrm>
    </dsp:sp>
    <dsp:sp modelId="{E5D8C5E3-8192-4E0C-BBE3-8E2FE792AE5F}">
      <dsp:nvSpPr>
        <dsp:cNvPr id="0" name=""/>
        <dsp:cNvSpPr/>
      </dsp:nvSpPr>
      <dsp:spPr>
        <a:xfrm>
          <a:off x="2392037" y="116730"/>
          <a:ext cx="2093488" cy="6637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The best clustering solution: </a:t>
          </a:r>
          <a:r>
            <a:rPr lang="en-US" sz="1300" b="0" kern="1200"/>
            <a:t>Ward Linkage Agglomerative Clustering</a:t>
          </a:r>
          <a:endParaRPr lang="en-US" sz="1300" kern="1200"/>
        </a:p>
      </dsp:txBody>
      <dsp:txXfrm>
        <a:off x="2392037" y="116730"/>
        <a:ext cx="2093488" cy="663772"/>
      </dsp:txXfrm>
    </dsp:sp>
    <dsp:sp modelId="{D3E4EEA9-3FF5-441B-A006-EA1C97A4D276}">
      <dsp:nvSpPr>
        <dsp:cNvPr id="0" name=""/>
        <dsp:cNvSpPr/>
      </dsp:nvSpPr>
      <dsp:spPr>
        <a:xfrm>
          <a:off x="2392037" y="780502"/>
          <a:ext cx="2093488" cy="393489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Produced clear wine population separation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Revealed meaningful hierarchical structure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Identified potential subgroup relationships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Generated interpretable dendrograms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Consistent with dimensionality-reduction findings</a:t>
          </a:r>
        </a:p>
      </dsp:txBody>
      <dsp:txXfrm>
        <a:off x="2392037" y="780502"/>
        <a:ext cx="2093488" cy="3934898"/>
      </dsp:txXfrm>
    </dsp:sp>
    <dsp:sp modelId="{5E5DEEE8-F351-4504-9A81-B1C10FD60649}">
      <dsp:nvSpPr>
        <dsp:cNvPr id="0" name=""/>
        <dsp:cNvSpPr/>
      </dsp:nvSpPr>
      <dsp:spPr>
        <a:xfrm>
          <a:off x="4778613" y="116730"/>
          <a:ext cx="2093488" cy="6637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Key Findings</a:t>
          </a:r>
          <a:endParaRPr lang="en-US" sz="1300" kern="1200"/>
        </a:p>
      </dsp:txBody>
      <dsp:txXfrm>
        <a:off x="4778613" y="116730"/>
        <a:ext cx="2093488" cy="663772"/>
      </dsp:txXfrm>
    </dsp:sp>
    <dsp:sp modelId="{16D3D7DC-660A-4B9B-8B2C-BD75B26AB2F6}">
      <dsp:nvSpPr>
        <dsp:cNvPr id="0" name=""/>
        <dsp:cNvSpPr/>
      </dsp:nvSpPr>
      <dsp:spPr>
        <a:xfrm>
          <a:off x="4778613" y="780502"/>
          <a:ext cx="2093488" cy="393489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 and white wines formed distinct populations across multiple clustering methods.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Cluster quality consistently improved when hierarchical structure was considered.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Hierarchical clustering revealed additional subgroup structure within both wine populations.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Wine quality scores remained distributed across clusters and did not form independent clusters.</a:t>
          </a:r>
        </a:p>
      </dsp:txBody>
      <dsp:txXfrm>
        <a:off x="4778613" y="780502"/>
        <a:ext cx="2093488" cy="3934898"/>
      </dsp:txXfrm>
    </dsp:sp>
    <dsp:sp modelId="{99F51B5E-3246-4C0C-8C3A-84229B524EF2}">
      <dsp:nvSpPr>
        <dsp:cNvPr id="0" name=""/>
        <dsp:cNvSpPr/>
      </dsp:nvSpPr>
      <dsp:spPr>
        <a:xfrm>
          <a:off x="7165190" y="116730"/>
          <a:ext cx="2093488" cy="6637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Major Insight</a:t>
          </a:r>
          <a:endParaRPr lang="en-US" sz="1300" kern="1200"/>
        </a:p>
      </dsp:txBody>
      <dsp:txXfrm>
        <a:off x="7165190" y="116730"/>
        <a:ext cx="2093488" cy="663772"/>
      </dsp:txXfrm>
    </dsp:sp>
    <dsp:sp modelId="{86647B91-7CCD-4FE0-97C4-57BB3479AF44}">
      <dsp:nvSpPr>
        <dsp:cNvPr id="0" name=""/>
        <dsp:cNvSpPr/>
      </dsp:nvSpPr>
      <dsp:spPr>
        <a:xfrm>
          <a:off x="7165190" y="780502"/>
          <a:ext cx="2093488" cy="393489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 strongest clustering signal in the dataset was Wine type.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Strongest cluster was Red Wines vs. White Wines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Additional evidence suggested nested subgroup structure within both populations.</a:t>
          </a:r>
        </a:p>
      </dsp:txBody>
      <dsp:txXfrm>
        <a:off x="7165190" y="780502"/>
        <a:ext cx="2093488" cy="3934898"/>
      </dsp:txXfrm>
    </dsp:sp>
    <dsp:sp modelId="{3C67114E-F8D4-478A-9C3D-18EE40EE58C0}">
      <dsp:nvSpPr>
        <dsp:cNvPr id="0" name=""/>
        <dsp:cNvSpPr/>
      </dsp:nvSpPr>
      <dsp:spPr>
        <a:xfrm>
          <a:off x="9551766" y="116730"/>
          <a:ext cx="2093488" cy="6637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Conclusion</a:t>
          </a:r>
          <a:endParaRPr lang="en-US" sz="1300" kern="1200"/>
        </a:p>
      </dsp:txBody>
      <dsp:txXfrm>
        <a:off x="9551766" y="116730"/>
        <a:ext cx="2093488" cy="663772"/>
      </dsp:txXfrm>
    </dsp:sp>
    <dsp:sp modelId="{69E1CC0D-8888-4DEB-B6B5-2BC2C9873A8C}">
      <dsp:nvSpPr>
        <dsp:cNvPr id="0" name=""/>
        <dsp:cNvSpPr/>
      </dsp:nvSpPr>
      <dsp:spPr>
        <a:xfrm>
          <a:off x="9551766" y="780502"/>
          <a:ext cx="2093488" cy="393489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Multiple clustering methods independently identified wine type as the dominant source of variation within the dataset, while hierarchical clustering provided the most interpretable representation of wine population structure.</a:t>
          </a:r>
        </a:p>
      </dsp:txBody>
      <dsp:txXfrm>
        <a:off x="9551766" y="780502"/>
        <a:ext cx="2093488" cy="393489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D099F-AE23-4586-934F-7ABBAB75AC88}">
      <dsp:nvSpPr>
        <dsp:cNvPr id="0" name=""/>
        <dsp:cNvSpPr/>
      </dsp:nvSpPr>
      <dsp:spPr>
        <a:xfrm>
          <a:off x="4374" y="446691"/>
          <a:ext cx="2630362" cy="37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Objective</a:t>
          </a:r>
          <a:endParaRPr lang="en-US" sz="1300" kern="1200" dirty="0"/>
        </a:p>
      </dsp:txBody>
      <dsp:txXfrm>
        <a:off x="4374" y="446691"/>
        <a:ext cx="2630362" cy="374400"/>
      </dsp:txXfrm>
    </dsp:sp>
    <dsp:sp modelId="{E38C4EFC-A5FA-4103-8C16-22A515DDE051}">
      <dsp:nvSpPr>
        <dsp:cNvPr id="0" name=""/>
        <dsp:cNvSpPr/>
      </dsp:nvSpPr>
      <dsp:spPr>
        <a:xfrm>
          <a:off x="4374" y="821091"/>
          <a:ext cx="2630362" cy="353281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Determine which dimensionality-reduction technique provides the most informative representation of wine chemistry while preserving meaningful structure.</a:t>
          </a:r>
          <a:endParaRPr lang="en-US" sz="1300" kern="1200" dirty="0"/>
        </a:p>
      </dsp:txBody>
      <dsp:txXfrm>
        <a:off x="4374" y="821091"/>
        <a:ext cx="2630362" cy="3532815"/>
      </dsp:txXfrm>
    </dsp:sp>
    <dsp:sp modelId="{AE90C874-88DC-4949-99F7-44F4A2CA1813}">
      <dsp:nvSpPr>
        <dsp:cNvPr id="0" name=""/>
        <dsp:cNvSpPr/>
      </dsp:nvSpPr>
      <dsp:spPr>
        <a:xfrm>
          <a:off x="3002987" y="446691"/>
          <a:ext cx="2630362" cy="37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Why Dimensionality Reduction?</a:t>
          </a:r>
          <a:endParaRPr lang="en-US" sz="1300" kern="1200"/>
        </a:p>
      </dsp:txBody>
      <dsp:txXfrm>
        <a:off x="3002987" y="446691"/>
        <a:ext cx="2630362" cy="374400"/>
      </dsp:txXfrm>
    </dsp:sp>
    <dsp:sp modelId="{1F77BCEF-450F-4377-BFC7-F58499C62BB8}">
      <dsp:nvSpPr>
        <dsp:cNvPr id="0" name=""/>
        <dsp:cNvSpPr/>
      </dsp:nvSpPr>
      <dsp:spPr>
        <a:xfrm>
          <a:off x="3002987" y="821091"/>
          <a:ext cx="2630362" cy="353281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Wine chemistry contains multiple correlated variables that can be difficult to visualize and interpret simultaneously.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Dimensionality reduction transforms high-dimensional chemistry data into a smaller set of variables while preserving as much meaningful structure as possible.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This method helps: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Visualize wine populations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Reveal hidden structure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Identify nonlinear relationships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Reduce dimensional complexity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Improve interpretation</a:t>
          </a:r>
        </a:p>
      </dsp:txBody>
      <dsp:txXfrm>
        <a:off x="3002987" y="821091"/>
        <a:ext cx="2630362" cy="3532815"/>
      </dsp:txXfrm>
    </dsp:sp>
    <dsp:sp modelId="{33DABCBB-E17B-4763-94F5-7F2234BAA115}">
      <dsp:nvSpPr>
        <dsp:cNvPr id="0" name=""/>
        <dsp:cNvSpPr/>
      </dsp:nvSpPr>
      <dsp:spPr>
        <a:xfrm>
          <a:off x="6001600" y="446691"/>
          <a:ext cx="2630362" cy="37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Evaluation Goals</a:t>
          </a:r>
          <a:endParaRPr lang="en-US" sz="1300" kern="1200"/>
        </a:p>
      </dsp:txBody>
      <dsp:txXfrm>
        <a:off x="6001600" y="446691"/>
        <a:ext cx="2630362" cy="374400"/>
      </dsp:txXfrm>
    </dsp:sp>
    <dsp:sp modelId="{5D0FDC23-9FB2-46B4-91E9-74852B143198}">
      <dsp:nvSpPr>
        <dsp:cNvPr id="0" name=""/>
        <dsp:cNvSpPr/>
      </dsp:nvSpPr>
      <dsp:spPr>
        <a:xfrm>
          <a:off x="6001600" y="821091"/>
          <a:ext cx="2630362" cy="353281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Each method was evaluated on: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Interpretability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Visual separation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Structure preservation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Nonlinear relationship discovery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Chemistry factor interpretation</a:t>
          </a:r>
        </a:p>
      </dsp:txBody>
      <dsp:txXfrm>
        <a:off x="6001600" y="821091"/>
        <a:ext cx="2630362" cy="3532815"/>
      </dsp:txXfrm>
    </dsp:sp>
    <dsp:sp modelId="{4A4F160E-AA1B-49C3-AFA3-49B5B2636347}">
      <dsp:nvSpPr>
        <dsp:cNvPr id="0" name=""/>
        <dsp:cNvSpPr/>
      </dsp:nvSpPr>
      <dsp:spPr>
        <a:xfrm>
          <a:off x="9000214" y="446691"/>
          <a:ext cx="2630362" cy="37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Key Question</a:t>
          </a:r>
          <a:endParaRPr lang="en-US" sz="1300" kern="1200"/>
        </a:p>
      </dsp:txBody>
      <dsp:txXfrm>
        <a:off x="9000214" y="446691"/>
        <a:ext cx="2630362" cy="374400"/>
      </dsp:txXfrm>
    </dsp:sp>
    <dsp:sp modelId="{407C28D9-D0EA-4504-81C0-AEBAD24C4991}">
      <dsp:nvSpPr>
        <dsp:cNvPr id="0" name=""/>
        <dsp:cNvSpPr/>
      </dsp:nvSpPr>
      <dsp:spPr>
        <a:xfrm>
          <a:off x="9000214" y="821091"/>
          <a:ext cx="2630362" cy="353281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Which dimensionality-reduction technique provides the most informative low-dimensional representation of the Wine Quality dataset?</a:t>
          </a:r>
        </a:p>
      </dsp:txBody>
      <dsp:txXfrm>
        <a:off x="9000214" y="821091"/>
        <a:ext cx="2630362" cy="35328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7C704-1882-4C0E-99ED-A666270AF24D}">
      <dsp:nvSpPr>
        <dsp:cNvPr id="0" name=""/>
        <dsp:cNvSpPr/>
      </dsp:nvSpPr>
      <dsp:spPr>
        <a:xfrm>
          <a:off x="5122" y="73270"/>
          <a:ext cx="1963594" cy="5107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Principal Component Analysis (PCA)</a:t>
          </a:r>
          <a:endParaRPr lang="en-US" sz="1400" kern="1200" dirty="0"/>
        </a:p>
      </dsp:txBody>
      <dsp:txXfrm>
        <a:off x="5122" y="73270"/>
        <a:ext cx="1963594" cy="510704"/>
      </dsp:txXfrm>
    </dsp:sp>
    <dsp:sp modelId="{EF1B44F6-3FF2-4033-BAE1-0DF2406E8297}">
      <dsp:nvSpPr>
        <dsp:cNvPr id="0" name=""/>
        <dsp:cNvSpPr/>
      </dsp:nvSpPr>
      <dsp:spPr>
        <a:xfrm>
          <a:off x="5122" y="583974"/>
          <a:ext cx="1963594" cy="35355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What is it?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linear dimensionality-reduction technique that identifies directions of maximum variance within the data.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Why use it?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Preserves variance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Produces interpretable loadings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Establishes a baseline representation</a:t>
          </a:r>
        </a:p>
      </dsp:txBody>
      <dsp:txXfrm>
        <a:off x="5122" y="583974"/>
        <a:ext cx="1963594" cy="3535560"/>
      </dsp:txXfrm>
    </dsp:sp>
    <dsp:sp modelId="{C5F43264-723F-4B50-B3F5-8C497AB87E56}">
      <dsp:nvSpPr>
        <dsp:cNvPr id="0" name=""/>
        <dsp:cNvSpPr/>
      </dsp:nvSpPr>
      <dsp:spPr>
        <a:xfrm>
          <a:off x="2243619" y="73270"/>
          <a:ext cx="1963594" cy="5107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Kernel PCA</a:t>
          </a:r>
        </a:p>
      </dsp:txBody>
      <dsp:txXfrm>
        <a:off x="2243619" y="73270"/>
        <a:ext cx="1963594" cy="510704"/>
      </dsp:txXfrm>
    </dsp:sp>
    <dsp:sp modelId="{EA9F1A88-6905-4F2F-B503-C124914A8AF7}">
      <dsp:nvSpPr>
        <dsp:cNvPr id="0" name=""/>
        <dsp:cNvSpPr/>
      </dsp:nvSpPr>
      <dsp:spPr>
        <a:xfrm>
          <a:off x="2243619" y="583974"/>
          <a:ext cx="1963594" cy="353556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What is it?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nonlinear extension of PCA that uses kernel functions to reveal curved and complex relationships.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Why use it?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Captures nonlinear structure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Improves separation when PCA is limited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Reveals hidden geometry in feature space</a:t>
          </a:r>
        </a:p>
      </dsp:txBody>
      <dsp:txXfrm>
        <a:off x="2243619" y="583974"/>
        <a:ext cx="1963594" cy="3535560"/>
      </dsp:txXfrm>
    </dsp:sp>
    <dsp:sp modelId="{8055D981-DD07-4F9B-82D7-2EA526C47DE8}">
      <dsp:nvSpPr>
        <dsp:cNvPr id="0" name=""/>
        <dsp:cNvSpPr/>
      </dsp:nvSpPr>
      <dsp:spPr>
        <a:xfrm>
          <a:off x="4482117" y="73270"/>
          <a:ext cx="1963594" cy="5107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t-SNE</a:t>
          </a:r>
          <a:endParaRPr lang="en-US" sz="1400" b="1" kern="1200" dirty="0"/>
        </a:p>
      </dsp:txBody>
      <dsp:txXfrm>
        <a:off x="4482117" y="73270"/>
        <a:ext cx="1963594" cy="510704"/>
      </dsp:txXfrm>
    </dsp:sp>
    <dsp:sp modelId="{1615C446-6FBC-4DEE-A3B7-836344595E36}">
      <dsp:nvSpPr>
        <dsp:cNvPr id="0" name=""/>
        <dsp:cNvSpPr/>
      </dsp:nvSpPr>
      <dsp:spPr>
        <a:xfrm>
          <a:off x="4482117" y="583974"/>
          <a:ext cx="1963594" cy="35355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What is it?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nonlinear embedding method that focuses on preserving local neighborhood relationships.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Why use it?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Excellent for visualization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Reveals cluster separation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Highlights local population structure</a:t>
          </a:r>
        </a:p>
      </dsp:txBody>
      <dsp:txXfrm>
        <a:off x="4482117" y="583974"/>
        <a:ext cx="1963594" cy="3535560"/>
      </dsp:txXfrm>
    </dsp:sp>
    <dsp:sp modelId="{DBECE819-E234-4068-A4F1-583D763BC476}">
      <dsp:nvSpPr>
        <dsp:cNvPr id="0" name=""/>
        <dsp:cNvSpPr/>
      </dsp:nvSpPr>
      <dsp:spPr>
        <a:xfrm>
          <a:off x="6720614" y="73270"/>
          <a:ext cx="1963594" cy="5107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UMAP</a:t>
          </a:r>
          <a:endParaRPr lang="en-US" sz="1400" b="1" kern="1200" dirty="0"/>
        </a:p>
      </dsp:txBody>
      <dsp:txXfrm>
        <a:off x="6720614" y="73270"/>
        <a:ext cx="1963594" cy="510704"/>
      </dsp:txXfrm>
    </dsp:sp>
    <dsp:sp modelId="{52E52791-ED50-4D7D-9779-F0D363FF52C2}">
      <dsp:nvSpPr>
        <dsp:cNvPr id="0" name=""/>
        <dsp:cNvSpPr/>
      </dsp:nvSpPr>
      <dsp:spPr>
        <a:xfrm>
          <a:off x="6720614" y="583974"/>
          <a:ext cx="1963594" cy="353556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What is it?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nonlinear manifold-learning algorithm that preserves both local and global relationships.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Why use it?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Strong cluster separation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Maintains broader dataset structure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Generates highly interpretable visualizations</a:t>
          </a:r>
        </a:p>
      </dsp:txBody>
      <dsp:txXfrm>
        <a:off x="6720614" y="583974"/>
        <a:ext cx="1963594" cy="3535560"/>
      </dsp:txXfrm>
    </dsp:sp>
    <dsp:sp modelId="{86970DA5-A9B0-44C3-8E33-C935B3C5CE22}">
      <dsp:nvSpPr>
        <dsp:cNvPr id="0" name=""/>
        <dsp:cNvSpPr/>
      </dsp:nvSpPr>
      <dsp:spPr>
        <a:xfrm>
          <a:off x="8959112" y="73270"/>
          <a:ext cx="1963594" cy="51070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Non-Negative Matrix Factorization (NMF)</a:t>
          </a:r>
          <a:endParaRPr lang="en-US" sz="1400" b="1" kern="1200" dirty="0"/>
        </a:p>
      </dsp:txBody>
      <dsp:txXfrm>
        <a:off x="8959112" y="73270"/>
        <a:ext cx="1963594" cy="510704"/>
      </dsp:txXfrm>
    </dsp:sp>
    <dsp:sp modelId="{FB339770-26AA-47B1-B09B-6B593BDED843}">
      <dsp:nvSpPr>
        <dsp:cNvPr id="0" name=""/>
        <dsp:cNvSpPr/>
      </dsp:nvSpPr>
      <dsp:spPr>
        <a:xfrm>
          <a:off x="8959112" y="583974"/>
          <a:ext cx="1963594" cy="353556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What is it?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factorization technique that represents data as additive non-negative components.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Why use it?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Produces interpretable latent factors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Identifies chemistry building blocks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Explains how wine characteristics combine</a:t>
          </a:r>
        </a:p>
      </dsp:txBody>
      <dsp:txXfrm>
        <a:off x="8959112" y="583974"/>
        <a:ext cx="1963594" cy="35355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08220-59C6-447E-B5B4-D7FD18FC33C1}">
      <dsp:nvSpPr>
        <dsp:cNvPr id="0" name=""/>
        <dsp:cNvSpPr/>
      </dsp:nvSpPr>
      <dsp:spPr>
        <a:xfrm>
          <a:off x="5376" y="409856"/>
          <a:ext cx="2060910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PCA</a:t>
          </a:r>
          <a:endParaRPr lang="en-US" sz="1500" kern="1200"/>
        </a:p>
      </dsp:txBody>
      <dsp:txXfrm>
        <a:off x="5376" y="409856"/>
        <a:ext cx="2060910" cy="432000"/>
      </dsp:txXfrm>
    </dsp:sp>
    <dsp:sp modelId="{F7D8FAF5-B54A-4D6D-9D66-6DA94F3F5E03}">
      <dsp:nvSpPr>
        <dsp:cNvPr id="0" name=""/>
        <dsp:cNvSpPr/>
      </dsp:nvSpPr>
      <dsp:spPr>
        <a:xfrm>
          <a:off x="5376" y="841856"/>
          <a:ext cx="2060910" cy="333260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Explained nearly 50% of variance using two components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Clearly separated red and white wines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Provided interpretable feature loadings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Best method for </a:t>
          </a:r>
          <a:r>
            <a:rPr lang="en-US" sz="1500" kern="1200">
              <a:effectLst/>
            </a:rPr>
            <a:t>Variance Explanation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Primary strength is </a:t>
          </a:r>
          <a:r>
            <a:rPr lang="en-US" sz="1500" kern="1200" dirty="0">
              <a:effectLst/>
            </a:rPr>
            <a:t>Variance Explanation</a:t>
          </a:r>
          <a:endParaRPr lang="en-US" sz="1500" kern="1200" dirty="0"/>
        </a:p>
      </dsp:txBody>
      <dsp:txXfrm>
        <a:off x="5376" y="841856"/>
        <a:ext cx="2060910" cy="3332601"/>
      </dsp:txXfrm>
    </dsp:sp>
    <dsp:sp modelId="{633991BC-12DE-4A9E-A4E6-137B5327345C}">
      <dsp:nvSpPr>
        <dsp:cNvPr id="0" name=""/>
        <dsp:cNvSpPr/>
      </dsp:nvSpPr>
      <dsp:spPr>
        <a:xfrm>
          <a:off x="2354813" y="409856"/>
          <a:ext cx="2060910" cy="432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Kernel PCA</a:t>
          </a:r>
        </a:p>
      </dsp:txBody>
      <dsp:txXfrm>
        <a:off x="2354813" y="409856"/>
        <a:ext cx="2060910" cy="432000"/>
      </dsp:txXfrm>
    </dsp:sp>
    <dsp:sp modelId="{9A15F67E-89A6-4CA5-9FCA-A9C407764D46}">
      <dsp:nvSpPr>
        <dsp:cNvPr id="0" name=""/>
        <dsp:cNvSpPr/>
      </dsp:nvSpPr>
      <dsp:spPr>
        <a:xfrm>
          <a:off x="2354813" y="841856"/>
          <a:ext cx="2060910" cy="333260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Revealed nonlinear chemical structure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Improved separation relative to standard PCA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Best method for Nonlinear Structure Discovery
Primary strength: Nonlinear Structure Discovery</a:t>
          </a:r>
        </a:p>
      </dsp:txBody>
      <dsp:txXfrm>
        <a:off x="2354813" y="841856"/>
        <a:ext cx="2060910" cy="3332601"/>
      </dsp:txXfrm>
    </dsp:sp>
    <dsp:sp modelId="{EDDF89EF-DB3B-456A-90CB-65F4C63FB503}">
      <dsp:nvSpPr>
        <dsp:cNvPr id="0" name=""/>
        <dsp:cNvSpPr/>
      </dsp:nvSpPr>
      <dsp:spPr>
        <a:xfrm>
          <a:off x="4704251" y="409856"/>
          <a:ext cx="2060910" cy="432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t-SNE</a:t>
          </a:r>
        </a:p>
      </dsp:txBody>
      <dsp:txXfrm>
        <a:off x="4704251" y="409856"/>
        <a:ext cx="2060910" cy="432000"/>
      </dsp:txXfrm>
    </dsp:sp>
    <dsp:sp modelId="{4E4737EF-1C5F-475E-82D2-0498928EAEE6}">
      <dsp:nvSpPr>
        <dsp:cNvPr id="0" name=""/>
        <dsp:cNvSpPr/>
      </dsp:nvSpPr>
      <dsp:spPr>
        <a:xfrm>
          <a:off x="4704251" y="841856"/>
          <a:ext cx="2060910" cy="333260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Produced outstanding local cluster separation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Revealed highly distinct wine populations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Best method for Local Cluster Separation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Primary strength is nonlinear structure discovery</a:t>
          </a:r>
        </a:p>
      </dsp:txBody>
      <dsp:txXfrm>
        <a:off x="4704251" y="841856"/>
        <a:ext cx="2060910" cy="3332601"/>
      </dsp:txXfrm>
    </dsp:sp>
    <dsp:sp modelId="{08ED13CE-3C9A-4978-AA0F-852E46D2BB17}">
      <dsp:nvSpPr>
        <dsp:cNvPr id="0" name=""/>
        <dsp:cNvSpPr/>
      </dsp:nvSpPr>
      <dsp:spPr>
        <a:xfrm>
          <a:off x="7053688" y="409856"/>
          <a:ext cx="2060910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UMAP</a:t>
          </a:r>
        </a:p>
      </dsp:txBody>
      <dsp:txXfrm>
        <a:off x="7053688" y="409856"/>
        <a:ext cx="2060910" cy="432000"/>
      </dsp:txXfrm>
    </dsp:sp>
    <dsp:sp modelId="{4B748011-5435-4539-AAFE-19D5F8C0AC87}">
      <dsp:nvSpPr>
        <dsp:cNvPr id="0" name=""/>
        <dsp:cNvSpPr/>
      </dsp:nvSpPr>
      <dsp:spPr>
        <a:xfrm>
          <a:off x="7053688" y="841856"/>
          <a:ext cx="2060910" cy="333260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Produced the strongest overall embedding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Balanced separation and structure preservation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Generated the </a:t>
          </a:r>
          <a:r>
            <a:rPr lang="en-US" sz="1500" kern="1200"/>
            <a:t>clearest visualization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effectLst/>
            </a:rPr>
            <a:t>Best method for overall visualization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Primary strength was local and global structure preservation</a:t>
          </a:r>
          <a:endParaRPr lang="en-US" sz="1500" kern="1200" dirty="0"/>
        </a:p>
      </dsp:txBody>
      <dsp:txXfrm>
        <a:off x="7053688" y="841856"/>
        <a:ext cx="2060910" cy="3332601"/>
      </dsp:txXfrm>
    </dsp:sp>
    <dsp:sp modelId="{2ADA0DBC-8397-4218-82A4-63C30CF18033}">
      <dsp:nvSpPr>
        <dsp:cNvPr id="0" name=""/>
        <dsp:cNvSpPr/>
      </dsp:nvSpPr>
      <dsp:spPr>
        <a:xfrm>
          <a:off x="9403126" y="409856"/>
          <a:ext cx="2060910" cy="4320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NMF</a:t>
          </a:r>
        </a:p>
      </dsp:txBody>
      <dsp:txXfrm>
        <a:off x="9403126" y="409856"/>
        <a:ext cx="2060910" cy="432000"/>
      </dsp:txXfrm>
    </dsp:sp>
    <dsp:sp modelId="{E2F4741C-6CE5-437D-93E4-1B8E6C936B1E}">
      <dsp:nvSpPr>
        <dsp:cNvPr id="0" name=""/>
        <dsp:cNvSpPr/>
      </dsp:nvSpPr>
      <dsp:spPr>
        <a:xfrm>
          <a:off x="9403126" y="841856"/>
          <a:ext cx="2060910" cy="3332601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Identified interpretable chemistry components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Revealed latent additive </a:t>
          </a:r>
          <a:r>
            <a:rPr lang="en-US" sz="1500" kern="1200"/>
            <a:t>wine characteristics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Best Method for feature interpretation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Primary strength was latent chemistry interpretation </a:t>
          </a:r>
          <a:endParaRPr lang="en-US" sz="1500" kern="1200" dirty="0"/>
        </a:p>
      </dsp:txBody>
      <dsp:txXfrm>
        <a:off x="9403126" y="841856"/>
        <a:ext cx="2060910" cy="333260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BAAE5-FCCF-49DD-9518-089681DC2E49}">
      <dsp:nvSpPr>
        <dsp:cNvPr id="0" name=""/>
        <dsp:cNvSpPr/>
      </dsp:nvSpPr>
      <dsp:spPr>
        <a:xfrm>
          <a:off x="0" y="49875"/>
          <a:ext cx="11445765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Most Important Finding:</a:t>
          </a:r>
          <a:endParaRPr lang="en-US" sz="2700" kern="1200"/>
        </a:p>
      </dsp:txBody>
      <dsp:txXfrm>
        <a:off x="32384" y="82259"/>
        <a:ext cx="11380997" cy="598621"/>
      </dsp:txXfrm>
    </dsp:sp>
    <dsp:sp modelId="{BB4F60CD-E71E-4537-A08A-DC1F3D131AB4}">
      <dsp:nvSpPr>
        <dsp:cNvPr id="0" name=""/>
        <dsp:cNvSpPr/>
      </dsp:nvSpPr>
      <dsp:spPr>
        <a:xfrm>
          <a:off x="0" y="713265"/>
          <a:ext cx="11445765" cy="1313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40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Wine Type was the Dominant Source of </a:t>
          </a:r>
          <a:r>
            <a:rPr lang="en-US" sz="2100" kern="1200" dirty="0" err="1"/>
            <a:t>Variation,while</a:t>
          </a:r>
          <a:r>
            <a:rPr lang="en-US" sz="2100" kern="1200" dirty="0"/>
            <a:t> Quality Scores remained Highly Overlapping</a:t>
          </a:r>
          <a:endParaRPr lang="en-US" sz="2100" b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All dimensionality-reduction methods consistently identified wine type as the strongest source of structure within the dataset.</a:t>
          </a:r>
        </a:p>
      </dsp:txBody>
      <dsp:txXfrm>
        <a:off x="0" y="713265"/>
        <a:ext cx="11445765" cy="1313414"/>
      </dsp:txXfrm>
    </dsp:sp>
    <dsp:sp modelId="{84B16753-D081-4DAA-A912-218351D54602}">
      <dsp:nvSpPr>
        <dsp:cNvPr id="0" name=""/>
        <dsp:cNvSpPr/>
      </dsp:nvSpPr>
      <dsp:spPr>
        <a:xfrm>
          <a:off x="0" y="2026680"/>
          <a:ext cx="11445765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Conclusion</a:t>
          </a:r>
        </a:p>
      </dsp:txBody>
      <dsp:txXfrm>
        <a:off x="32384" y="2059064"/>
        <a:ext cx="11380997" cy="598621"/>
      </dsp:txXfrm>
    </dsp:sp>
    <dsp:sp modelId="{9027425C-BA99-4EED-AF25-6C2D08DDD1C8}">
      <dsp:nvSpPr>
        <dsp:cNvPr id="0" name=""/>
        <dsp:cNvSpPr/>
      </dsp:nvSpPr>
      <dsp:spPr>
        <a:xfrm>
          <a:off x="0" y="2690070"/>
          <a:ext cx="11445765" cy="184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40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Multiple dimensionality-reduction techniques independently arrived at the same conclusion: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Red and white wines form distinct populations.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Quality scores do not form clearly separated groups.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UMAP provided the strongest overall visualization.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NMF delivered the strongest chemistry interpretation.</a:t>
          </a:r>
        </a:p>
      </dsp:txBody>
      <dsp:txXfrm>
        <a:off x="0" y="2690070"/>
        <a:ext cx="11445765" cy="18443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F70C3-CA16-4D6F-9FEA-F1F8CDA9DE36}">
      <dsp:nvSpPr>
        <dsp:cNvPr id="0" name=""/>
        <dsp:cNvSpPr/>
      </dsp:nvSpPr>
      <dsp:spPr>
        <a:xfrm>
          <a:off x="5350" y="68727"/>
          <a:ext cx="2050995" cy="4719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Why Anomaly Detection?</a:t>
          </a:r>
          <a:endParaRPr lang="en-US" sz="1300" kern="1200"/>
        </a:p>
      </dsp:txBody>
      <dsp:txXfrm>
        <a:off x="5350" y="68727"/>
        <a:ext cx="2050995" cy="471962"/>
      </dsp:txXfrm>
    </dsp:sp>
    <dsp:sp modelId="{2AE7D6A3-6F63-43B2-8380-2B34EC4E039B}">
      <dsp:nvSpPr>
        <dsp:cNvPr id="0" name=""/>
        <dsp:cNvSpPr/>
      </dsp:nvSpPr>
      <dsp:spPr>
        <a:xfrm>
          <a:off x="5350" y="540689"/>
          <a:ext cx="2050995" cy="426212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Not all wines fit naturally into clusters or populations.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Anomaly detection identifies wines whose chemistry differs significantly from the rest of the dataset.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These observations may represent: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Rare chemical profiles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Production inconsistencies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Extreme wine styles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Observations that influence clustering structure</a:t>
          </a:r>
          <a:endParaRPr lang="en-US" sz="1300" b="1" kern="1200" dirty="0"/>
        </a:p>
      </dsp:txBody>
      <dsp:txXfrm>
        <a:off x="5350" y="540689"/>
        <a:ext cx="2050995" cy="4262127"/>
      </dsp:txXfrm>
    </dsp:sp>
    <dsp:sp modelId="{502544AB-0664-4FC6-B775-AA041F809F37}">
      <dsp:nvSpPr>
        <dsp:cNvPr id="0" name=""/>
        <dsp:cNvSpPr/>
      </dsp:nvSpPr>
      <dsp:spPr>
        <a:xfrm>
          <a:off x="2343484" y="68727"/>
          <a:ext cx="2050995" cy="47196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Isolation Forest</a:t>
          </a:r>
        </a:p>
      </dsp:txBody>
      <dsp:txXfrm>
        <a:off x="2343484" y="68727"/>
        <a:ext cx="2050995" cy="471962"/>
      </dsp:txXfrm>
    </dsp:sp>
    <dsp:sp modelId="{A000DB03-82B2-4F62-838C-C0A33F579BB1}">
      <dsp:nvSpPr>
        <dsp:cNvPr id="0" name=""/>
        <dsp:cNvSpPr/>
      </dsp:nvSpPr>
      <dsp:spPr>
        <a:xfrm>
          <a:off x="2343484" y="540689"/>
          <a:ext cx="2050995" cy="426212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What is it?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An unsupervised anomaly-detection algorithm that isolates observations using random feature splits.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How does it work?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Observations that require fewer splits to isolate are considered more unusual.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What does it detect?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Global anomalies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Chemistry extremes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Observations far from the overall population</a:t>
          </a:r>
        </a:p>
      </dsp:txBody>
      <dsp:txXfrm>
        <a:off x="2343484" y="540689"/>
        <a:ext cx="2050995" cy="4262127"/>
      </dsp:txXfrm>
    </dsp:sp>
    <dsp:sp modelId="{351E5CA9-CA36-42E5-AE79-FA401F2034C9}">
      <dsp:nvSpPr>
        <dsp:cNvPr id="0" name=""/>
        <dsp:cNvSpPr/>
      </dsp:nvSpPr>
      <dsp:spPr>
        <a:xfrm>
          <a:off x="4681619" y="68727"/>
          <a:ext cx="2050995" cy="4719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Local Outlier Factor (LOF)</a:t>
          </a:r>
        </a:p>
      </dsp:txBody>
      <dsp:txXfrm>
        <a:off x="4681619" y="68727"/>
        <a:ext cx="2050995" cy="471962"/>
      </dsp:txXfrm>
    </dsp:sp>
    <dsp:sp modelId="{9423295E-05A7-4491-8AD6-0941C0EEA143}">
      <dsp:nvSpPr>
        <dsp:cNvPr id="0" name=""/>
        <dsp:cNvSpPr/>
      </dsp:nvSpPr>
      <dsp:spPr>
        <a:xfrm>
          <a:off x="4681619" y="540689"/>
          <a:ext cx="2050995" cy="426212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What is it?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 density-based anomaly-detection algorithm that compares each observation to its nearest neighbors.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How does it work?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Observations with substantially lower local density than surrounding wines are classified as anomalous.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What does it detect?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Local anomalies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Sparse neighborhood observations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Unusual wines hidden within larger populations</a:t>
          </a:r>
        </a:p>
      </dsp:txBody>
      <dsp:txXfrm>
        <a:off x="4681619" y="540689"/>
        <a:ext cx="2050995" cy="4262127"/>
      </dsp:txXfrm>
    </dsp:sp>
    <dsp:sp modelId="{1BC6050B-FFBE-4181-8531-3DDCCE67BAB9}">
      <dsp:nvSpPr>
        <dsp:cNvPr id="0" name=""/>
        <dsp:cNvSpPr/>
      </dsp:nvSpPr>
      <dsp:spPr>
        <a:xfrm>
          <a:off x="7019753" y="68727"/>
          <a:ext cx="2050995" cy="47196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Why Compare Both Methods?</a:t>
          </a:r>
        </a:p>
      </dsp:txBody>
      <dsp:txXfrm>
        <a:off x="7019753" y="68727"/>
        <a:ext cx="2050995" cy="471962"/>
      </dsp:txXfrm>
    </dsp:sp>
    <dsp:sp modelId="{21A73B22-0608-4C47-A2EB-92B3AACCAD6E}">
      <dsp:nvSpPr>
        <dsp:cNvPr id="0" name=""/>
        <dsp:cNvSpPr/>
      </dsp:nvSpPr>
      <dsp:spPr>
        <a:xfrm>
          <a:off x="7019753" y="540689"/>
          <a:ext cx="2050995" cy="426212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Both methods define anomalies differently.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Isolation Forest </a:t>
          </a:r>
          <a:r>
            <a:rPr lang="en-US" sz="1300" kern="1200" dirty="0">
              <a:latin typeface="Aptos" panose="020B0004020202020204" pitchFamily="34" charset="0"/>
            </a:rPr>
            <a:t>→</a:t>
          </a:r>
          <a:r>
            <a:rPr lang="en-US" sz="1300" kern="1200" dirty="0"/>
            <a:t> Globally Unusual Wines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LOF </a:t>
          </a:r>
          <a:r>
            <a:rPr lang="en-US" sz="1300" kern="1200" dirty="0">
              <a:latin typeface="Aptos" panose="020B0004020202020204" pitchFamily="34" charset="0"/>
            </a:rPr>
            <a:t>→</a:t>
          </a:r>
          <a:r>
            <a:rPr lang="en-US" sz="1300" kern="1200" dirty="0"/>
            <a:t> Locally Unusual Wines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Using both approaches provides a more complete understanding of rare and unusual wine chemistry profiles.</a:t>
          </a:r>
          <a:endParaRPr lang="en-US" sz="1300" kern="1200" dirty="0"/>
        </a:p>
      </dsp:txBody>
      <dsp:txXfrm>
        <a:off x="7019753" y="540689"/>
        <a:ext cx="2050995" cy="4262127"/>
      </dsp:txXfrm>
    </dsp:sp>
    <dsp:sp modelId="{1512BFA2-259A-4BF9-B98A-B29ACE3DBA1B}">
      <dsp:nvSpPr>
        <dsp:cNvPr id="0" name=""/>
        <dsp:cNvSpPr/>
      </dsp:nvSpPr>
      <dsp:spPr>
        <a:xfrm>
          <a:off x="9357888" y="68727"/>
          <a:ext cx="2050995" cy="47196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Key Question</a:t>
          </a:r>
        </a:p>
      </dsp:txBody>
      <dsp:txXfrm>
        <a:off x="9357888" y="68727"/>
        <a:ext cx="2050995" cy="471962"/>
      </dsp:txXfrm>
    </dsp:sp>
    <dsp:sp modelId="{CECA5ED4-52DF-4878-9A48-EB6037E5E2AC}">
      <dsp:nvSpPr>
        <dsp:cNvPr id="0" name=""/>
        <dsp:cNvSpPr/>
      </dsp:nvSpPr>
      <dsp:spPr>
        <a:xfrm>
          <a:off x="9357888" y="540689"/>
          <a:ext cx="2050995" cy="4262127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Do globally unusual wines and locally unusual wines represent the same observations?</a:t>
          </a:r>
        </a:p>
      </dsp:txBody>
      <dsp:txXfrm>
        <a:off x="9357888" y="540689"/>
        <a:ext cx="2050995" cy="426212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CD5DF-BC57-4493-9BD6-6A74A8922168}">
      <dsp:nvSpPr>
        <dsp:cNvPr id="0" name=""/>
        <dsp:cNvSpPr/>
      </dsp:nvSpPr>
      <dsp:spPr>
        <a:xfrm>
          <a:off x="5372" y="219654"/>
          <a:ext cx="2059493" cy="542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Objective</a:t>
          </a:r>
          <a:endParaRPr lang="en-US" sz="1500" kern="1200"/>
        </a:p>
      </dsp:txBody>
      <dsp:txXfrm>
        <a:off x="5372" y="219654"/>
        <a:ext cx="2059493" cy="542193"/>
      </dsp:txXfrm>
    </dsp:sp>
    <dsp:sp modelId="{2512724A-98A4-42A3-B136-FFE794E6C5D7}">
      <dsp:nvSpPr>
        <dsp:cNvPr id="0" name=""/>
        <dsp:cNvSpPr/>
      </dsp:nvSpPr>
      <dsp:spPr>
        <a:xfrm>
          <a:off x="5372" y="761847"/>
          <a:ext cx="2059493" cy="36028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Determine whether unusual wine observations exist within the dataset and evaluate how different anomaly-detection techniques characterize rare wine chemistry profiles.</a:t>
          </a:r>
        </a:p>
      </dsp:txBody>
      <dsp:txXfrm>
        <a:off x="5372" y="761847"/>
        <a:ext cx="2059493" cy="3602812"/>
      </dsp:txXfrm>
    </dsp:sp>
    <dsp:sp modelId="{2C468343-1CB4-412A-90E8-38128E40C9F9}">
      <dsp:nvSpPr>
        <dsp:cNvPr id="0" name=""/>
        <dsp:cNvSpPr/>
      </dsp:nvSpPr>
      <dsp:spPr>
        <a:xfrm>
          <a:off x="2353195" y="219654"/>
          <a:ext cx="2059493" cy="542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Isolation Forest</a:t>
          </a:r>
        </a:p>
      </dsp:txBody>
      <dsp:txXfrm>
        <a:off x="2353195" y="219654"/>
        <a:ext cx="2059493" cy="542193"/>
      </dsp:txXfrm>
    </dsp:sp>
    <dsp:sp modelId="{A1B89F9F-6069-4A75-B764-205218DEE0A1}">
      <dsp:nvSpPr>
        <dsp:cNvPr id="0" name=""/>
        <dsp:cNvSpPr/>
      </dsp:nvSpPr>
      <dsp:spPr>
        <a:xfrm>
          <a:off x="2353195" y="761847"/>
          <a:ext cx="2059493" cy="360281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Focused on globally unusual wines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Identified predominantly red wine anomalies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Anomalies Detected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Total:266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Red:164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White: 102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Highlighted chemistry extremes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Most anomalies occurred along outer boundaries of feature space</a:t>
          </a:r>
        </a:p>
      </dsp:txBody>
      <dsp:txXfrm>
        <a:off x="2353195" y="761847"/>
        <a:ext cx="2059493" cy="3602812"/>
      </dsp:txXfrm>
    </dsp:sp>
    <dsp:sp modelId="{6715B4D5-3A66-4219-B44C-5EE26CE76601}">
      <dsp:nvSpPr>
        <dsp:cNvPr id="0" name=""/>
        <dsp:cNvSpPr/>
      </dsp:nvSpPr>
      <dsp:spPr>
        <a:xfrm>
          <a:off x="4701018" y="219654"/>
          <a:ext cx="2059493" cy="5421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Local Outlier Factor (LOF)</a:t>
          </a:r>
        </a:p>
      </dsp:txBody>
      <dsp:txXfrm>
        <a:off x="4701018" y="219654"/>
        <a:ext cx="2059493" cy="542193"/>
      </dsp:txXfrm>
    </dsp:sp>
    <dsp:sp modelId="{C3AC8A4D-C053-4AE6-A35A-58261C40F68E}">
      <dsp:nvSpPr>
        <dsp:cNvPr id="0" name=""/>
        <dsp:cNvSpPr/>
      </dsp:nvSpPr>
      <dsp:spPr>
        <a:xfrm>
          <a:off x="4701018" y="761847"/>
          <a:ext cx="2059493" cy="360281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Focused on locally unusual wines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Identified predominantly white wine anomalies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Anomalies Detected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Total:266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Red: 87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White: 179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Detected sparse neighborhood behavior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Found unusual wines throughout feature space</a:t>
          </a:r>
        </a:p>
      </dsp:txBody>
      <dsp:txXfrm>
        <a:off x="4701018" y="761847"/>
        <a:ext cx="2059493" cy="3602812"/>
      </dsp:txXfrm>
    </dsp:sp>
    <dsp:sp modelId="{E9804531-F240-48B4-B4B1-E2129E6D3E9E}">
      <dsp:nvSpPr>
        <dsp:cNvPr id="0" name=""/>
        <dsp:cNvSpPr/>
      </dsp:nvSpPr>
      <dsp:spPr>
        <a:xfrm>
          <a:off x="7048841" y="219654"/>
          <a:ext cx="2059493" cy="5421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Most Important Insight</a:t>
          </a:r>
        </a:p>
      </dsp:txBody>
      <dsp:txXfrm>
        <a:off x="7048841" y="219654"/>
        <a:ext cx="2059493" cy="542193"/>
      </dsp:txXfrm>
    </dsp:sp>
    <dsp:sp modelId="{E2921746-C190-4A38-917D-110BF32DA280}">
      <dsp:nvSpPr>
        <dsp:cNvPr id="0" name=""/>
        <dsp:cNvSpPr/>
      </dsp:nvSpPr>
      <dsp:spPr>
        <a:xfrm>
          <a:off x="7048841" y="761847"/>
          <a:ext cx="2059493" cy="360281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Global Anomalies ≠ Local Anomalies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Only 36.09% of anomalies were identified by both methods.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This suggests that rare wine behavior exists at multiple scales and cannot be fully characterized using a single anomaly-detection technique.</a:t>
          </a:r>
        </a:p>
      </dsp:txBody>
      <dsp:txXfrm>
        <a:off x="7048841" y="761847"/>
        <a:ext cx="2059493" cy="3602812"/>
      </dsp:txXfrm>
    </dsp:sp>
    <dsp:sp modelId="{E07990A3-B877-43C0-A7F5-103BCC98F446}">
      <dsp:nvSpPr>
        <dsp:cNvPr id="0" name=""/>
        <dsp:cNvSpPr/>
      </dsp:nvSpPr>
      <dsp:spPr>
        <a:xfrm>
          <a:off x="9396664" y="219654"/>
          <a:ext cx="2059493" cy="5421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Conclusion</a:t>
          </a:r>
        </a:p>
      </dsp:txBody>
      <dsp:txXfrm>
        <a:off x="9396664" y="219654"/>
        <a:ext cx="2059493" cy="542193"/>
      </dsp:txXfrm>
    </dsp:sp>
    <dsp:sp modelId="{4481CB4B-85C4-4E36-B6D5-19A638EA06DB}">
      <dsp:nvSpPr>
        <dsp:cNvPr id="0" name=""/>
        <dsp:cNvSpPr/>
      </dsp:nvSpPr>
      <dsp:spPr>
        <a:xfrm>
          <a:off x="9396664" y="761847"/>
          <a:ext cx="2059493" cy="360281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Isolation Forest and LOF revealed complementary aspects of anomaly structure within the Wine Quality dataset.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Red wines were more likely to exhibit globally extreme chemistry profiles, while white wines were more likely to exhibit locally unusual chemistry patterns.</a:t>
          </a:r>
        </a:p>
      </dsp:txBody>
      <dsp:txXfrm>
        <a:off x="9396664" y="761847"/>
        <a:ext cx="2059493" cy="36028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DDBC8-F064-4409-9EEF-B5BF65E3D3F8}">
      <dsp:nvSpPr>
        <dsp:cNvPr id="0" name=""/>
        <dsp:cNvSpPr/>
      </dsp:nvSpPr>
      <dsp:spPr>
        <a:xfrm>
          <a:off x="3226" y="89629"/>
          <a:ext cx="1714419" cy="6565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Wine Type Is the Dominant Source of Variation</a:t>
          </a:r>
          <a:endParaRPr lang="en-US" sz="1300" kern="1200" dirty="0"/>
        </a:p>
      </dsp:txBody>
      <dsp:txXfrm>
        <a:off x="3226" y="89629"/>
        <a:ext cx="1714419" cy="656576"/>
      </dsp:txXfrm>
    </dsp:sp>
    <dsp:sp modelId="{0C07878A-DE79-4A55-ABCA-E2B6C30D5808}">
      <dsp:nvSpPr>
        <dsp:cNvPr id="0" name=""/>
        <dsp:cNvSpPr/>
      </dsp:nvSpPr>
      <dsp:spPr>
        <a:xfrm>
          <a:off x="3226" y="746206"/>
          <a:ext cx="1714419" cy="39253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Across clustering, dimensionality reduction, and anomaly-detection methods, red and white wines consistently formed distinct populations.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Evidence was observed in: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Clustering results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Hierarchical clustering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PCA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Kernel PCA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t-SNE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UMAP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NMF</a:t>
          </a:r>
        </a:p>
      </dsp:txBody>
      <dsp:txXfrm>
        <a:off x="3226" y="746206"/>
        <a:ext cx="1714419" cy="3925350"/>
      </dsp:txXfrm>
    </dsp:sp>
    <dsp:sp modelId="{CA930224-66F5-4F4C-9C4B-25AC3C89F9A5}">
      <dsp:nvSpPr>
        <dsp:cNvPr id="0" name=""/>
        <dsp:cNvSpPr/>
      </dsp:nvSpPr>
      <dsp:spPr>
        <a:xfrm>
          <a:off x="1957664" y="89629"/>
          <a:ext cx="1714419" cy="6565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Wine Quality Does Not Form Natural Groups</a:t>
          </a:r>
        </a:p>
      </dsp:txBody>
      <dsp:txXfrm>
        <a:off x="1957664" y="89629"/>
        <a:ext cx="1714419" cy="656576"/>
      </dsp:txXfrm>
    </dsp:sp>
    <dsp:sp modelId="{589BE48A-0DF6-4730-B0A0-55133D959F51}">
      <dsp:nvSpPr>
        <dsp:cNvPr id="0" name=""/>
        <dsp:cNvSpPr/>
      </dsp:nvSpPr>
      <dsp:spPr>
        <a:xfrm>
          <a:off x="1957664" y="746206"/>
          <a:ext cx="1714419" cy="39253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Wine quality scores remained highly overlapping across: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Clusters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PCA space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Nonlinear embeddings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Latent-factor representations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This suggests that wine quality behaves more like a continuous spectrum than a set of distinct chemistry groups.</a:t>
          </a:r>
        </a:p>
      </dsp:txBody>
      <dsp:txXfrm>
        <a:off x="1957664" y="746206"/>
        <a:ext cx="1714419" cy="3925350"/>
      </dsp:txXfrm>
    </dsp:sp>
    <dsp:sp modelId="{C6165C02-0117-4633-9022-5840F7D0C48F}">
      <dsp:nvSpPr>
        <dsp:cNvPr id="0" name=""/>
        <dsp:cNvSpPr/>
      </dsp:nvSpPr>
      <dsp:spPr>
        <a:xfrm>
          <a:off x="3912102" y="89629"/>
          <a:ext cx="1714419" cy="6565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Additional Subgroup Structure Exists</a:t>
          </a:r>
        </a:p>
      </dsp:txBody>
      <dsp:txXfrm>
        <a:off x="3912102" y="89629"/>
        <a:ext cx="1714419" cy="656576"/>
      </dsp:txXfrm>
    </dsp:sp>
    <dsp:sp modelId="{74F5FFCC-EEB9-4C2A-8FFC-899C54B4DA95}">
      <dsp:nvSpPr>
        <dsp:cNvPr id="0" name=""/>
        <dsp:cNvSpPr/>
      </dsp:nvSpPr>
      <dsp:spPr>
        <a:xfrm>
          <a:off x="3912102" y="746206"/>
          <a:ext cx="1714419" cy="39253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Ward Linkage, Kernel PCA, t-SNE, and UMAP all suggested the presence of meaningful subpopulations within both red and white wines.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 data contains more structure than a simple: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Red Wine vs. White Wine separation</a:t>
          </a:r>
        </a:p>
      </dsp:txBody>
      <dsp:txXfrm>
        <a:off x="3912102" y="746206"/>
        <a:ext cx="1714419" cy="3925350"/>
      </dsp:txXfrm>
    </dsp:sp>
    <dsp:sp modelId="{0C31695E-6B2E-4B74-B87E-23F4ECFDD8DF}">
      <dsp:nvSpPr>
        <dsp:cNvPr id="0" name=""/>
        <dsp:cNvSpPr/>
      </dsp:nvSpPr>
      <dsp:spPr>
        <a:xfrm>
          <a:off x="5866540" y="89629"/>
          <a:ext cx="1714419" cy="6565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UMAP Produced the Strongest Visualization</a:t>
          </a:r>
        </a:p>
      </dsp:txBody>
      <dsp:txXfrm>
        <a:off x="5866540" y="89629"/>
        <a:ext cx="1714419" cy="656576"/>
      </dsp:txXfrm>
    </dsp:sp>
    <dsp:sp modelId="{3D7B662F-DA4C-4710-BDAD-FE56BB8CB9A6}">
      <dsp:nvSpPr>
        <dsp:cNvPr id="0" name=""/>
        <dsp:cNvSpPr/>
      </dsp:nvSpPr>
      <dsp:spPr>
        <a:xfrm>
          <a:off x="5866540" y="746206"/>
          <a:ext cx="1714419" cy="39253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Provided the clearest representation of the dataset</a:t>
          </a:r>
          <a:endParaRPr lang="en-US" sz="13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Among all dimensionality-reduction methods: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Best separation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Best structure preservation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Most interpretable embedding</a:t>
          </a:r>
          <a:endParaRPr lang="en-US" sz="1300" kern="1200" dirty="0"/>
        </a:p>
      </dsp:txBody>
      <dsp:txXfrm>
        <a:off x="5866540" y="746206"/>
        <a:ext cx="1714419" cy="3925350"/>
      </dsp:txXfrm>
    </dsp:sp>
    <dsp:sp modelId="{B3318D2D-5B14-4EF9-8CAA-94473CDB5929}">
      <dsp:nvSpPr>
        <dsp:cNvPr id="0" name=""/>
        <dsp:cNvSpPr/>
      </dsp:nvSpPr>
      <dsp:spPr>
        <a:xfrm>
          <a:off x="7820978" y="89629"/>
          <a:ext cx="1714419" cy="6565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Different Anomaly Methods Reveal Different Behaviors</a:t>
          </a:r>
        </a:p>
      </dsp:txBody>
      <dsp:txXfrm>
        <a:off x="7820978" y="89629"/>
        <a:ext cx="1714419" cy="656576"/>
      </dsp:txXfrm>
    </dsp:sp>
    <dsp:sp modelId="{F536B292-5BBC-449F-A983-373A152E4F39}">
      <dsp:nvSpPr>
        <dsp:cNvPr id="0" name=""/>
        <dsp:cNvSpPr/>
      </dsp:nvSpPr>
      <dsp:spPr>
        <a:xfrm>
          <a:off x="7820978" y="746206"/>
          <a:ext cx="1714419" cy="39253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Only </a:t>
          </a:r>
          <a:r>
            <a:rPr lang="en-US" sz="1300" b="1" kern="1200" dirty="0"/>
            <a:t>36.09%</a:t>
          </a:r>
          <a:r>
            <a:rPr lang="en-US" sz="1300" kern="1200" dirty="0"/>
            <a:t> of anomalies were shared between methods.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This indicates that anomaly behavior depends strongly on how unusual observations are defined.</a:t>
          </a:r>
        </a:p>
      </dsp:txBody>
      <dsp:txXfrm>
        <a:off x="7820978" y="746206"/>
        <a:ext cx="1714419" cy="3925350"/>
      </dsp:txXfrm>
    </dsp:sp>
    <dsp:sp modelId="{1C7A61F5-26AC-40B5-9B9A-5D5903449F9F}">
      <dsp:nvSpPr>
        <dsp:cNvPr id="0" name=""/>
        <dsp:cNvSpPr/>
      </dsp:nvSpPr>
      <dsp:spPr>
        <a:xfrm>
          <a:off x="9775416" y="89629"/>
          <a:ext cx="1714419" cy="6565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Overall Project Insight</a:t>
          </a:r>
        </a:p>
      </dsp:txBody>
      <dsp:txXfrm>
        <a:off x="9775416" y="89629"/>
        <a:ext cx="1714419" cy="656576"/>
      </dsp:txXfrm>
    </dsp:sp>
    <dsp:sp modelId="{EC606827-CBA3-4F99-B4F7-C199EBE7B11E}">
      <dsp:nvSpPr>
        <dsp:cNvPr id="0" name=""/>
        <dsp:cNvSpPr/>
      </dsp:nvSpPr>
      <dsp:spPr>
        <a:xfrm>
          <a:off x="9775416" y="746206"/>
          <a:ext cx="1714419" cy="39253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Multiple independent methods arrived </a:t>
          </a:r>
          <a:r>
            <a:rPr lang="en-US" sz="1300" kern="1200"/>
            <a:t>at the same conclusion: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Wine Type drives the majority </a:t>
          </a:r>
          <a:r>
            <a:rPr lang="en-US" sz="1300" kern="1200"/>
            <a:t>of structure within the Wine Quality dataset.</a:t>
          </a:r>
          <a:endParaRPr lang="en-US" sz="1300" kern="1200" dirty="0"/>
        </a:p>
      </dsp:txBody>
      <dsp:txXfrm>
        <a:off x="9775416" y="746206"/>
        <a:ext cx="1714419" cy="392535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0A94B-DF2E-4F30-ADDD-021A632F0292}">
      <dsp:nvSpPr>
        <dsp:cNvPr id="0" name=""/>
        <dsp:cNvSpPr/>
      </dsp:nvSpPr>
      <dsp:spPr>
        <a:xfrm>
          <a:off x="3299" y="132839"/>
          <a:ext cx="1753222" cy="4765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Recommended Analytical Workflow</a:t>
          </a:r>
        </a:p>
      </dsp:txBody>
      <dsp:txXfrm>
        <a:off x="3299" y="132839"/>
        <a:ext cx="1753222" cy="476552"/>
      </dsp:txXfrm>
    </dsp:sp>
    <dsp:sp modelId="{07E26E8F-9156-4D73-A7E1-7ED6771B4867}">
      <dsp:nvSpPr>
        <dsp:cNvPr id="0" name=""/>
        <dsp:cNvSpPr/>
      </dsp:nvSpPr>
      <dsp:spPr>
        <a:xfrm>
          <a:off x="3299" y="609392"/>
          <a:ext cx="1753222" cy="425543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Ward Clustering </a:t>
          </a:r>
          <a:br>
            <a:rPr lang="en-US" sz="1300" kern="1200" dirty="0"/>
          </a:br>
          <a:r>
            <a:rPr lang="en-US" sz="1300" kern="1200" dirty="0"/>
            <a:t>	</a:t>
          </a:r>
          <a:r>
            <a:rPr lang="en-US" sz="1300" kern="1200" dirty="0">
              <a:latin typeface="Aptos" panose="020B0004020202020204" pitchFamily="34" charset="0"/>
            </a:rPr>
            <a:t>↓</a:t>
          </a:r>
          <a:br>
            <a:rPr lang="en-US" sz="1300" kern="1200" dirty="0"/>
          </a:br>
          <a:r>
            <a:rPr lang="en-US" sz="1300" kern="1200" dirty="0"/>
            <a:t>UMAP Visualization 	</a:t>
          </a:r>
          <a:r>
            <a:rPr lang="en-US" sz="1300" kern="1200" dirty="0">
              <a:latin typeface="Aptos" panose="020B0004020202020204" pitchFamily="34" charset="0"/>
            </a:rPr>
            <a:t>↓</a:t>
          </a:r>
          <a:br>
            <a:rPr lang="en-US" sz="1300" kern="1200" dirty="0"/>
          </a:br>
          <a:r>
            <a:rPr lang="en-US" sz="1300" kern="1200" dirty="0"/>
            <a:t>NMF Interpretation </a:t>
          </a:r>
          <a:br>
            <a:rPr lang="en-US" sz="1300" kern="1200" dirty="0"/>
          </a:br>
          <a:r>
            <a:rPr lang="en-US" sz="1300" kern="1200" dirty="0"/>
            <a:t>	</a:t>
          </a:r>
          <a:r>
            <a:rPr lang="en-US" sz="1300" kern="1200" dirty="0">
              <a:latin typeface="Aptos" panose="020B0004020202020204" pitchFamily="34" charset="0"/>
            </a:rPr>
            <a:t>↓</a:t>
          </a:r>
          <a:r>
            <a:rPr lang="en-US" sz="1300" kern="1200" dirty="0"/>
            <a:t> </a:t>
          </a:r>
          <a:br>
            <a:rPr lang="en-US" sz="1300" kern="1200" dirty="0"/>
          </a:br>
          <a:r>
            <a:rPr lang="en-US" sz="1300" kern="1200" dirty="0"/>
            <a:t>Isolation Forest + LOF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This combination provides the strongest balance between: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Structure discovery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Interpretability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Visualization quality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Outlier identification</a:t>
          </a:r>
        </a:p>
      </dsp:txBody>
      <dsp:txXfrm>
        <a:off x="3299" y="609392"/>
        <a:ext cx="1753222" cy="4255436"/>
      </dsp:txXfrm>
    </dsp:sp>
    <dsp:sp modelId="{0A546067-2187-4661-9489-A19DFB391462}">
      <dsp:nvSpPr>
        <dsp:cNvPr id="0" name=""/>
        <dsp:cNvSpPr/>
      </dsp:nvSpPr>
      <dsp:spPr>
        <a:xfrm>
          <a:off x="2001973" y="132839"/>
          <a:ext cx="1753222" cy="4765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Ward Linkage</a:t>
          </a:r>
        </a:p>
      </dsp:txBody>
      <dsp:txXfrm>
        <a:off x="2001973" y="132839"/>
        <a:ext cx="1753222" cy="476552"/>
      </dsp:txXfrm>
    </dsp:sp>
    <dsp:sp modelId="{EE2136AD-7F4F-42D8-B82C-CC1D426BE96B}">
      <dsp:nvSpPr>
        <dsp:cNvPr id="0" name=""/>
        <dsp:cNvSpPr/>
      </dsp:nvSpPr>
      <dsp:spPr>
        <a:xfrm>
          <a:off x="2001973" y="609392"/>
          <a:ext cx="1753222" cy="425543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Produced the most interpretable clustering structure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Revealed hierarchical relationships between wines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Identified meaningful subgroup structure</a:t>
          </a:r>
        </a:p>
      </dsp:txBody>
      <dsp:txXfrm>
        <a:off x="2001973" y="609392"/>
        <a:ext cx="1753222" cy="4255436"/>
      </dsp:txXfrm>
    </dsp:sp>
    <dsp:sp modelId="{BBC27DEE-993A-488D-A762-B3CB0E6F6E41}">
      <dsp:nvSpPr>
        <dsp:cNvPr id="0" name=""/>
        <dsp:cNvSpPr/>
      </dsp:nvSpPr>
      <dsp:spPr>
        <a:xfrm>
          <a:off x="4000648" y="132839"/>
          <a:ext cx="1753222" cy="4765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UMAP</a:t>
          </a:r>
        </a:p>
      </dsp:txBody>
      <dsp:txXfrm>
        <a:off x="4000648" y="132839"/>
        <a:ext cx="1753222" cy="476552"/>
      </dsp:txXfrm>
    </dsp:sp>
    <dsp:sp modelId="{F8AC9ADE-E09B-4B8D-935F-CA637790677F}">
      <dsp:nvSpPr>
        <dsp:cNvPr id="0" name=""/>
        <dsp:cNvSpPr/>
      </dsp:nvSpPr>
      <dsp:spPr>
        <a:xfrm>
          <a:off x="4000648" y="609392"/>
          <a:ext cx="1753222" cy="425543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Generated the clearest low-dimensional representation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Preserved local and global structure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Consistently separated wine populations</a:t>
          </a:r>
        </a:p>
      </dsp:txBody>
      <dsp:txXfrm>
        <a:off x="4000648" y="609392"/>
        <a:ext cx="1753222" cy="4255436"/>
      </dsp:txXfrm>
    </dsp:sp>
    <dsp:sp modelId="{6AF0C3EC-C9D0-4789-B497-05801FDEB2A6}">
      <dsp:nvSpPr>
        <dsp:cNvPr id="0" name=""/>
        <dsp:cNvSpPr/>
      </dsp:nvSpPr>
      <dsp:spPr>
        <a:xfrm>
          <a:off x="5999322" y="132839"/>
          <a:ext cx="1753222" cy="4765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NMF</a:t>
          </a:r>
        </a:p>
      </dsp:txBody>
      <dsp:txXfrm>
        <a:off x="5999322" y="132839"/>
        <a:ext cx="1753222" cy="476552"/>
      </dsp:txXfrm>
    </dsp:sp>
    <dsp:sp modelId="{7CAA97CB-C30E-49C0-B59A-84D911796E18}">
      <dsp:nvSpPr>
        <dsp:cNvPr id="0" name=""/>
        <dsp:cNvSpPr/>
      </dsp:nvSpPr>
      <dsp:spPr>
        <a:xfrm>
          <a:off x="5999322" y="609392"/>
          <a:ext cx="1753222" cy="425543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Revealed interpretable latent chemistry components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Explained how wine characteristics combine</a:t>
          </a:r>
        </a:p>
      </dsp:txBody>
      <dsp:txXfrm>
        <a:off x="5999322" y="609392"/>
        <a:ext cx="1753222" cy="4255436"/>
      </dsp:txXfrm>
    </dsp:sp>
    <dsp:sp modelId="{7BF9714E-1F3B-493D-9040-30FC60933936}">
      <dsp:nvSpPr>
        <dsp:cNvPr id="0" name=""/>
        <dsp:cNvSpPr/>
      </dsp:nvSpPr>
      <dsp:spPr>
        <a:xfrm>
          <a:off x="7997996" y="132839"/>
          <a:ext cx="1753222" cy="4765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Isolation Forest &amp; LOF</a:t>
          </a:r>
          <a:endParaRPr lang="en-US" sz="1300" b="1" kern="1200" dirty="0"/>
        </a:p>
      </dsp:txBody>
      <dsp:txXfrm>
        <a:off x="7997996" y="132839"/>
        <a:ext cx="1753222" cy="476552"/>
      </dsp:txXfrm>
    </dsp:sp>
    <dsp:sp modelId="{3DC064B7-C50D-4D8E-AE52-DB0D8227073D}">
      <dsp:nvSpPr>
        <dsp:cNvPr id="0" name=""/>
        <dsp:cNvSpPr/>
      </dsp:nvSpPr>
      <dsp:spPr>
        <a:xfrm>
          <a:off x="7997996" y="609392"/>
          <a:ext cx="1753222" cy="4255436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Identified complementary anomaly types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Captured both global and local outlier behavior</a:t>
          </a:r>
        </a:p>
      </dsp:txBody>
      <dsp:txXfrm>
        <a:off x="7997996" y="609392"/>
        <a:ext cx="1753222" cy="4255436"/>
      </dsp:txXfrm>
    </dsp:sp>
    <dsp:sp modelId="{978DAA88-9A1D-4E22-AC86-61EB40322921}">
      <dsp:nvSpPr>
        <dsp:cNvPr id="0" name=""/>
        <dsp:cNvSpPr/>
      </dsp:nvSpPr>
      <dsp:spPr>
        <a:xfrm>
          <a:off x="9996670" y="132839"/>
          <a:ext cx="1753222" cy="4765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Practical Takeaway</a:t>
          </a:r>
          <a:endParaRPr lang="en-US" sz="1300" b="1" kern="1200" dirty="0"/>
        </a:p>
      </dsp:txBody>
      <dsp:txXfrm>
        <a:off x="9996670" y="132839"/>
        <a:ext cx="1753222" cy="476552"/>
      </dsp:txXfrm>
    </dsp:sp>
    <dsp:sp modelId="{95D44B6A-25DC-48B2-B85A-82E6CF1B8745}">
      <dsp:nvSpPr>
        <dsp:cNvPr id="0" name=""/>
        <dsp:cNvSpPr/>
      </dsp:nvSpPr>
      <dsp:spPr>
        <a:xfrm>
          <a:off x="9996670" y="609392"/>
          <a:ext cx="1753222" cy="425543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No single unsupervised-learning algorithm was optimal for every task.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 strongest results were obtained by combining multiple complementary techniques.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Using clustering, dimensionality reduction, and anomaly detection together provided a much more complete understanding of wine chemistry structure than any method </a:t>
          </a:r>
          <a:r>
            <a:rPr lang="en-US" sz="1300" kern="1200"/>
            <a:t>alone.</a:t>
          </a:r>
          <a:endParaRPr lang="en-US" sz="1300" kern="1200" dirty="0"/>
        </a:p>
      </dsp:txBody>
      <dsp:txXfrm>
        <a:off x="9996670" y="609392"/>
        <a:ext cx="1753222" cy="425543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CABED-83AE-4509-BBF1-EE8975441498}">
      <dsp:nvSpPr>
        <dsp:cNvPr id="0" name=""/>
        <dsp:cNvSpPr/>
      </dsp:nvSpPr>
      <dsp:spPr>
        <a:xfrm>
          <a:off x="0" y="104272"/>
          <a:ext cx="11485178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Unsupervised Learning Challenges</a:t>
          </a:r>
          <a:endParaRPr lang="en-US" sz="1800" kern="1200" dirty="0"/>
        </a:p>
      </dsp:txBody>
      <dsp:txXfrm>
        <a:off x="21589" y="125861"/>
        <a:ext cx="11442000" cy="399082"/>
      </dsp:txXfrm>
    </dsp:sp>
    <dsp:sp modelId="{3DE3BF40-D88E-4F81-8CA2-D52DFB21FC7F}">
      <dsp:nvSpPr>
        <dsp:cNvPr id="0" name=""/>
        <dsp:cNvSpPr/>
      </dsp:nvSpPr>
      <dsp:spPr>
        <a:xfrm>
          <a:off x="0" y="546532"/>
          <a:ext cx="11485178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65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Unlike supervised learning, there is no known "correct" answer for clusters, latent factors, or anomalies.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As a result, many findings require interpretation rather than direct validation.</a:t>
          </a:r>
        </a:p>
      </dsp:txBody>
      <dsp:txXfrm>
        <a:off x="0" y="546532"/>
        <a:ext cx="11485178" cy="484380"/>
      </dsp:txXfrm>
    </dsp:sp>
    <dsp:sp modelId="{77DA5884-AD27-4DE9-B1FC-F3CFB3DF2BC2}">
      <dsp:nvSpPr>
        <dsp:cNvPr id="0" name=""/>
        <dsp:cNvSpPr/>
      </dsp:nvSpPr>
      <dsp:spPr>
        <a:xfrm>
          <a:off x="0" y="1030912"/>
          <a:ext cx="11485178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Dataset Feature Limitations</a:t>
          </a:r>
        </a:p>
      </dsp:txBody>
      <dsp:txXfrm>
        <a:off x="21589" y="1052501"/>
        <a:ext cx="11442000" cy="399082"/>
      </dsp:txXfrm>
    </dsp:sp>
    <dsp:sp modelId="{F60673FA-8B10-4EAB-BA1D-1827EECD2661}">
      <dsp:nvSpPr>
        <dsp:cNvPr id="0" name=""/>
        <dsp:cNvSpPr/>
      </dsp:nvSpPr>
      <dsp:spPr>
        <a:xfrm>
          <a:off x="0" y="1473172"/>
          <a:ext cx="11485178" cy="1676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65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The dataset contains only physicochemical measurements and does not include: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Grape variety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Region of origin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Production methods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Storage conditions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Expert tasting notes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These factors may provide additional insight into wine behavior.</a:t>
          </a:r>
        </a:p>
      </dsp:txBody>
      <dsp:txXfrm>
        <a:off x="0" y="1473172"/>
        <a:ext cx="11485178" cy="1676700"/>
      </dsp:txXfrm>
    </dsp:sp>
    <dsp:sp modelId="{CD5666B6-4693-47F5-8917-A112D335691C}">
      <dsp:nvSpPr>
        <dsp:cNvPr id="0" name=""/>
        <dsp:cNvSpPr/>
      </dsp:nvSpPr>
      <dsp:spPr>
        <a:xfrm>
          <a:off x="0" y="3149872"/>
          <a:ext cx="11485178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Quality Scores Remain Subjective</a:t>
          </a:r>
        </a:p>
      </dsp:txBody>
      <dsp:txXfrm>
        <a:off x="21589" y="3171461"/>
        <a:ext cx="11442000" cy="399082"/>
      </dsp:txXfrm>
    </dsp:sp>
    <dsp:sp modelId="{CFB5284D-B1AC-4944-96CC-9C99C01DD7B9}">
      <dsp:nvSpPr>
        <dsp:cNvPr id="0" name=""/>
        <dsp:cNvSpPr/>
      </dsp:nvSpPr>
      <dsp:spPr>
        <a:xfrm>
          <a:off x="0" y="3592132"/>
          <a:ext cx="11485178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65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Wine quality scores are based on sensory evaluations and may vary across evaluators.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As a result: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Quality may not align perfectly with chemistry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Quality groups may naturally overlap</a:t>
          </a:r>
        </a:p>
      </dsp:txBody>
      <dsp:txXfrm>
        <a:off x="0" y="3592132"/>
        <a:ext cx="11485178" cy="96876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EACBA-CAC7-471B-9660-B3C449BB3961}">
      <dsp:nvSpPr>
        <dsp:cNvPr id="0" name=""/>
        <dsp:cNvSpPr/>
      </dsp:nvSpPr>
      <dsp:spPr>
        <a:xfrm>
          <a:off x="0" y="77416"/>
          <a:ext cx="11603421" cy="4668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Clustering Method Limitations</a:t>
          </a:r>
        </a:p>
      </dsp:txBody>
      <dsp:txXfrm>
        <a:off x="22789" y="100205"/>
        <a:ext cx="11557843" cy="421252"/>
      </dsp:txXfrm>
    </dsp:sp>
    <dsp:sp modelId="{CFE1090B-62D3-47F3-91FB-18053D5DC8EC}">
      <dsp:nvSpPr>
        <dsp:cNvPr id="0" name=""/>
        <dsp:cNvSpPr/>
      </dsp:nvSpPr>
      <dsp:spPr>
        <a:xfrm>
          <a:off x="0" y="544246"/>
          <a:ext cx="11603421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409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Cluster interpretation is subjective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Different algorithms may produce different group structures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No ground-truth cluster labels exist</a:t>
          </a:r>
        </a:p>
      </dsp:txBody>
      <dsp:txXfrm>
        <a:off x="0" y="544246"/>
        <a:ext cx="11603421" cy="786599"/>
      </dsp:txXfrm>
    </dsp:sp>
    <dsp:sp modelId="{F7B69BBC-3893-4F17-818E-2645F19DC962}">
      <dsp:nvSpPr>
        <dsp:cNvPr id="0" name=""/>
        <dsp:cNvSpPr/>
      </dsp:nvSpPr>
      <dsp:spPr>
        <a:xfrm>
          <a:off x="0" y="1330846"/>
          <a:ext cx="11603421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Dimensionality Reduction Method Limitations</a:t>
          </a:r>
        </a:p>
      </dsp:txBody>
      <dsp:txXfrm>
        <a:off x="22789" y="1353635"/>
        <a:ext cx="11557843" cy="421252"/>
      </dsp:txXfrm>
    </dsp:sp>
    <dsp:sp modelId="{332C8C5C-3C60-47CF-AC6A-D05CB8DFFCFE}">
      <dsp:nvSpPr>
        <dsp:cNvPr id="0" name=""/>
        <dsp:cNvSpPr/>
      </dsp:nvSpPr>
      <dsp:spPr>
        <a:xfrm>
          <a:off x="0" y="1797676"/>
          <a:ext cx="11603421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409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PCA may overlook nonlinear structure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t-SNE and UMAP can distort distances during projection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Visual separation does not always imply true cluster structure</a:t>
          </a:r>
        </a:p>
      </dsp:txBody>
      <dsp:txXfrm>
        <a:off x="0" y="1797676"/>
        <a:ext cx="11603421" cy="786599"/>
      </dsp:txXfrm>
    </dsp:sp>
    <dsp:sp modelId="{824D5E43-1691-4B4E-8C23-B31375D6EFBE}">
      <dsp:nvSpPr>
        <dsp:cNvPr id="0" name=""/>
        <dsp:cNvSpPr/>
      </dsp:nvSpPr>
      <dsp:spPr>
        <a:xfrm>
          <a:off x="0" y="2584276"/>
          <a:ext cx="11603421" cy="4668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Anomaly Detection Method Limitations</a:t>
          </a:r>
        </a:p>
      </dsp:txBody>
      <dsp:txXfrm>
        <a:off x="22789" y="2607065"/>
        <a:ext cx="11557843" cy="421252"/>
      </dsp:txXfrm>
    </dsp:sp>
    <dsp:sp modelId="{454DF42B-08DC-49FC-8677-8BFE954486A0}">
      <dsp:nvSpPr>
        <dsp:cNvPr id="0" name=""/>
        <dsp:cNvSpPr/>
      </dsp:nvSpPr>
      <dsp:spPr>
        <a:xfrm>
          <a:off x="0" y="3051106"/>
          <a:ext cx="11603421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409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Isolation Forest and LOF use different definitions of anomalies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Results depend on algorithm assumptions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Rare observations are not always errors or defects</a:t>
          </a:r>
        </a:p>
      </dsp:txBody>
      <dsp:txXfrm>
        <a:off x="0" y="3051106"/>
        <a:ext cx="11603421" cy="786599"/>
      </dsp:txXfrm>
    </dsp:sp>
    <dsp:sp modelId="{9A568D81-9EB7-453F-B543-B02559886DFE}">
      <dsp:nvSpPr>
        <dsp:cNvPr id="0" name=""/>
        <dsp:cNvSpPr/>
      </dsp:nvSpPr>
      <dsp:spPr>
        <a:xfrm>
          <a:off x="0" y="3837706"/>
          <a:ext cx="11603421" cy="4668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Key Limitation</a:t>
          </a:r>
          <a:endParaRPr lang="en-US" sz="1900" b="1" kern="1200" dirty="0"/>
        </a:p>
      </dsp:txBody>
      <dsp:txXfrm>
        <a:off x="22789" y="3860495"/>
        <a:ext cx="11557843" cy="421252"/>
      </dsp:txXfrm>
    </dsp:sp>
    <dsp:sp modelId="{0427C10A-1DB0-4B8F-B2E2-D93CCED32275}">
      <dsp:nvSpPr>
        <dsp:cNvPr id="0" name=""/>
        <dsp:cNvSpPr/>
      </dsp:nvSpPr>
      <dsp:spPr>
        <a:xfrm>
          <a:off x="0" y="4304536"/>
          <a:ext cx="11603421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409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Unsupervised methods identify </a:t>
          </a:r>
          <a:r>
            <a:rPr lang="en-US" sz="1500" kern="1200"/>
            <a:t>structure, but they cannot directly explain why that structure exists.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Domain knowledge is still required to interpret results correctly.</a:t>
          </a:r>
        </a:p>
      </dsp:txBody>
      <dsp:txXfrm>
        <a:off x="0" y="4304536"/>
        <a:ext cx="11603421" cy="52112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99D6B-72AC-4676-A04D-B78F29408A32}">
      <dsp:nvSpPr>
        <dsp:cNvPr id="0" name=""/>
        <dsp:cNvSpPr/>
      </dsp:nvSpPr>
      <dsp:spPr>
        <a:xfrm>
          <a:off x="3315" y="561704"/>
          <a:ext cx="1761453" cy="6529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Additional Clustering Approaches</a:t>
          </a:r>
          <a:endParaRPr lang="en-US" sz="1300" kern="1200"/>
        </a:p>
      </dsp:txBody>
      <dsp:txXfrm>
        <a:off x="3315" y="561704"/>
        <a:ext cx="1761453" cy="652990"/>
      </dsp:txXfrm>
    </dsp:sp>
    <dsp:sp modelId="{4959E15C-3633-4B13-8171-3461EE2B8251}">
      <dsp:nvSpPr>
        <dsp:cNvPr id="0" name=""/>
        <dsp:cNvSpPr/>
      </dsp:nvSpPr>
      <dsp:spPr>
        <a:xfrm>
          <a:off x="3315" y="1214695"/>
          <a:ext cx="1761453" cy="30636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Evaluate more advanced clustering techniques: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HDBSCAN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Spectral Clustering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Affinity Propagation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These methods may reveal additional subgroup structure not detected by current models.</a:t>
          </a:r>
        </a:p>
      </dsp:txBody>
      <dsp:txXfrm>
        <a:off x="3315" y="1214695"/>
        <a:ext cx="1761453" cy="3063613"/>
      </dsp:txXfrm>
    </dsp:sp>
    <dsp:sp modelId="{04DDF408-F3F0-4934-B441-D7F673E2F608}">
      <dsp:nvSpPr>
        <dsp:cNvPr id="0" name=""/>
        <dsp:cNvSpPr/>
      </dsp:nvSpPr>
      <dsp:spPr>
        <a:xfrm>
          <a:off x="2011372" y="561704"/>
          <a:ext cx="1761453" cy="6529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Enhance Distance &amp; Similarity Analysis</a:t>
          </a:r>
        </a:p>
      </dsp:txBody>
      <dsp:txXfrm>
        <a:off x="2011372" y="561704"/>
        <a:ext cx="1761453" cy="652990"/>
      </dsp:txXfrm>
    </dsp:sp>
    <dsp:sp modelId="{421589AA-0D56-4F0E-88D2-5DF81977F421}">
      <dsp:nvSpPr>
        <dsp:cNvPr id="0" name=""/>
        <dsp:cNvSpPr/>
      </dsp:nvSpPr>
      <dsp:spPr>
        <a:xfrm>
          <a:off x="2011372" y="1214695"/>
          <a:ext cx="1761453" cy="306361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Investigate alternative distance metrics: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Manhattan Distance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Cosine Similarity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Mahalanobis</a:t>
          </a:r>
          <a:r>
            <a:rPr lang="en-US" sz="1300" kern="1200" dirty="0"/>
            <a:t> Distance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Different distance definitions may alter cluster structure and anomaly detection performance.\</a:t>
          </a:r>
        </a:p>
      </dsp:txBody>
      <dsp:txXfrm>
        <a:off x="2011372" y="1214695"/>
        <a:ext cx="1761453" cy="3063613"/>
      </dsp:txXfrm>
    </dsp:sp>
    <dsp:sp modelId="{DB2A1169-084E-43F4-BD55-A4C746D5A143}">
      <dsp:nvSpPr>
        <dsp:cNvPr id="0" name=""/>
        <dsp:cNvSpPr/>
      </dsp:nvSpPr>
      <dsp:spPr>
        <a:xfrm>
          <a:off x="4019430" y="561704"/>
          <a:ext cx="1761453" cy="6529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Improve Anomaly Analysis</a:t>
          </a:r>
        </a:p>
      </dsp:txBody>
      <dsp:txXfrm>
        <a:off x="4019430" y="561704"/>
        <a:ext cx="1761453" cy="652990"/>
      </dsp:txXfrm>
    </dsp:sp>
    <dsp:sp modelId="{B374942D-3F9B-4BF8-B973-ED126638045D}">
      <dsp:nvSpPr>
        <dsp:cNvPr id="0" name=""/>
        <dsp:cNvSpPr/>
      </dsp:nvSpPr>
      <dsp:spPr>
        <a:xfrm>
          <a:off x="4019430" y="1214695"/>
          <a:ext cx="1761453" cy="306361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Evaluate the impact of anomalies on clustering results by: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Removing detected anomalies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Re-running clustering methods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Comparing cluster stability before and after removal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This would help determine how strongly rare wines influence discovered populations.</a:t>
          </a:r>
        </a:p>
      </dsp:txBody>
      <dsp:txXfrm>
        <a:off x="4019430" y="1214695"/>
        <a:ext cx="1761453" cy="3063613"/>
      </dsp:txXfrm>
    </dsp:sp>
    <dsp:sp modelId="{634AC8EC-1F13-45AC-9080-B5159EAA475B}">
      <dsp:nvSpPr>
        <dsp:cNvPr id="0" name=""/>
        <dsp:cNvSpPr/>
      </dsp:nvSpPr>
      <dsp:spPr>
        <a:xfrm>
          <a:off x="6027487" y="561704"/>
          <a:ext cx="1761453" cy="6529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Add Cluster Interpretation</a:t>
          </a:r>
        </a:p>
      </dsp:txBody>
      <dsp:txXfrm>
        <a:off x="6027487" y="561704"/>
        <a:ext cx="1761453" cy="652990"/>
      </dsp:txXfrm>
    </dsp:sp>
    <dsp:sp modelId="{7D0A871C-181F-4969-AA42-58CF01238394}">
      <dsp:nvSpPr>
        <dsp:cNvPr id="0" name=""/>
        <dsp:cNvSpPr/>
      </dsp:nvSpPr>
      <dsp:spPr>
        <a:xfrm>
          <a:off x="6027487" y="1214695"/>
          <a:ext cx="1761453" cy="306361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Develop a hybrid supervised-unsupervised workflow: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Cluster Assignment </a:t>
          </a:r>
          <a:r>
            <a:rPr lang="en-US" sz="1300" kern="1200" dirty="0">
              <a:latin typeface="Aptos" panose="020B0004020202020204" pitchFamily="34" charset="0"/>
            </a:rPr>
            <a:t>→ </a:t>
          </a:r>
          <a:r>
            <a:rPr lang="en-US" sz="1300" kern="1200" dirty="0"/>
            <a:t>Classification Model </a:t>
          </a:r>
          <a:r>
            <a:rPr lang="en-US" sz="1300" kern="1200" dirty="0">
              <a:latin typeface="Aptos" panose="020B0004020202020204" pitchFamily="34" charset="0"/>
            </a:rPr>
            <a:t>→ </a:t>
          </a:r>
          <a:r>
            <a:rPr lang="en-US" sz="1300" kern="1200" dirty="0"/>
            <a:t>Feature Importance / SHAP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This would provide direct explanations for cluster membership and improve interpretability.</a:t>
          </a:r>
        </a:p>
      </dsp:txBody>
      <dsp:txXfrm>
        <a:off x="6027487" y="1214695"/>
        <a:ext cx="1761453" cy="3063613"/>
      </dsp:txXfrm>
    </dsp:sp>
    <dsp:sp modelId="{C91A9EC2-41CA-4873-876C-E37E9C49F05B}">
      <dsp:nvSpPr>
        <dsp:cNvPr id="0" name=""/>
        <dsp:cNvSpPr/>
      </dsp:nvSpPr>
      <dsp:spPr>
        <a:xfrm>
          <a:off x="8035545" y="561704"/>
          <a:ext cx="1761453" cy="65299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Extend Dimensionality Reduction</a:t>
          </a:r>
        </a:p>
      </dsp:txBody>
      <dsp:txXfrm>
        <a:off x="8035545" y="561704"/>
        <a:ext cx="1761453" cy="652990"/>
      </dsp:txXfrm>
    </dsp:sp>
    <dsp:sp modelId="{91B86A97-162B-4FB9-A1FA-7D99DE7DFD87}">
      <dsp:nvSpPr>
        <dsp:cNvPr id="0" name=""/>
        <dsp:cNvSpPr/>
      </dsp:nvSpPr>
      <dsp:spPr>
        <a:xfrm>
          <a:off x="8035545" y="1214695"/>
          <a:ext cx="1761453" cy="3063613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Future analysis could explore: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Three-dimensional embeddings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Autoencoders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Variational Autoencoders (VAE)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Deep representation learning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These methods may reveal additional nonlinear structure.</a:t>
          </a:r>
        </a:p>
      </dsp:txBody>
      <dsp:txXfrm>
        <a:off x="8035545" y="1214695"/>
        <a:ext cx="1761453" cy="3063613"/>
      </dsp:txXfrm>
    </dsp:sp>
    <dsp:sp modelId="{DDA4B043-CA64-466A-A810-CF24D0976F38}">
      <dsp:nvSpPr>
        <dsp:cNvPr id="0" name=""/>
        <dsp:cNvSpPr/>
      </dsp:nvSpPr>
      <dsp:spPr>
        <a:xfrm>
          <a:off x="10043602" y="561704"/>
          <a:ext cx="1761453" cy="6529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Long-Term Goal</a:t>
          </a:r>
        </a:p>
      </dsp:txBody>
      <dsp:txXfrm>
        <a:off x="10043602" y="561704"/>
        <a:ext cx="1761453" cy="652990"/>
      </dsp:txXfrm>
    </dsp:sp>
    <dsp:sp modelId="{664E20EC-38C7-4008-B393-E19F188C8B9E}">
      <dsp:nvSpPr>
        <dsp:cNvPr id="0" name=""/>
        <dsp:cNvSpPr/>
      </dsp:nvSpPr>
      <dsp:spPr>
        <a:xfrm>
          <a:off x="10043602" y="1214695"/>
          <a:ext cx="1761453" cy="30636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Develop an integrated exploration framework that combines: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Clustering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Dimensionality Reduction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Anomaly Detection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Explainable AI to support deeper understanding of wine chemistry and population structure.</a:t>
          </a:r>
        </a:p>
      </dsp:txBody>
      <dsp:txXfrm>
        <a:off x="10043602" y="1214695"/>
        <a:ext cx="1761453" cy="306361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0700D-CB26-49AF-9FEF-A1F5F0AE76DF}">
      <dsp:nvSpPr>
        <dsp:cNvPr id="0" name=""/>
        <dsp:cNvSpPr/>
      </dsp:nvSpPr>
      <dsp:spPr>
        <a:xfrm>
          <a:off x="0" y="13175"/>
          <a:ext cx="11737426" cy="4176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Project Objective Achieved</a:t>
          </a:r>
          <a:endParaRPr lang="en-US" sz="1700" kern="1200" dirty="0"/>
        </a:p>
      </dsp:txBody>
      <dsp:txXfrm>
        <a:off x="20390" y="33565"/>
        <a:ext cx="11696646" cy="376910"/>
      </dsp:txXfrm>
    </dsp:sp>
    <dsp:sp modelId="{AB236AD6-601A-4723-AD50-60CDB5DFB47E}">
      <dsp:nvSpPr>
        <dsp:cNvPr id="0" name=""/>
        <dsp:cNvSpPr/>
      </dsp:nvSpPr>
      <dsp:spPr>
        <a:xfrm>
          <a:off x="0" y="430865"/>
          <a:ext cx="11737426" cy="413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66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This project successfully applied clustering, dimensionality reduction, and anomaly-detection techniques to uncover hidden structure within the Wine Quality dataset.</a:t>
          </a:r>
        </a:p>
      </dsp:txBody>
      <dsp:txXfrm>
        <a:off x="0" y="430865"/>
        <a:ext cx="11737426" cy="413482"/>
      </dsp:txXfrm>
    </dsp:sp>
    <dsp:sp modelId="{FC123B77-2188-477B-8F31-F93ECEF809C7}">
      <dsp:nvSpPr>
        <dsp:cNvPr id="0" name=""/>
        <dsp:cNvSpPr/>
      </dsp:nvSpPr>
      <dsp:spPr>
        <a:xfrm>
          <a:off x="0" y="844347"/>
          <a:ext cx="11737426" cy="4176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Major Conclusions</a:t>
          </a:r>
        </a:p>
      </dsp:txBody>
      <dsp:txXfrm>
        <a:off x="20390" y="864737"/>
        <a:ext cx="11696646" cy="376910"/>
      </dsp:txXfrm>
    </dsp:sp>
    <dsp:sp modelId="{14DF6D0D-E0F0-46CC-BFCF-0C0B824277A2}">
      <dsp:nvSpPr>
        <dsp:cNvPr id="0" name=""/>
        <dsp:cNvSpPr/>
      </dsp:nvSpPr>
      <dsp:spPr>
        <a:xfrm>
          <a:off x="0" y="1262037"/>
          <a:ext cx="11737426" cy="1900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66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kern="1200" dirty="0"/>
            <a:t>Wine Type Drives Dataset Structure – Red and white wines consistently formed distinct populations across nearly all unsupervised learning methods evaluated.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kern="1200" dirty="0"/>
            <a:t>Wine Quality Remains Highly Overlapping– Quality scores did not form clearly separated chemistry groups and behaved more like a continuous spectrum than distinct categories.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kern="1200" dirty="0"/>
            <a:t>Additional Subgroups Exist – Multiple methods revealed evidence of meaningful subgroup structure within both red and white wine populations.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kern="1200" dirty="0"/>
            <a:t>No Single Method Was Best at Everything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kern="1200" dirty="0"/>
            <a:t>Multiple Methods Reinforced the Same Findings – One of the strongest outcomes of the project was the consistency of results across independent techniques.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kern="1200" dirty="0"/>
            <a:t>Clustering, dimensionality reduction, and anomaly detection all pointed toward the same fundamental structure within the dataset.</a:t>
          </a:r>
        </a:p>
      </dsp:txBody>
      <dsp:txXfrm>
        <a:off x="0" y="1262037"/>
        <a:ext cx="11737426" cy="1900260"/>
      </dsp:txXfrm>
    </dsp:sp>
    <dsp:sp modelId="{35A69476-C17C-4390-94DB-7B7F6D82E4FC}">
      <dsp:nvSpPr>
        <dsp:cNvPr id="0" name=""/>
        <dsp:cNvSpPr/>
      </dsp:nvSpPr>
      <dsp:spPr>
        <a:xfrm>
          <a:off x="0" y="3162297"/>
          <a:ext cx="11737426" cy="4176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Final Takeaway</a:t>
          </a:r>
        </a:p>
      </dsp:txBody>
      <dsp:txXfrm>
        <a:off x="20390" y="3182687"/>
        <a:ext cx="11696646" cy="376910"/>
      </dsp:txXfrm>
    </dsp:sp>
    <dsp:sp modelId="{89950E26-410B-49B5-ACAA-197589F34647}">
      <dsp:nvSpPr>
        <dsp:cNvPr id="0" name=""/>
        <dsp:cNvSpPr/>
      </dsp:nvSpPr>
      <dsp:spPr>
        <a:xfrm>
          <a:off x="0" y="3579987"/>
          <a:ext cx="11737426" cy="130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66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Wine Type </a:t>
          </a:r>
          <a:r>
            <a:rPr lang="en-US" sz="1300" kern="1200" dirty="0">
              <a:latin typeface="Aptos" panose="020B0004020202020204" pitchFamily="34" charset="0"/>
            </a:rPr>
            <a:t>→ </a:t>
          </a:r>
          <a:r>
            <a:rPr lang="en-US" sz="1300" kern="1200" dirty="0"/>
            <a:t>Primary Structure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Subgroups </a:t>
          </a:r>
          <a:r>
            <a:rPr lang="en-US" sz="1300" kern="1200" dirty="0">
              <a:latin typeface="Aptos" panose="020B0004020202020204" pitchFamily="34" charset="0"/>
            </a:rPr>
            <a:t>→ </a:t>
          </a:r>
          <a:r>
            <a:rPr lang="en-US" sz="1300" kern="1200" dirty="0"/>
            <a:t>Secondary Structure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Quality  </a:t>
          </a:r>
          <a:r>
            <a:rPr lang="en-US" sz="1300" kern="1200" dirty="0">
              <a:latin typeface="Aptos" panose="020B0004020202020204" pitchFamily="34" charset="0"/>
            </a:rPr>
            <a:t>→ </a:t>
          </a:r>
          <a:r>
            <a:rPr lang="en-US" sz="1300" kern="1200" dirty="0"/>
            <a:t>Highly Overlapping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Anomalies  </a:t>
          </a:r>
          <a:r>
            <a:rPr lang="en-US" sz="1300" kern="1200" dirty="0">
              <a:latin typeface="Aptos" panose="020B0004020202020204" pitchFamily="34" charset="0"/>
            </a:rPr>
            <a:t>→ </a:t>
          </a:r>
          <a:r>
            <a:rPr lang="en-US" sz="1300" kern="1200" dirty="0"/>
            <a:t>Method Dependent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Together, these findings provide a comprehensive understanding of wine chemistry structure and demonstrate the value of combining multiple unsupervised-learning techniques when exploring complex datasets.</a:t>
          </a:r>
        </a:p>
      </dsp:txBody>
      <dsp:txXfrm>
        <a:off x="0" y="3579987"/>
        <a:ext cx="11737426" cy="1302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DB194-D8EF-415B-AC8B-37DD2ECF116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14CCF-65C1-45AC-BB03-CFA21051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2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applies multiple unsupervised machine learning techniques to understand the underlying structure of wine chemistry data.</a:t>
            </a:r>
          </a:p>
          <a:p>
            <a:r>
              <a:rPr lang="en-US" dirty="0"/>
              <a:t>The analysis investigates clustering behavior, nonlinear structure, dimensionality reduction, and anomaly detection using the UCI Wine Quality dataset.</a:t>
            </a:r>
          </a:p>
          <a:p>
            <a:r>
              <a:rPr lang="en-US" dirty="0"/>
              <a:t>The goal is to uncover patterns and relationships that exist without relying on target labels.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6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supervised learning, unsupervised learning attempts to discover structure without a predefined target.</a:t>
            </a:r>
          </a:p>
          <a:p>
            <a:endParaRPr lang="en-US" dirty="0"/>
          </a:p>
          <a:p>
            <a:r>
              <a:rPr lang="en-US" dirty="0"/>
              <a:t>This project focuses on determining whether meaningful groups, latent factors, and rare observations exist within the Wine Quality dataset.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1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Wine Quality dataset contains physicochemical measurements collected from red and white Portuguese Vinho Verde wines.</a:t>
            </a:r>
          </a:p>
          <a:p>
            <a:r>
              <a:rPr lang="en-US" dirty="0"/>
              <a:t>The analysis focuses on eleven chemistry variables that describe acidity, sugar content, sulfur concentration, density, and alcohol content. </a:t>
            </a:r>
          </a:p>
          <a:p>
            <a:r>
              <a:rPr lang="en-US" dirty="0"/>
              <a:t>Wine type and quality were intentionally excluded from most unsupervised methods and later used for interpretation to determine whether natural structures aligned with known wine categories.</a:t>
            </a:r>
          </a:p>
          <a:p>
            <a:r>
              <a:rPr lang="en-US" dirty="0"/>
              <a:t>A key advantage of this dataset is that it enables us to evaluate whether meaningful groups emerge naturally from</a:t>
            </a:r>
          </a:p>
          <a:p>
            <a:r>
              <a:rPr lang="en-US" dirty="0"/>
              <a:t>chemistry alone.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29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applying unsupervised-learning methods, the quality distribution of red and white wines was examined.</a:t>
            </a:r>
          </a:p>
          <a:p>
            <a:r>
              <a:rPr lang="en-US" dirty="0"/>
              <a:t>Both wine types exhibited similar median quality scores </a:t>
            </a:r>
            <a:r>
              <a:rPr lang="en-US" dirty="0" err="1"/>
              <a:t>andcomparable</a:t>
            </a:r>
            <a:r>
              <a:rPr lang="en-US" dirty="0"/>
              <a:t> overall distributions.</a:t>
            </a:r>
          </a:p>
          <a:p>
            <a:r>
              <a:rPr lang="en-US" dirty="0"/>
              <a:t>Most wines received scores between 5 and 6, while very </a:t>
            </a:r>
            <a:r>
              <a:rPr lang="en-US" dirty="0" err="1"/>
              <a:t>lowand</a:t>
            </a:r>
            <a:r>
              <a:rPr lang="en-US" dirty="0"/>
              <a:t> very high quality ratings were relatively </a:t>
            </a:r>
            <a:r>
              <a:rPr lang="en-US" dirty="0" err="1"/>
              <a:t>uncommon.This</a:t>
            </a:r>
            <a:r>
              <a:rPr lang="en-US" dirty="0"/>
              <a:t> finding was important because it suggested early in </a:t>
            </a:r>
            <a:r>
              <a:rPr lang="en-US" dirty="0" err="1"/>
              <a:t>theanalysis</a:t>
            </a:r>
            <a:r>
              <a:rPr lang="en-US" dirty="0"/>
              <a:t> that wine quality might not be the dominant </a:t>
            </a:r>
            <a:r>
              <a:rPr lang="en-US" dirty="0" err="1"/>
              <a:t>sourceof</a:t>
            </a:r>
            <a:r>
              <a:rPr lang="en-US" dirty="0"/>
              <a:t> structure within the </a:t>
            </a:r>
            <a:r>
              <a:rPr lang="en-US" dirty="0" err="1"/>
              <a:t>dataset.Later</a:t>
            </a:r>
            <a:r>
              <a:rPr lang="en-US" dirty="0"/>
              <a:t> clustering and dimensionality-reduction </a:t>
            </a:r>
            <a:r>
              <a:rPr lang="en-US" dirty="0" err="1"/>
              <a:t>analysesconfirmed</a:t>
            </a:r>
            <a:r>
              <a:rPr lang="en-US" dirty="0"/>
              <a:t> this observation, showing that wine type </a:t>
            </a:r>
            <a:r>
              <a:rPr lang="en-US" dirty="0" err="1"/>
              <a:t>drivesmuch</a:t>
            </a:r>
            <a:r>
              <a:rPr lang="en-US" dirty="0"/>
              <a:t> stronger separation than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49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applying unsupervised-learning techniques, the combined wine dataset was cleaned and standardized to ensure consistent feature scaling.</a:t>
            </a:r>
          </a:p>
          <a:p>
            <a:r>
              <a:rPr lang="en-US" dirty="0"/>
              <a:t>Standardization was particularly important because many of the algorithms used in this project rely on distances and feature-space geometry. Without scaling, variables such as sulfur dioxide could dominate smaller-scale measurements such as </a:t>
            </a:r>
            <a:r>
              <a:rPr lang="en-US" dirty="0" err="1"/>
              <a:t>pH.</a:t>
            </a:r>
            <a:endParaRPr lang="en-US" dirty="0"/>
          </a:p>
          <a:p>
            <a:r>
              <a:rPr lang="en-US" dirty="0"/>
              <a:t>The analysis followed a structured workflow beginning with clustering methods, followed by dimensionality reduction, and concluding with anomaly detection and final method comparisons.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90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Clustering was the first major analysis performed in the project.</a:t>
            </a:r>
          </a:p>
          <a:p>
            <a:r>
              <a:rPr lang="en-US" dirty="0"/>
              <a:t>Several clustering methods were evaluated because each approach detects structure differently.</a:t>
            </a:r>
          </a:p>
          <a:p>
            <a:r>
              <a:rPr lang="en-US" dirty="0"/>
              <a:t>K-Means identifies compact groups, GMM models overlapping populations, Agglomerative Clustering reveals hierarchical relationships, and DBSCAN discovers density-based</a:t>
            </a:r>
          </a:p>
          <a:p>
            <a:r>
              <a:rPr lang="en-US" dirty="0"/>
              <a:t>structure. </a:t>
            </a:r>
          </a:p>
          <a:p>
            <a:r>
              <a:rPr lang="en-US" dirty="0"/>
              <a:t>Comparing multiple clustering algorithms increases confidence in findings that appear consistently across methods.</a:t>
            </a:r>
          </a:p>
          <a:p>
            <a:r>
              <a:rPr lang="en-US" dirty="0"/>
              <a:t>The primary question was whether meaningful wine populations emerge naturally from chemistry measurements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3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The clustering analysis demonstrated that wine chemistry naturally separates into distinct populations.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The strongest and most consistent structure corresponded to red and white wine types.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While K-Means and GMM identified broad population differences, hierarchical clustering provided additional insight into relationships between groups.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Ward linkage emerged as the strongest clustering approach because it produced clear separation while simultaneously revealing evidence of subgroup structure within the larger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wine populations.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Importantly, wine quality did not form independent clusters, suggesting that quality varies continuously rather than through distinct chemistry-based groups.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4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Dimensionality reduction was used to investigate the underlying geometry of the wine chemistry data.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PCA served as the baseline linear approach, while Kernel PCA, t-SNE, and UMAP explored nonlinear structure.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NMF was included because it provides a fundamentally different perspective by identifying additive latent chemistry factors instead of focusing on visualization.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Together, these methods allow us to determine whether wine populations separate naturally and whether hidden structure exists beyond what is visible in the original feature space.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3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Dimensionality reduction provided one of the strongest sources of evidence in the entire project.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Despite using fundamentally different mathematical approaches, PCA, Kernel PCA, t-SNE, UMAP, and NMF all identified wine type as the dominant source of variation.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UMAP produced the strongest overall visualization because it maintained strong separation while preserving broader dataset structure.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NMF contributed a different perspective by identifying interpretable chemistry factors rather than focusing on visualization.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The consistency across methods increases confidence that the detected wine populations reflect genuine underlying structure rather than artifacts of a specific algorithm.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9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The anomaly-detection analysis produced one of the most interesting results in the project.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Although both methods identified exactly 266 anomalies, they disagreed on most observations.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Only 96 wines were classified as anomalous by both methods, corresponding to an agreement rate of 36.09%.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This low overlap demonstrates that anomaly detection is highly dependent on how unusual behavior is defined.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Isolation Forest identified globally extreme wines, particularly among red wines.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LOF identified locally unusual wines, particularly among white wines.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b="0" i="0" dirty="0">
                <a:effectLst/>
                <a:latin typeface="+mn-lt"/>
              </a:rPr>
              <a:t>Together, these methods provided a more complete picture of rare wine chemistry profiles than either approach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39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b="1" dirty="0"/>
              <a:t>Speaker Notes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The strongest evidence generated by this project comes from the agreement between independent unsupervised-learning methods.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Clustering, dimensionality reduction, and anomaly detection all identified wine type as the dominant source of variation.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Quality scores remained highly overlapping throughout the analysis, while additional subgroup structure appeared within both wine populations.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The consistency of findings across multiple techniques increases confidence that these patterns reflect genuine properties of the dataset rather than artifacts produced by individual algorithms.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This convergence of evidence is one of the strongest outcomes of the project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99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b="1" dirty="0"/>
              <a:t>Speaker Notes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One of the most important lessons from this project is that different unsupervised-learning methods answer different questions.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Ward linkage was most effective for discovering hierarchical population structure. 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UMAP provided the strongest visualization and made wine populations easy to interpret.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NMF delivered the most meaningful chemistry-based interpretation. Isolation Forest and LOF identified different forms of anomalous behavior and together provided a more complete view of unusual wines.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The strongest approach is therefore not selecting a single best algorithm but combining complementary methods to gain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multiple perspectives on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31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b="0" dirty="0"/>
              <a:t>Although the project uncovered consistent patterns, </a:t>
            </a:r>
            <a:r>
              <a:rPr lang="en-US" b="0" dirty="0" err="1"/>
              <a:t>severallimitations</a:t>
            </a:r>
            <a:r>
              <a:rPr lang="en-US" b="0" dirty="0"/>
              <a:t> should be considered when interpreting the results.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b="0" dirty="0"/>
              <a:t>The dataset contains only chemistry measurements and lacks many real-world factors that may influence wine variation.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b="0" dirty="0"/>
              <a:t>Additionally, unsupervised learning does not provide a ground-truth answer, making interpretation inherently more subjective than supervised classification.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09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0BA5F-18CD-3F10-8E42-DDC671C0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8CD95-9DB2-1A5C-44CD-A06132117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37EC1-8D89-29CE-7C2B-DCC8F2870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b="0" dirty="0"/>
              <a:t>Different clustering, dimensionality-reduction, and anomaly detection methods can produce different views of the same data.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b="0" dirty="0"/>
              <a:t>For this reason, the strongest conclusions come from patterns that appeared repeatedly across multiple methods.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b="0" dirty="0"/>
              <a:t>This slide directly satisfies the "limitations" portion of the grading rubric and mirrors the limitations slide that helped your previous report score well. </a:t>
            </a:r>
          </a:p>
          <a:p>
            <a:pPr marL="0" indent="0">
              <a:buNone/>
            </a:pPr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9241D-536A-E310-C56E-11DCC89A0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56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59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dirty="0"/>
              <a:t>The goal of this project was to determine whether hidden structure exists within wine chemistry data without relying on predefined labels.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Across all analyses, wine type emerged as the dominant source of variation, while quality remained highly overlapping.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Several methods also suggested the presence of additional subgroups within both wine populations.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Perhaps the most important lesson is that different unsupervised-learning techniques answer different questions. When used together, they provide a far richer understanding of the data than any single algorithm alone.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The consistency of findings across clustering, dimensionality reduction, and anomaly detection increases confidence that the observed structures represent genuine properties of the Wine Quality dataset.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4CCF-65C1-45AC-BB03-CFA21051A62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60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2C25-EA2B-1C68-07F4-F005A2DD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56CC6-1414-CFC4-4DD6-4EA2FCBAE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32DF1-899D-5253-13C4-3DE8597A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A5948-6B14-2A2C-1A54-6C7B309E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DD96C-857D-B80C-CF38-1EC09D4B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9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B90D-8496-3083-62CC-CF7425F33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34688-56EB-A90C-ABAE-8E961B181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7E05-4B07-06F5-5881-D2D28502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D1721-A7BD-CD46-3DC2-B92D2BC0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E108-5FFD-0EB2-ACF8-1B0E9BF3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7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6D3E-FC3A-A949-3A26-5FDD4086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44F09-CE03-4418-4854-98864D693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3EC3-C695-8FAC-B921-E821EA66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5AB6-1E7E-09BA-0888-077C92D3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0AA9A-3FBA-995B-FD64-B39D96A9D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5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26BB-22C4-C217-2EFF-98F21F84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11B2-435F-8E95-9A54-E6E4816BA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B6A77-9AC3-791B-3431-0960775ED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28E91-CC62-4F40-7294-5B41A07A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79B32-FAB9-C58E-D666-CCE5E395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42E6-88E0-93B2-7DF5-696AEE0E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0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4B8F6-B7D7-5016-12B6-1773A87D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DE30D-6E73-DE26-3F07-99F46CDC3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FEC07-1965-CB17-993B-AB120C1E5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9C35A-7C40-6022-0C4C-257BC514B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E9A42-D564-BA9A-5367-9E1046136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F1254-FFCF-EFEF-4DEA-5F10CB62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44C32-6518-2E55-ACA7-D61D9F22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5251C0-947C-7349-6402-8CA85B43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7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F261-F17A-0187-05EF-533E4456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62677-E6AE-8A64-6424-A1DFE6EA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DB1D8-DAD2-2574-F14B-1FAE94B2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F7C49-D53E-95F7-C77C-3D0D47A8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7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C3ADC-ED40-6331-8ED6-BF57B72A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6E3DE-21CD-2B34-662D-CB1271FB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64399-D44D-E614-5E7C-509B32B6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4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E646-206B-4245-3ED2-3194135D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4C67-DD7D-4828-D7FE-640AB9513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87C1F-7251-2430-55F3-B788D153D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6CF89-286F-D3A9-D693-7BBE6A65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BDFA0-33F9-B810-88D7-DEDC1CE1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C7A29-11C0-86FA-E603-AF501B43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6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97BE-0B7F-78F3-C581-810848D6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F3553-99D4-EC56-C310-0591F9AD79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11961-E55D-969B-BAC6-883436786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5005E-43FE-578A-B534-3E17D338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AB040-0897-BADE-BB46-02B73111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74DC8-52E3-571F-6B98-54EDDCF4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5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0488-377F-1BEA-067C-9AD8862A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661E0-AE9B-A5AE-9B47-D6E9B31C0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08FA4-0E22-48B2-8233-763D6ED8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CAA51-F81B-3E0F-2CA3-28A2D4A9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0B61-247A-C500-0BB2-3DA7F391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4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1B84A5-CE76-6175-5625-BBC7D8E32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63ACA-49E5-4B1E-F761-33B3B54F4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BFDB-698E-8C58-C3F4-C352DB0B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7D67-BC98-EDCE-C4C3-C1D80A431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6DA8B-2378-9D4F-7C62-44812A30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3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C8610-9AE7-20FC-91E6-996AF933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C9A3D-7318-5B9A-0B86-28A7A0FA3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42915-CB51-9E14-D0CE-514E3BE83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BA1D4-D33C-4B6C-B194-36DD8D1EE67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4A66F-E8A0-2B53-ECA6-3CD6B6382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26228-D09F-D505-05EB-8D54097C7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BF70D-3111-4B66-84C8-BAF29254C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6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es after being harvested">
            <a:extLst>
              <a:ext uri="{FF2B5EF4-FFF2-40B4-BE49-F238E27FC236}">
                <a16:creationId xmlns:a16="http://schemas.microsoft.com/office/drawing/2014/main" id="{4210DE2C-226D-5BA4-592D-09924F422F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103" r="9091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50B7A-9F65-27AA-FF00-65CA8A1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 fontAlgn="t"/>
            <a:r>
              <a:rPr lang="en-US" sz="3100">
                <a:solidFill>
                  <a:schemeClr val="bg1"/>
                </a:solidFill>
              </a:rPr>
              <a:t>Unsupervised Machine Learning on Wine Quality Data</a:t>
            </a:r>
            <a:br>
              <a:rPr lang="en-US" sz="3100">
                <a:solidFill>
                  <a:schemeClr val="bg1"/>
                </a:solidFill>
              </a:rPr>
            </a:br>
            <a:r>
              <a:rPr lang="en-US" sz="3100">
                <a:solidFill>
                  <a:schemeClr val="bg1"/>
                </a:solidFill>
              </a:rPr>
              <a:t>Clustering, Dimensionality Reduction, and Anomaly Detection Using the UCI Wine Quality Dataset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3500E-2168-E367-7831-E3E187C76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By Aaron Niecestro</a:t>
            </a:r>
          </a:p>
        </p:txBody>
      </p:sp>
    </p:spTree>
    <p:extLst>
      <p:ext uri="{BB962C8B-B14F-4D97-AF65-F5344CB8AC3E}">
        <p14:creationId xmlns:p14="http://schemas.microsoft.com/office/powerpoint/2010/main" val="276156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BB0B6-63D6-41CD-5002-166B9C99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Objective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ACB56C5-94AA-6F63-20FB-F1CFA9B95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217763"/>
              </p:ext>
            </p:extLst>
          </p:nvPr>
        </p:nvGraphicFramePr>
        <p:xfrm>
          <a:off x="291662" y="1718441"/>
          <a:ext cx="11674366" cy="4989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749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5D3E-0CFD-EDB1-2DE2-3BD5989C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373" y="93333"/>
            <a:ext cx="10515600" cy="1325563"/>
          </a:xfrm>
        </p:spPr>
        <p:txBody>
          <a:bodyPr/>
          <a:lstStyle/>
          <a:p>
            <a:r>
              <a:rPr lang="en-US" dirty="0"/>
              <a:t>Dataset Description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682B4E-C976-BE7A-5D2D-8606065C9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235403"/>
              </p:ext>
            </p:extLst>
          </p:nvPr>
        </p:nvGraphicFramePr>
        <p:xfrm>
          <a:off x="6400800" y="658808"/>
          <a:ext cx="5439103" cy="59265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1724">
                  <a:extLst>
                    <a:ext uri="{9D8B030D-6E8A-4147-A177-3AD203B41FA5}">
                      <a16:colId xmlns:a16="http://schemas.microsoft.com/office/drawing/2014/main" val="1613798737"/>
                    </a:ext>
                  </a:extLst>
                </a:gridCol>
                <a:gridCol w="1751724">
                  <a:extLst>
                    <a:ext uri="{9D8B030D-6E8A-4147-A177-3AD203B41FA5}">
                      <a16:colId xmlns:a16="http://schemas.microsoft.com/office/drawing/2014/main" val="397112156"/>
                    </a:ext>
                  </a:extLst>
                </a:gridCol>
                <a:gridCol w="1935655">
                  <a:extLst>
                    <a:ext uri="{9D8B030D-6E8A-4147-A177-3AD203B41FA5}">
                      <a16:colId xmlns:a16="http://schemas.microsoft.com/office/drawing/2014/main" val="1492351107"/>
                    </a:ext>
                  </a:extLst>
                </a:gridCol>
              </a:tblGrid>
              <a:tr h="707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Was this Feature used for Modeling?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473260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Fixed Acidity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Tartaric acid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471792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Volatile Acidity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Acetic acid concentration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572964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Citric Acid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Citric acid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032020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Residual Sugar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Remaining sugar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934633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Chlorides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Salt concentration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53585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Free Sulfur Dioxide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SO₂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498916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Total Sulfur Dioxide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Total SO₂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571621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Wine 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396534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Acidity 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681509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Sulphates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Sulfate concentration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153341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Alcohol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Alcohol percentage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053394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Wine quality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Used for interpretation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719408"/>
                  </a:ext>
                </a:extLst>
              </a:tr>
              <a:tr h="3400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9048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Red or White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Used for interpretation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559888"/>
                  </a:ext>
                </a:extLst>
              </a:tr>
            </a:tbl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F5A3CA4-0873-05D0-BB9F-FD94B2BF6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228748"/>
              </p:ext>
            </p:extLst>
          </p:nvPr>
        </p:nvGraphicFramePr>
        <p:xfrm>
          <a:off x="291662" y="1418896"/>
          <a:ext cx="5804338" cy="5139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FA8E-ED22-6A18-8022-7B05DF37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5" y="120759"/>
            <a:ext cx="10515600" cy="1325563"/>
          </a:xfrm>
        </p:spPr>
        <p:txBody>
          <a:bodyPr/>
          <a:lstStyle/>
          <a:p>
            <a:r>
              <a:rPr lang="en-US" dirty="0"/>
              <a:t>Brief View of Wine Data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C8C03F-971A-C5B4-D4C4-C0122AD26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055278"/>
              </p:ext>
            </p:extLst>
          </p:nvPr>
        </p:nvGraphicFramePr>
        <p:xfrm>
          <a:off x="709175" y="1798887"/>
          <a:ext cx="5168730" cy="32602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5392">
                  <a:extLst>
                    <a:ext uri="{9D8B030D-6E8A-4147-A177-3AD203B41FA5}">
                      <a16:colId xmlns:a16="http://schemas.microsoft.com/office/drawing/2014/main" val="1613798737"/>
                    </a:ext>
                  </a:extLst>
                </a:gridCol>
                <a:gridCol w="891633">
                  <a:extLst>
                    <a:ext uri="{9D8B030D-6E8A-4147-A177-3AD203B41FA5}">
                      <a16:colId xmlns:a16="http://schemas.microsoft.com/office/drawing/2014/main" val="397112156"/>
                    </a:ext>
                  </a:extLst>
                </a:gridCol>
                <a:gridCol w="1521705">
                  <a:extLst>
                    <a:ext uri="{9D8B030D-6E8A-4147-A177-3AD203B41FA5}">
                      <a16:colId xmlns:a16="http://schemas.microsoft.com/office/drawing/2014/main" val="1492351107"/>
                    </a:ext>
                  </a:extLst>
                </a:gridCol>
              </a:tblGrid>
              <a:tr h="707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Variable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Mean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Range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95473260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Fixed Acidity (g/dm³)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7.22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3.8-15.9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572964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Volatile Acidity (g/dm³)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0.08-1.58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032020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Residual Sugar (g/dm³)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0.6-65.8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934633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Total Sulfur Dioxide (mg/dm³)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114.11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6-440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53585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Density (g/cm³)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0.9945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0.987-1.039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498916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2.72-4.01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571621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Alcohol (% Vol.)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8.0-14.9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39653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9C62350-E267-F76C-9D73-95786F87E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66434"/>
              </p:ext>
            </p:extLst>
          </p:nvPr>
        </p:nvGraphicFramePr>
        <p:xfrm>
          <a:off x="7359538" y="1446322"/>
          <a:ext cx="3503448" cy="39700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1724">
                  <a:extLst>
                    <a:ext uri="{9D8B030D-6E8A-4147-A177-3AD203B41FA5}">
                      <a16:colId xmlns:a16="http://schemas.microsoft.com/office/drawing/2014/main" val="1613798737"/>
                    </a:ext>
                  </a:extLst>
                </a:gridCol>
                <a:gridCol w="1751724">
                  <a:extLst>
                    <a:ext uri="{9D8B030D-6E8A-4147-A177-3AD203B41FA5}">
                      <a16:colId xmlns:a16="http://schemas.microsoft.com/office/drawing/2014/main" val="397112156"/>
                    </a:ext>
                  </a:extLst>
                </a:gridCol>
              </a:tblGrid>
              <a:tr h="707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95473260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5,320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982471792"/>
                  </a:ext>
                </a:extLst>
              </a:tr>
              <a:tr h="495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Chemistry Variables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815572964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Wine Types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 &amp; White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48032020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Range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3-9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168934633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Alcohol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10.55%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76753585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Residual Sugar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5.05 g/dm³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057498916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pH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63571621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Total Sulfur Dioxide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114.11 mg/dm³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758396534"/>
                  </a:ext>
                </a:extLst>
              </a:tr>
              <a:tr h="300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267681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24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8D28-B9F3-E912-68F5-8BD068D4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Wine Quality Distribution by Wine Type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11BBF94-B1B6-3B94-4560-4F0AE129942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2651133"/>
              </p:ext>
            </p:extLst>
          </p:nvPr>
        </p:nvGraphicFramePr>
        <p:xfrm>
          <a:off x="338959" y="1825625"/>
          <a:ext cx="6258910" cy="4535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4262BC-CA26-8A2E-3C93-9110C4FD0B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rcRect r="51166"/>
          <a:stretch>
            <a:fillRect/>
          </a:stretch>
        </p:blipFill>
        <p:spPr>
          <a:xfrm>
            <a:off x="7409795" y="1535283"/>
            <a:ext cx="3531474" cy="2466917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847B258-BFC0-84ED-AE98-D88E585784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8834"/>
          <a:stretch>
            <a:fillRect/>
          </a:stretch>
        </p:blipFill>
        <p:spPr>
          <a:xfrm>
            <a:off x="7409794" y="4207539"/>
            <a:ext cx="3531475" cy="235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6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9F548-F8F4-6B76-47DA-9BD703C2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C13481-3DA6-C338-1EDA-7B6648B6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fontAlgn="t"/>
            <a:r>
              <a:rPr lang="en-US" sz="4000">
                <a:solidFill>
                  <a:srgbClr val="FFFFFF"/>
                </a:solidFill>
              </a:rPr>
              <a:t>Data Preparation &amp; Analysis Approach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18E4062-F9A3-D2AB-7E50-57FD2237E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1171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771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D2F27-A304-7F64-D463-114FB6C9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fontAlgn="t"/>
            <a:r>
              <a:rPr lang="en-US" sz="4000">
                <a:solidFill>
                  <a:srgbClr val="FFFFFF"/>
                </a:solidFill>
              </a:rPr>
              <a:t>Clustering Explained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18EDC5-7C97-168E-888F-BFA0217D3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1557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1776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ADB6667-BD0C-096F-DE58-D24BFC16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Clustering Methods</a:t>
            </a:r>
          </a:p>
        </p:txBody>
      </p:sp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19576EBD-6293-1BF8-5DA7-8A398BBC3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9191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699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2CF25-6DF9-0196-51BE-B69889DE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D572A-B805-6F46-3E7A-96F5AEFA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sz="3400"/>
              <a:t>Clustering Results &amp; Model Comparison</a:t>
            </a:r>
            <a:br>
              <a:rPr lang="en-US" sz="3400"/>
            </a:br>
            <a:endParaRPr lang="en-US" sz="3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C8078D-A6EF-4BC0-5BB3-FDC574982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26"/>
          <a:stretch>
            <a:fillRect/>
          </a:stretch>
        </p:blipFill>
        <p:spPr>
          <a:xfrm>
            <a:off x="7385047" y="664869"/>
            <a:ext cx="3900192" cy="27641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41D419-70A6-4541-DFB8-4111EC0277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" r="48534"/>
          <a:stretch>
            <a:fillRect/>
          </a:stretch>
        </p:blipFill>
        <p:spPr>
          <a:xfrm>
            <a:off x="7482953" y="3733447"/>
            <a:ext cx="3900192" cy="2567776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ontent Placeholder 7">
            <a:extLst>
              <a:ext uri="{FF2B5EF4-FFF2-40B4-BE49-F238E27FC236}">
                <a16:creationId xmlns:a16="http://schemas.microsoft.com/office/drawing/2014/main" id="{F7522A15-ABAC-6166-1CFE-A92192D22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59317"/>
              </p:ext>
            </p:extLst>
          </p:nvPr>
        </p:nvGraphicFramePr>
        <p:xfrm>
          <a:off x="591208" y="1789386"/>
          <a:ext cx="6359428" cy="4390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54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28072-06A5-78E6-220C-4BE26465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8AF16-BA52-CA85-9196-4987225B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fontAlgn="t"/>
            <a:r>
              <a:rPr lang="en-US" sz="4000">
                <a:solidFill>
                  <a:srgbClr val="FFFFFF"/>
                </a:solidFill>
              </a:rPr>
              <a:t>Clustering Results</a:t>
            </a:r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6EE1FCFB-3E37-B428-FE32-8058F6672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699048"/>
              </p:ext>
            </p:extLst>
          </p:nvPr>
        </p:nvGraphicFramePr>
        <p:xfrm>
          <a:off x="275898" y="1757855"/>
          <a:ext cx="11650716" cy="4832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634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F6FC9-BDEB-6773-362B-599DB409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Dimensionality Reduction Methods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DEA9DF-79DF-1981-E19A-49438032B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122839"/>
              </p:ext>
            </p:extLst>
          </p:nvPr>
        </p:nvGraphicFramePr>
        <p:xfrm>
          <a:off x="323193" y="1828800"/>
          <a:ext cx="11634951" cy="4800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67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3C00A-86DC-6248-ADF8-2D3444C1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Methods Evaluated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FDA452-F61C-5296-15AD-D44E2C068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3856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493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41967-E1BD-A489-4192-2C05398F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Methods Major Findings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F95D2F-EDC4-4427-0045-CD0C6B97A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1033108"/>
              </p:ext>
            </p:extLst>
          </p:nvPr>
        </p:nvGraphicFramePr>
        <p:xfrm>
          <a:off x="346841" y="1924821"/>
          <a:ext cx="11469413" cy="458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119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BC1F9-7E80-8953-6CF1-B6C6D81D2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Findings and 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DBCAC3-1FE7-09DB-70FC-F10EF5890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162412"/>
              </p:ext>
            </p:extLst>
          </p:nvPr>
        </p:nvGraphicFramePr>
        <p:xfrm>
          <a:off x="331076" y="1924820"/>
          <a:ext cx="11445765" cy="458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547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C15FE-AC1A-9EDE-363C-D0BE33DA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Dimensionality Reduction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B66D-F6A6-721A-9D3F-26D47F34E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US" sz="1700" b="1"/>
              <a:t>Key Findings</a:t>
            </a:r>
          </a:p>
          <a:p>
            <a:pPr marL="342900" lvl="0" indent="-342900" fontAlgn="t"/>
            <a:r>
              <a:rPr lang="en-US" sz="1700"/>
              <a:t>All dimensionality-reduction methods identified </a:t>
            </a:r>
            <a:r>
              <a:rPr lang="en-US" sz="1700" b="1"/>
              <a:t>wine type</a:t>
            </a:r>
            <a:r>
              <a:rPr lang="en-US" sz="1700"/>
              <a:t> as the dominant source of variation.</a:t>
            </a:r>
          </a:p>
          <a:p>
            <a:pPr marL="342900" lvl="0" indent="-342900" fontAlgn="t"/>
            <a:r>
              <a:rPr lang="en-US" sz="1700"/>
              <a:t>Red and white wines formed distinct populations across multiple embeddings.</a:t>
            </a:r>
          </a:p>
          <a:p>
            <a:pPr marL="342900" lvl="0" indent="-342900" fontAlgn="t"/>
            <a:r>
              <a:rPr lang="en-US" sz="1700"/>
              <a:t>Nonlinear methods produced stronger separation than linear PCA.</a:t>
            </a:r>
          </a:p>
          <a:p>
            <a:pPr marL="342900" lvl="0" indent="-342900" fontAlgn="t"/>
            <a:r>
              <a:rPr lang="en-US" sz="1700"/>
              <a:t>Wine quality remained highly overlapping and did not form clear low-dimensional groups.</a:t>
            </a:r>
          </a:p>
          <a:p>
            <a:pPr marL="342900" lvl="0" indent="-342900" fontAlgn="t"/>
            <a:r>
              <a:rPr lang="en-US" sz="1700"/>
              <a:t>Multiple methods suggested evidence of internal subgroup structure.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3B570-F7F6-153A-64FB-ADFA5332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1505784"/>
            <a:ext cx="5201023" cy="343267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85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9C1D8-A22F-981F-DAC7-D6304E81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Anomaly Detection Methods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11790FB-ACFC-E06A-1FE2-CAC5DBB29A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227910"/>
              </p:ext>
            </p:extLst>
          </p:nvPr>
        </p:nvGraphicFramePr>
        <p:xfrm>
          <a:off x="394138" y="1734207"/>
          <a:ext cx="11414234" cy="4871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6211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921CC-59CF-A32C-C5C0-ED72E1780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75217-31DE-9F3E-91A6-0361CF10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Anomaly Detection Results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F263A17-9EF0-7AF0-77A6-3DB56C2B8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9329763"/>
              </p:ext>
            </p:extLst>
          </p:nvPr>
        </p:nvGraphicFramePr>
        <p:xfrm>
          <a:off x="354724" y="1924821"/>
          <a:ext cx="11461531" cy="458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7978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752BB-9925-118A-0ACD-38C5F924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B7A4-BC50-802E-0012-87F0BDBDA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Findings &amp; Insights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5271924-1B1E-77AA-68F9-E0D80DC4E4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5088"/>
              </p:ext>
            </p:extLst>
          </p:nvPr>
        </p:nvGraphicFramePr>
        <p:xfrm>
          <a:off x="370490" y="1852449"/>
          <a:ext cx="11493062" cy="4761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1241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6077D-BC1B-49B3-E9AE-BD797BC7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37AE2-CCE8-7450-36E5-30B9B1A3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Final Recommendations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3EEDDC5-827F-D2E7-1E1B-21D948C763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7805"/>
              </p:ext>
            </p:extLst>
          </p:nvPr>
        </p:nvGraphicFramePr>
        <p:xfrm>
          <a:off x="244365" y="1710558"/>
          <a:ext cx="11753193" cy="4997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1496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57F592-3BA2-BEA8-E700-9BA141BE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Goals and Recommended Methods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677D000-8A45-ED1D-4957-F364A9E50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694655"/>
              </p:ext>
            </p:extLst>
          </p:nvPr>
        </p:nvGraphicFramePr>
        <p:xfrm>
          <a:off x="644056" y="2118440"/>
          <a:ext cx="10927830" cy="41810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63915">
                  <a:extLst>
                    <a:ext uri="{9D8B030D-6E8A-4147-A177-3AD203B41FA5}">
                      <a16:colId xmlns:a16="http://schemas.microsoft.com/office/drawing/2014/main" val="1932071332"/>
                    </a:ext>
                  </a:extLst>
                </a:gridCol>
                <a:gridCol w="5463915">
                  <a:extLst>
                    <a:ext uri="{9D8B030D-6E8A-4147-A177-3AD203B41FA5}">
                      <a16:colId xmlns:a16="http://schemas.microsoft.com/office/drawing/2014/main" val="2583023271"/>
                    </a:ext>
                  </a:extLst>
                </a:gridCol>
              </a:tblGrid>
              <a:tr h="4181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effectLst/>
                        </a:rPr>
                        <a:t>Analysis Goal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effectLst/>
                        </a:rPr>
                        <a:t>Recommended Method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2664804967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Overall Clustering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Ward Linkage Agglomerative Clustering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3277224864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Hierarchical Structure Discovery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Ward Linkage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3127281213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Variance Explanation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PCA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844652555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Nonlinear Structure Discovery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Kernel PCA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289773991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Local Cluster Separation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t-SNE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4032289858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Overall Visualization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UMAP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3525677355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Chemistry Interpretation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NMF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4002126299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Global Anomaly Detection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Isolation Forest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1894642405"/>
                  </a:ext>
                </a:extLst>
              </a:tr>
              <a:tr h="418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Local Anomaly Detection</a:t>
                      </a:r>
                    </a:p>
                  </a:txBody>
                  <a:tcPr marL="95025" marR="95025" marT="47512" marB="4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LOF</a:t>
                      </a:r>
                    </a:p>
                  </a:txBody>
                  <a:tcPr marL="95025" marR="95025" marT="47512" marB="47512" anchor="ctr"/>
                </a:tc>
                <a:extLst>
                  <a:ext uri="{0D108BD9-81ED-4DB2-BD59-A6C34878D82A}">
                    <a16:rowId xmlns:a16="http://schemas.microsoft.com/office/drawing/2014/main" val="2345801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610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2E124-EE6B-7D15-0893-1207A19A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7E7E0-917D-DC01-6A7F-D477E22D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Dataset Limitations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483494D-CAF8-BD1D-3B22-8D987B6A0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978708"/>
              </p:ext>
            </p:extLst>
          </p:nvPr>
        </p:nvGraphicFramePr>
        <p:xfrm>
          <a:off x="323194" y="1924820"/>
          <a:ext cx="11485178" cy="466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821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4F78A-439B-CE67-371B-AF8D61BA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0E2C5-EC58-CB91-4F5B-2DE30514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 Limitations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69F2F3-B2F3-D258-C697-6A73741D68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124112"/>
              </p:ext>
            </p:extLst>
          </p:nvPr>
        </p:nvGraphicFramePr>
        <p:xfrm>
          <a:off x="291662" y="1749973"/>
          <a:ext cx="11603421" cy="4903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8864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22441-9548-714B-8B6F-5BCA0940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76A55-C715-B560-1645-D98FB1C6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Next Steps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C16D8B-BE65-2297-C59C-525711892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426898"/>
              </p:ext>
            </p:extLst>
          </p:nvPr>
        </p:nvGraphicFramePr>
        <p:xfrm>
          <a:off x="165538" y="1813034"/>
          <a:ext cx="11808372" cy="4840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3799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15C75-1243-0B6A-E42B-EA546AA6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C953B-1750-ADEA-FD1A-98536D35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Project Conclusion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CA37405-1654-F2C5-4171-342EA6295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949934"/>
              </p:ext>
            </p:extLst>
          </p:nvPr>
        </p:nvGraphicFramePr>
        <p:xfrm>
          <a:off x="236484" y="1797269"/>
          <a:ext cx="11737426" cy="4895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389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4175</Words>
  <Application>Microsoft Office PowerPoint</Application>
  <PresentationFormat>Widescreen</PresentationFormat>
  <Paragraphs>622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Segoe UI</vt:lpstr>
      <vt:lpstr>Times New Roman</vt:lpstr>
      <vt:lpstr>Office Theme</vt:lpstr>
      <vt:lpstr>Unsupervised Machine Learning on Wine Quality Data Clustering, Dimensionality Reduction, and Anomaly Detection Using the UCI Wine Quality Dataset</vt:lpstr>
      <vt:lpstr>Project Objective</vt:lpstr>
      <vt:lpstr>Dataset Description</vt:lpstr>
      <vt:lpstr>Brief View of Wine Data</vt:lpstr>
      <vt:lpstr>Wine Quality Distribution by Wine Type</vt:lpstr>
      <vt:lpstr>Data Preparation &amp; Analysis Approach</vt:lpstr>
      <vt:lpstr>Clustering Explained</vt:lpstr>
      <vt:lpstr>Clustering Methods</vt:lpstr>
      <vt:lpstr>Clustering Results &amp; Model Comparison </vt:lpstr>
      <vt:lpstr>Clustering Results</vt:lpstr>
      <vt:lpstr>Dimensionality Reduction Methods</vt:lpstr>
      <vt:lpstr>Methods Evaluated</vt:lpstr>
      <vt:lpstr>Methods Major Findings</vt:lpstr>
      <vt:lpstr>Findings and Conclusion</vt:lpstr>
      <vt:lpstr>Dimensionality Reduction Comparison</vt:lpstr>
      <vt:lpstr>Anomaly Detection Methods</vt:lpstr>
      <vt:lpstr>Anomaly Detection Results</vt:lpstr>
      <vt:lpstr>Key Findings &amp; Insights</vt:lpstr>
      <vt:lpstr>Final Recommendations</vt:lpstr>
      <vt:lpstr>Goals and Recommended Methods</vt:lpstr>
      <vt:lpstr>Dataset Limitations</vt:lpstr>
      <vt:lpstr>Method Limitations</vt:lpstr>
      <vt:lpstr>Next Steps</vt:lpstr>
      <vt:lpstr>Project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Niecestro</dc:creator>
  <cp:lastModifiedBy>Aaron Niecestro</cp:lastModifiedBy>
  <cp:revision>19</cp:revision>
  <dcterms:created xsi:type="dcterms:W3CDTF">2026-10-23T20:03:06Z</dcterms:created>
  <dcterms:modified xsi:type="dcterms:W3CDTF">2026-10-26T00:52:52Z</dcterms:modified>
</cp:coreProperties>
</file>